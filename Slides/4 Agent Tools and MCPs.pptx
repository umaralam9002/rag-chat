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3" r:id="rId18"/>
    <p:sldId id="271"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3" r:id="rId48"/>
    <p:sldId id="304" r:id="rId49"/>
    <p:sldId id="302" r:id="rId50"/>
    <p:sldId id="305" r:id="rId51"/>
    <p:sldId id="306" r:id="rId52"/>
    <p:sldId id="307" r:id="rId53"/>
    <p:sldId id="308" r:id="rId54"/>
    <p:sldId id="309" r:id="rId5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AA70E0-B17C-4B39-AF30-7288561FA93A}">
          <p14:sldIdLst>
            <p14:sldId id="256"/>
            <p14:sldId id="257"/>
            <p14:sldId id="258"/>
            <p14:sldId id="259"/>
            <p14:sldId id="260"/>
            <p14:sldId id="261"/>
            <p14:sldId id="262"/>
            <p14:sldId id="263"/>
            <p14:sldId id="264"/>
            <p14:sldId id="265"/>
            <p14:sldId id="266"/>
            <p14:sldId id="267"/>
            <p14:sldId id="268"/>
            <p14:sldId id="269"/>
            <p14:sldId id="272"/>
            <p14:sldId id="270"/>
            <p14:sldId id="273"/>
          </p14:sldIdLst>
        </p14:section>
        <p14:section name="Examples of custom tools" id="{23AFBC7E-7E16-4E51-8CF6-BDA321A694FE}">
          <p14:sldIdLst>
            <p14:sldId id="271"/>
            <p14:sldId id="274"/>
            <p14:sldId id="275"/>
            <p14:sldId id="276"/>
            <p14:sldId id="277"/>
            <p14:sldId id="278"/>
            <p14:sldId id="279"/>
            <p14:sldId id="280"/>
            <p14:sldId id="281"/>
          </p14:sldIdLst>
        </p14:section>
        <p14:section name="Database Query" id="{71D2DF95-25DC-478C-97C0-9F635FB0A1D9}">
          <p14:sldIdLst>
            <p14:sldId id="282"/>
            <p14:sldId id="283"/>
            <p14:sldId id="284"/>
          </p14:sldIdLst>
        </p14:section>
        <p14:section name="Chained tool calls" id="{A4F98CC4-22E1-49CD-AEAE-C7B44A6D3B5A}">
          <p14:sldIdLst>
            <p14:sldId id="285"/>
            <p14:sldId id="286"/>
            <p14:sldId id="287"/>
            <p14:sldId id="288"/>
            <p14:sldId id="289"/>
          </p14:sldIdLst>
        </p14:section>
        <p14:section name="Agents as tools" id="{A1DA65CA-9D46-4085-9DBC-D386C77A2002}">
          <p14:sldIdLst>
            <p14:sldId id="290"/>
            <p14:sldId id="291"/>
            <p14:sldId id="292"/>
            <p14:sldId id="293"/>
            <p14:sldId id="294"/>
            <p14:sldId id="295"/>
            <p14:sldId id="296"/>
            <p14:sldId id="297"/>
            <p14:sldId id="298"/>
            <p14:sldId id="299"/>
            <p14:sldId id="300"/>
            <p14:sldId id="301"/>
          </p14:sldIdLst>
        </p14:section>
        <p14:section name="MCP" id="{CC9A78B5-DF82-462F-B68D-F1CB1392DD63}">
          <p14:sldIdLst>
            <p14:sldId id="303"/>
            <p14:sldId id="304"/>
            <p14:sldId id="302"/>
            <p14:sldId id="305"/>
            <p14:sldId id="306"/>
            <p14:sldId id="307"/>
            <p14:sldId id="308"/>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099" autoAdjust="0"/>
  </p:normalViewPr>
  <p:slideViewPr>
    <p:cSldViewPr snapToGrid="0">
      <p:cViewPr varScale="1">
        <p:scale>
          <a:sx n="60" d="100"/>
          <a:sy n="60" d="100"/>
        </p:scale>
        <p:origin x="8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uhammad Abdul Qayum" userId="6f99b717-c1e2-49a4-bfbb-35fff60aea46" providerId="ADAL" clId="{F84136B0-B444-4051-A6EC-C9B7961F7407}"/>
    <pc:docChg chg="undo custSel addSld modSld addSection modSection">
      <pc:chgData name="Dr. Muhammad Abdul Qayum" userId="6f99b717-c1e2-49a4-bfbb-35fff60aea46" providerId="ADAL" clId="{F84136B0-B444-4051-A6EC-C9B7961F7407}" dt="2026-01-05T18:40:52.207" v="829" actId="1035"/>
      <pc:docMkLst>
        <pc:docMk/>
      </pc:docMkLst>
      <pc:sldChg chg="modSp mod">
        <pc:chgData name="Dr. Muhammad Abdul Qayum" userId="6f99b717-c1e2-49a4-bfbb-35fff60aea46" providerId="ADAL" clId="{F84136B0-B444-4051-A6EC-C9B7961F7407}" dt="2025-12-08T02:57:21.513" v="642"/>
        <pc:sldMkLst>
          <pc:docMk/>
          <pc:sldMk cId="3229645375" sldId="256"/>
        </pc:sldMkLst>
        <pc:spChg chg="mod">
          <ac:chgData name="Dr. Muhammad Abdul Qayum" userId="6f99b717-c1e2-49a4-bfbb-35fff60aea46" providerId="ADAL" clId="{F84136B0-B444-4051-A6EC-C9B7961F7407}" dt="2025-12-08T02:55:26.104" v="546" actId="20577"/>
          <ac:spMkLst>
            <pc:docMk/>
            <pc:sldMk cId="3229645375" sldId="256"/>
            <ac:spMk id="2" creationId="{ED53BCE7-D367-3189-0EB6-39D7D5D3AC79}"/>
          </ac:spMkLst>
        </pc:spChg>
        <pc:spChg chg="mod">
          <ac:chgData name="Dr. Muhammad Abdul Qayum" userId="6f99b717-c1e2-49a4-bfbb-35fff60aea46" providerId="ADAL" clId="{F84136B0-B444-4051-A6EC-C9B7961F7407}" dt="2025-12-08T02:57:21.513" v="642"/>
          <ac:spMkLst>
            <pc:docMk/>
            <pc:sldMk cId="3229645375" sldId="256"/>
            <ac:spMk id="3" creationId="{B4B9FE02-118A-A448-882B-95F7AB971EA7}"/>
          </ac:spMkLst>
        </pc:spChg>
      </pc:sldChg>
      <pc:sldChg chg="modSp new mod">
        <pc:chgData name="Dr. Muhammad Abdul Qayum" userId="6f99b717-c1e2-49a4-bfbb-35fff60aea46" providerId="ADAL" clId="{F84136B0-B444-4051-A6EC-C9B7961F7407}" dt="2025-12-08T02:58:00.403" v="645" actId="113"/>
        <pc:sldMkLst>
          <pc:docMk/>
          <pc:sldMk cId="1364353205" sldId="257"/>
        </pc:sldMkLst>
        <pc:spChg chg="mod">
          <ac:chgData name="Dr. Muhammad Abdul Qayum" userId="6f99b717-c1e2-49a4-bfbb-35fff60aea46" providerId="ADAL" clId="{F84136B0-B444-4051-A6EC-C9B7961F7407}" dt="2025-12-06T02:48:45.052" v="1"/>
          <ac:spMkLst>
            <pc:docMk/>
            <pc:sldMk cId="1364353205" sldId="257"/>
            <ac:spMk id="2" creationId="{E58F3088-C4D0-F522-B89C-35168C3977C6}"/>
          </ac:spMkLst>
        </pc:spChg>
        <pc:spChg chg="mod">
          <ac:chgData name="Dr. Muhammad Abdul Qayum" userId="6f99b717-c1e2-49a4-bfbb-35fff60aea46" providerId="ADAL" clId="{F84136B0-B444-4051-A6EC-C9B7961F7407}" dt="2025-12-08T02:58:00.403" v="645" actId="113"/>
          <ac:spMkLst>
            <pc:docMk/>
            <pc:sldMk cId="1364353205" sldId="257"/>
            <ac:spMk id="3" creationId="{32ECCA84-48F1-5BA4-6D65-F822C886996F}"/>
          </ac:spMkLst>
        </pc:spChg>
      </pc:sldChg>
      <pc:sldChg chg="addSp modSp new mod">
        <pc:chgData name="Dr. Muhammad Abdul Qayum" userId="6f99b717-c1e2-49a4-bfbb-35fff60aea46" providerId="ADAL" clId="{F84136B0-B444-4051-A6EC-C9B7961F7407}" dt="2025-12-06T18:15:47.092" v="19" actId="1076"/>
        <pc:sldMkLst>
          <pc:docMk/>
          <pc:sldMk cId="262521449" sldId="258"/>
        </pc:sldMkLst>
        <pc:spChg chg="mod">
          <ac:chgData name="Dr. Muhammad Abdul Qayum" userId="6f99b717-c1e2-49a4-bfbb-35fff60aea46" providerId="ADAL" clId="{F84136B0-B444-4051-A6EC-C9B7961F7407}" dt="2025-12-06T18:02:14.249" v="7"/>
          <ac:spMkLst>
            <pc:docMk/>
            <pc:sldMk cId="262521449" sldId="258"/>
            <ac:spMk id="2" creationId="{7B70BB64-B8E5-86D5-F12B-006C51205CC4}"/>
          </ac:spMkLst>
        </pc:spChg>
        <pc:spChg chg="mod">
          <ac:chgData name="Dr. Muhammad Abdul Qayum" userId="6f99b717-c1e2-49a4-bfbb-35fff60aea46" providerId="ADAL" clId="{F84136B0-B444-4051-A6EC-C9B7961F7407}" dt="2025-12-06T18:15:35.580" v="16" actId="1076"/>
          <ac:spMkLst>
            <pc:docMk/>
            <pc:sldMk cId="262521449" sldId="258"/>
            <ac:spMk id="3" creationId="{C23EB5F6-8597-73A8-3F76-90FAE7A5D1A8}"/>
          </ac:spMkLst>
        </pc:spChg>
        <pc:spChg chg="add mod">
          <ac:chgData name="Dr. Muhammad Abdul Qayum" userId="6f99b717-c1e2-49a4-bfbb-35fff60aea46" providerId="ADAL" clId="{F84136B0-B444-4051-A6EC-C9B7961F7407}" dt="2025-12-06T18:15:47.092" v="19" actId="1076"/>
          <ac:spMkLst>
            <pc:docMk/>
            <pc:sldMk cId="262521449" sldId="258"/>
            <ac:spMk id="9" creationId="{9F8A5BE2-3C42-E109-2213-AB96902A8935}"/>
          </ac:spMkLst>
        </pc:spChg>
        <pc:picChg chg="add mod">
          <ac:chgData name="Dr. Muhammad Abdul Qayum" userId="6f99b717-c1e2-49a4-bfbb-35fff60aea46" providerId="ADAL" clId="{F84136B0-B444-4051-A6EC-C9B7961F7407}" dt="2025-12-06T18:15:38.497" v="17" actId="1076"/>
          <ac:picMkLst>
            <pc:docMk/>
            <pc:sldMk cId="262521449" sldId="258"/>
            <ac:picMk id="5" creationId="{D89A37D4-4EF2-D85F-BD8B-B4A4F33AA29E}"/>
          </ac:picMkLst>
        </pc:picChg>
        <pc:picChg chg="add mod">
          <ac:chgData name="Dr. Muhammad Abdul Qayum" userId="6f99b717-c1e2-49a4-bfbb-35fff60aea46" providerId="ADAL" clId="{F84136B0-B444-4051-A6EC-C9B7961F7407}" dt="2025-12-06T18:13:54.420" v="13" actId="1076"/>
          <ac:picMkLst>
            <pc:docMk/>
            <pc:sldMk cId="262521449" sldId="258"/>
            <ac:picMk id="7" creationId="{5AC19021-FF97-69F1-EBAC-5D07DA7BAB2F}"/>
          </ac:picMkLst>
        </pc:picChg>
      </pc:sldChg>
      <pc:sldChg chg="addSp delSp modSp new mod">
        <pc:chgData name="Dr. Muhammad Abdul Qayum" userId="6f99b717-c1e2-49a4-bfbb-35fff60aea46" providerId="ADAL" clId="{F84136B0-B444-4051-A6EC-C9B7961F7407}" dt="2025-12-06T18:19:43.830" v="38" actId="255"/>
        <pc:sldMkLst>
          <pc:docMk/>
          <pc:sldMk cId="1586296338" sldId="259"/>
        </pc:sldMkLst>
        <pc:spChg chg="mod">
          <ac:chgData name="Dr. Muhammad Abdul Qayum" userId="6f99b717-c1e2-49a4-bfbb-35fff60aea46" providerId="ADAL" clId="{F84136B0-B444-4051-A6EC-C9B7961F7407}" dt="2025-12-06T18:16:28.497" v="22" actId="20577"/>
          <ac:spMkLst>
            <pc:docMk/>
            <pc:sldMk cId="1586296338" sldId="259"/>
            <ac:spMk id="2" creationId="{CF6164FC-B305-0D77-E19D-29371232F023}"/>
          </ac:spMkLst>
        </pc:spChg>
        <pc:spChg chg="add mod">
          <ac:chgData name="Dr. Muhammad Abdul Qayum" userId="6f99b717-c1e2-49a4-bfbb-35fff60aea46" providerId="ADAL" clId="{F84136B0-B444-4051-A6EC-C9B7961F7407}" dt="2025-12-06T18:19:43.830" v="38" actId="255"/>
          <ac:spMkLst>
            <pc:docMk/>
            <pc:sldMk cId="1586296338" sldId="259"/>
            <ac:spMk id="7" creationId="{8024E26E-6F52-EA06-10E4-6EF83F3A6DD6}"/>
          </ac:spMkLst>
        </pc:spChg>
        <pc:picChg chg="add mod ord">
          <ac:chgData name="Dr. Muhammad Abdul Qayum" userId="6f99b717-c1e2-49a4-bfbb-35fff60aea46" providerId="ADAL" clId="{F84136B0-B444-4051-A6EC-C9B7961F7407}" dt="2025-12-06T18:18:11.924" v="30" actId="1076"/>
          <ac:picMkLst>
            <pc:docMk/>
            <pc:sldMk cId="1586296338" sldId="259"/>
            <ac:picMk id="5" creationId="{29CE7FF9-F444-591C-F415-B9A99460F7CD}"/>
          </ac:picMkLst>
        </pc:picChg>
      </pc:sldChg>
      <pc:sldChg chg="modSp new mod">
        <pc:chgData name="Dr. Muhammad Abdul Qayum" userId="6f99b717-c1e2-49a4-bfbb-35fff60aea46" providerId="ADAL" clId="{F84136B0-B444-4051-A6EC-C9B7961F7407}" dt="2025-12-06T18:34:24.314" v="57" actId="20577"/>
        <pc:sldMkLst>
          <pc:docMk/>
          <pc:sldMk cId="953276709" sldId="260"/>
        </pc:sldMkLst>
        <pc:spChg chg="mod">
          <ac:chgData name="Dr. Muhammad Abdul Qayum" userId="6f99b717-c1e2-49a4-bfbb-35fff60aea46" providerId="ADAL" clId="{F84136B0-B444-4051-A6EC-C9B7961F7407}" dt="2025-12-06T18:20:40.044" v="54" actId="20577"/>
          <ac:spMkLst>
            <pc:docMk/>
            <pc:sldMk cId="953276709" sldId="260"/>
            <ac:spMk id="2" creationId="{2B543A52-B976-EFC4-AA2A-FF52570D60CD}"/>
          </ac:spMkLst>
        </pc:spChg>
        <pc:spChg chg="mod">
          <ac:chgData name="Dr. Muhammad Abdul Qayum" userId="6f99b717-c1e2-49a4-bfbb-35fff60aea46" providerId="ADAL" clId="{F84136B0-B444-4051-A6EC-C9B7961F7407}" dt="2025-12-06T18:34:24.314" v="57" actId="20577"/>
          <ac:spMkLst>
            <pc:docMk/>
            <pc:sldMk cId="953276709" sldId="260"/>
            <ac:spMk id="3" creationId="{CD16664B-DF33-5D66-E190-2C42D7EEAEC3}"/>
          </ac:spMkLst>
        </pc:spChg>
      </pc:sldChg>
      <pc:sldChg chg="modSp new mod">
        <pc:chgData name="Dr. Muhammad Abdul Qayum" userId="6f99b717-c1e2-49a4-bfbb-35fff60aea46" providerId="ADAL" clId="{F84136B0-B444-4051-A6EC-C9B7961F7407}" dt="2025-12-06T19:19:20.826" v="65" actId="27636"/>
        <pc:sldMkLst>
          <pc:docMk/>
          <pc:sldMk cId="3067317989" sldId="261"/>
        </pc:sldMkLst>
        <pc:spChg chg="mod">
          <ac:chgData name="Dr. Muhammad Abdul Qayum" userId="6f99b717-c1e2-49a4-bfbb-35fff60aea46" providerId="ADAL" clId="{F84136B0-B444-4051-A6EC-C9B7961F7407}" dt="2025-12-06T18:35:23.655" v="59"/>
          <ac:spMkLst>
            <pc:docMk/>
            <pc:sldMk cId="3067317989" sldId="261"/>
            <ac:spMk id="2" creationId="{EBF60FB0-AB33-44FC-994B-37F6917197EE}"/>
          </ac:spMkLst>
        </pc:spChg>
        <pc:spChg chg="mod">
          <ac:chgData name="Dr. Muhammad Abdul Qayum" userId="6f99b717-c1e2-49a4-bfbb-35fff60aea46" providerId="ADAL" clId="{F84136B0-B444-4051-A6EC-C9B7961F7407}" dt="2025-12-06T19:19:20.826" v="65" actId="27636"/>
          <ac:spMkLst>
            <pc:docMk/>
            <pc:sldMk cId="3067317989" sldId="261"/>
            <ac:spMk id="3" creationId="{7C62EFD1-9DE3-0962-CF92-7495082F8F96}"/>
          </ac:spMkLst>
        </pc:spChg>
      </pc:sldChg>
      <pc:sldChg chg="modSp new mod">
        <pc:chgData name="Dr. Muhammad Abdul Qayum" userId="6f99b717-c1e2-49a4-bfbb-35fff60aea46" providerId="ADAL" clId="{F84136B0-B444-4051-A6EC-C9B7961F7407}" dt="2025-12-06T19:38:42.907" v="93" actId="20577"/>
        <pc:sldMkLst>
          <pc:docMk/>
          <pc:sldMk cId="3507366205" sldId="262"/>
        </pc:sldMkLst>
        <pc:spChg chg="mod">
          <ac:chgData name="Dr. Muhammad Abdul Qayum" userId="6f99b717-c1e2-49a4-bfbb-35fff60aea46" providerId="ADAL" clId="{F84136B0-B444-4051-A6EC-C9B7961F7407}" dt="2025-12-06T19:38:42.907" v="93" actId="20577"/>
          <ac:spMkLst>
            <pc:docMk/>
            <pc:sldMk cId="3507366205" sldId="262"/>
            <ac:spMk id="2" creationId="{9869E550-9149-A493-9527-397EED8F3C8F}"/>
          </ac:spMkLst>
        </pc:spChg>
        <pc:spChg chg="mod">
          <ac:chgData name="Dr. Muhammad Abdul Qayum" userId="6f99b717-c1e2-49a4-bfbb-35fff60aea46" providerId="ADAL" clId="{F84136B0-B444-4051-A6EC-C9B7961F7407}" dt="2025-12-06T19:24:14.723" v="70"/>
          <ac:spMkLst>
            <pc:docMk/>
            <pc:sldMk cId="3507366205" sldId="262"/>
            <ac:spMk id="3" creationId="{9C6EF49E-D62C-69A4-5061-5D2A6E584453}"/>
          </ac:spMkLst>
        </pc:spChg>
      </pc:sldChg>
      <pc:sldChg chg="addSp delSp modSp new mod">
        <pc:chgData name="Dr. Muhammad Abdul Qayum" userId="6f99b717-c1e2-49a4-bfbb-35fff60aea46" providerId="ADAL" clId="{F84136B0-B444-4051-A6EC-C9B7961F7407}" dt="2025-12-06T19:39:02.325" v="96" actId="14100"/>
        <pc:sldMkLst>
          <pc:docMk/>
          <pc:sldMk cId="2640799327" sldId="263"/>
        </pc:sldMkLst>
        <pc:spChg chg="mod">
          <ac:chgData name="Dr. Muhammad Abdul Qayum" userId="6f99b717-c1e2-49a4-bfbb-35fff60aea46" providerId="ADAL" clId="{F84136B0-B444-4051-A6EC-C9B7961F7407}" dt="2025-12-06T19:25:53.513" v="82" actId="20577"/>
          <ac:spMkLst>
            <pc:docMk/>
            <pc:sldMk cId="2640799327" sldId="263"/>
            <ac:spMk id="2" creationId="{51A4997D-6822-8EE6-6F55-8C2C4FF5220C}"/>
          </ac:spMkLst>
        </pc:spChg>
        <pc:picChg chg="add mod ord">
          <ac:chgData name="Dr. Muhammad Abdul Qayum" userId="6f99b717-c1e2-49a4-bfbb-35fff60aea46" providerId="ADAL" clId="{F84136B0-B444-4051-A6EC-C9B7961F7407}" dt="2025-12-06T19:39:02.325" v="96" actId="14100"/>
          <ac:picMkLst>
            <pc:docMk/>
            <pc:sldMk cId="2640799327" sldId="263"/>
            <ac:picMk id="5" creationId="{147EE3B6-7E68-D435-7C61-2E6494E65B30}"/>
          </ac:picMkLst>
        </pc:picChg>
        <pc:inkChg chg="add mod">
          <ac:chgData name="Dr. Muhammad Abdul Qayum" userId="6f99b717-c1e2-49a4-bfbb-35fff60aea46" providerId="ADAL" clId="{F84136B0-B444-4051-A6EC-C9B7961F7407}" dt="2025-12-06T19:38:57.185" v="95" actId="1076"/>
          <ac:inkMkLst>
            <pc:docMk/>
            <pc:sldMk cId="2640799327" sldId="263"/>
            <ac:inkMk id="7" creationId="{5E66F3B3-86C1-F308-511E-3E7AA6E24946}"/>
          </ac:inkMkLst>
        </pc:inkChg>
      </pc:sldChg>
      <pc:sldChg chg="modSp new mod">
        <pc:chgData name="Dr. Muhammad Abdul Qayum" userId="6f99b717-c1e2-49a4-bfbb-35fff60aea46" providerId="ADAL" clId="{F84136B0-B444-4051-A6EC-C9B7961F7407}" dt="2025-12-06T19:42:29.617" v="118" actId="113"/>
        <pc:sldMkLst>
          <pc:docMk/>
          <pc:sldMk cId="3508281337" sldId="264"/>
        </pc:sldMkLst>
        <pc:spChg chg="mod">
          <ac:chgData name="Dr. Muhammad Abdul Qayum" userId="6f99b717-c1e2-49a4-bfbb-35fff60aea46" providerId="ADAL" clId="{F84136B0-B444-4051-A6EC-C9B7961F7407}" dt="2025-12-06T19:41:35.451" v="110" actId="6549"/>
          <ac:spMkLst>
            <pc:docMk/>
            <pc:sldMk cId="3508281337" sldId="264"/>
            <ac:spMk id="2" creationId="{3AC32B67-333F-6380-CD6D-6C230AD9D0FF}"/>
          </ac:spMkLst>
        </pc:spChg>
        <pc:spChg chg="mod">
          <ac:chgData name="Dr. Muhammad Abdul Qayum" userId="6f99b717-c1e2-49a4-bfbb-35fff60aea46" providerId="ADAL" clId="{F84136B0-B444-4051-A6EC-C9B7961F7407}" dt="2025-12-06T19:42:29.617" v="118" actId="113"/>
          <ac:spMkLst>
            <pc:docMk/>
            <pc:sldMk cId="3508281337" sldId="264"/>
            <ac:spMk id="3" creationId="{04BDF069-07FA-33A7-7FFE-1EB6B57338ED}"/>
          </ac:spMkLst>
        </pc:spChg>
      </pc:sldChg>
      <pc:sldChg chg="modSp new mod">
        <pc:chgData name="Dr. Muhammad Abdul Qayum" userId="6f99b717-c1e2-49a4-bfbb-35fff60aea46" providerId="ADAL" clId="{F84136B0-B444-4051-A6EC-C9B7961F7407}" dt="2025-12-06T19:44:11.102" v="124" actId="20577"/>
        <pc:sldMkLst>
          <pc:docMk/>
          <pc:sldMk cId="2052163190" sldId="265"/>
        </pc:sldMkLst>
        <pc:spChg chg="mod">
          <ac:chgData name="Dr. Muhammad Abdul Qayum" userId="6f99b717-c1e2-49a4-bfbb-35fff60aea46" providerId="ADAL" clId="{F84136B0-B444-4051-A6EC-C9B7961F7407}" dt="2025-12-06T19:43:27.922" v="121"/>
          <ac:spMkLst>
            <pc:docMk/>
            <pc:sldMk cId="2052163190" sldId="265"/>
            <ac:spMk id="2" creationId="{7AF40049-3BD8-74D9-F54F-4CEF62F0F0AF}"/>
          </ac:spMkLst>
        </pc:spChg>
        <pc:spChg chg="mod">
          <ac:chgData name="Dr. Muhammad Abdul Qayum" userId="6f99b717-c1e2-49a4-bfbb-35fff60aea46" providerId="ADAL" clId="{F84136B0-B444-4051-A6EC-C9B7961F7407}" dt="2025-12-06T19:44:11.102" v="124" actId="20577"/>
          <ac:spMkLst>
            <pc:docMk/>
            <pc:sldMk cId="2052163190" sldId="265"/>
            <ac:spMk id="3" creationId="{474AB4C5-735C-5CEC-3190-3D25337F3C31}"/>
          </ac:spMkLst>
        </pc:spChg>
      </pc:sldChg>
      <pc:sldChg chg="addSp delSp modSp new mod modNotesTx">
        <pc:chgData name="Dr. Muhammad Abdul Qayum" userId="6f99b717-c1e2-49a4-bfbb-35fff60aea46" providerId="ADAL" clId="{F84136B0-B444-4051-A6EC-C9B7961F7407}" dt="2025-12-06T19:53:45.180" v="166" actId="478"/>
        <pc:sldMkLst>
          <pc:docMk/>
          <pc:sldMk cId="3332637562" sldId="266"/>
        </pc:sldMkLst>
        <pc:spChg chg="mod">
          <ac:chgData name="Dr. Muhammad Abdul Qayum" userId="6f99b717-c1e2-49a4-bfbb-35fff60aea46" providerId="ADAL" clId="{F84136B0-B444-4051-A6EC-C9B7961F7407}" dt="2025-12-06T19:53:22.617" v="162" actId="20577"/>
          <ac:spMkLst>
            <pc:docMk/>
            <pc:sldMk cId="3332637562" sldId="266"/>
            <ac:spMk id="2" creationId="{1994FB63-83B5-34C1-6D94-D4D204E72DAD}"/>
          </ac:spMkLst>
        </pc:spChg>
        <pc:spChg chg="mod">
          <ac:chgData name="Dr. Muhammad Abdul Qayum" userId="6f99b717-c1e2-49a4-bfbb-35fff60aea46" providerId="ADAL" clId="{F84136B0-B444-4051-A6EC-C9B7961F7407}" dt="2025-12-06T19:53:39.240" v="165" actId="20577"/>
          <ac:spMkLst>
            <pc:docMk/>
            <pc:sldMk cId="3332637562" sldId="266"/>
            <ac:spMk id="3" creationId="{124171C4-AEAB-BDEA-4478-5D5CE8A6D7D2}"/>
          </ac:spMkLst>
        </pc:spChg>
      </pc:sldChg>
      <pc:sldChg chg="modSp new mod">
        <pc:chgData name="Dr. Muhammad Abdul Qayum" userId="6f99b717-c1e2-49a4-bfbb-35fff60aea46" providerId="ADAL" clId="{F84136B0-B444-4051-A6EC-C9B7961F7407}" dt="2025-12-06T19:56:39.543" v="167"/>
        <pc:sldMkLst>
          <pc:docMk/>
          <pc:sldMk cId="1866365134" sldId="267"/>
        </pc:sldMkLst>
        <pc:spChg chg="mod">
          <ac:chgData name="Dr. Muhammad Abdul Qayum" userId="6f99b717-c1e2-49a4-bfbb-35fff60aea46" providerId="ADAL" clId="{F84136B0-B444-4051-A6EC-C9B7961F7407}" dt="2025-12-06T19:49:24.318" v="140"/>
          <ac:spMkLst>
            <pc:docMk/>
            <pc:sldMk cId="1866365134" sldId="267"/>
            <ac:spMk id="2" creationId="{39F49D3F-10E3-AB04-E3FC-0477DA025762}"/>
          </ac:spMkLst>
        </pc:spChg>
        <pc:spChg chg="mod">
          <ac:chgData name="Dr. Muhammad Abdul Qayum" userId="6f99b717-c1e2-49a4-bfbb-35fff60aea46" providerId="ADAL" clId="{F84136B0-B444-4051-A6EC-C9B7961F7407}" dt="2025-12-06T19:56:39.543" v="167"/>
          <ac:spMkLst>
            <pc:docMk/>
            <pc:sldMk cId="1866365134" sldId="267"/>
            <ac:spMk id="3" creationId="{308FA03E-5D7D-5CCD-6E79-ABB73702B4D1}"/>
          </ac:spMkLst>
        </pc:spChg>
      </pc:sldChg>
      <pc:sldChg chg="addSp delSp modSp new mod">
        <pc:chgData name="Dr. Muhammad Abdul Qayum" userId="6f99b717-c1e2-49a4-bfbb-35fff60aea46" providerId="ADAL" clId="{F84136B0-B444-4051-A6EC-C9B7961F7407}" dt="2025-12-06T20:27:17.476" v="182" actId="1076"/>
        <pc:sldMkLst>
          <pc:docMk/>
          <pc:sldMk cId="3002888053" sldId="268"/>
        </pc:sldMkLst>
        <pc:spChg chg="mod">
          <ac:chgData name="Dr. Muhammad Abdul Qayum" userId="6f99b717-c1e2-49a4-bfbb-35fff60aea46" providerId="ADAL" clId="{F84136B0-B444-4051-A6EC-C9B7961F7407}" dt="2025-12-06T20:26:27.683" v="176" actId="20577"/>
          <ac:spMkLst>
            <pc:docMk/>
            <pc:sldMk cId="3002888053" sldId="268"/>
            <ac:spMk id="2" creationId="{BE25A240-8252-4796-8F8C-B6456143DE25}"/>
          </ac:spMkLst>
        </pc:spChg>
        <pc:spChg chg="add mod">
          <ac:chgData name="Dr. Muhammad Abdul Qayum" userId="6f99b717-c1e2-49a4-bfbb-35fff60aea46" providerId="ADAL" clId="{F84136B0-B444-4051-A6EC-C9B7961F7407}" dt="2025-12-06T20:27:17.476" v="182" actId="1076"/>
          <ac:spMkLst>
            <pc:docMk/>
            <pc:sldMk cId="3002888053" sldId="268"/>
            <ac:spMk id="7" creationId="{8A53331D-350F-B558-2A7E-8F965C6CC72F}"/>
          </ac:spMkLst>
        </pc:spChg>
        <pc:picChg chg="add mod ord">
          <ac:chgData name="Dr. Muhammad Abdul Qayum" userId="6f99b717-c1e2-49a4-bfbb-35fff60aea46" providerId="ADAL" clId="{F84136B0-B444-4051-A6EC-C9B7961F7407}" dt="2025-12-06T20:26:58.298" v="177" actId="1076"/>
          <ac:picMkLst>
            <pc:docMk/>
            <pc:sldMk cId="3002888053" sldId="268"/>
            <ac:picMk id="5" creationId="{2E5FCD43-216B-77E9-2D24-BB3FCFD167DB}"/>
          </ac:picMkLst>
        </pc:picChg>
      </pc:sldChg>
      <pc:sldChg chg="addSp modSp new mod">
        <pc:chgData name="Dr. Muhammad Abdul Qayum" userId="6f99b717-c1e2-49a4-bfbb-35fff60aea46" providerId="ADAL" clId="{F84136B0-B444-4051-A6EC-C9B7961F7407}" dt="2025-12-07T08:08:16.071" v="206"/>
        <pc:sldMkLst>
          <pc:docMk/>
          <pc:sldMk cId="67869803" sldId="269"/>
        </pc:sldMkLst>
        <pc:spChg chg="mod">
          <ac:chgData name="Dr. Muhammad Abdul Qayum" userId="6f99b717-c1e2-49a4-bfbb-35fff60aea46" providerId="ADAL" clId="{F84136B0-B444-4051-A6EC-C9B7961F7407}" dt="2025-12-06T20:27:48.256" v="184"/>
          <ac:spMkLst>
            <pc:docMk/>
            <pc:sldMk cId="67869803" sldId="269"/>
            <ac:spMk id="2" creationId="{17081CF4-43FA-BD3C-1B2D-EE70BFED3204}"/>
          </ac:spMkLst>
        </pc:spChg>
        <pc:spChg chg="mod">
          <ac:chgData name="Dr. Muhammad Abdul Qayum" userId="6f99b717-c1e2-49a4-bfbb-35fff60aea46" providerId="ADAL" clId="{F84136B0-B444-4051-A6EC-C9B7961F7407}" dt="2025-12-07T08:07:09.922" v="197" actId="20577"/>
          <ac:spMkLst>
            <pc:docMk/>
            <pc:sldMk cId="67869803" sldId="269"/>
            <ac:spMk id="3" creationId="{9E35DB01-5F36-5F6F-6F91-63BBED8A9193}"/>
          </ac:spMkLst>
        </pc:spChg>
        <pc:spChg chg="add mod">
          <ac:chgData name="Dr. Muhammad Abdul Qayum" userId="6f99b717-c1e2-49a4-bfbb-35fff60aea46" providerId="ADAL" clId="{F84136B0-B444-4051-A6EC-C9B7961F7407}" dt="2025-12-07T08:08:16.071" v="206"/>
          <ac:spMkLst>
            <pc:docMk/>
            <pc:sldMk cId="67869803" sldId="269"/>
            <ac:spMk id="4" creationId="{4CFCB8DF-B925-F577-3D31-16F18DFA4F64}"/>
          </ac:spMkLst>
        </pc:spChg>
      </pc:sldChg>
      <pc:sldChg chg="addSp delSp modSp new mod">
        <pc:chgData name="Dr. Muhammad Abdul Qayum" userId="6f99b717-c1e2-49a4-bfbb-35fff60aea46" providerId="ADAL" clId="{F84136B0-B444-4051-A6EC-C9B7961F7407}" dt="2025-12-07T13:55:21.962" v="232" actId="1076"/>
        <pc:sldMkLst>
          <pc:docMk/>
          <pc:sldMk cId="3953315359" sldId="270"/>
        </pc:sldMkLst>
        <pc:spChg chg="mod">
          <ac:chgData name="Dr. Muhammad Abdul Qayum" userId="6f99b717-c1e2-49a4-bfbb-35fff60aea46" providerId="ADAL" clId="{F84136B0-B444-4051-A6EC-C9B7961F7407}" dt="2025-12-07T08:11:23.989" v="216" actId="20577"/>
          <ac:spMkLst>
            <pc:docMk/>
            <pc:sldMk cId="3953315359" sldId="270"/>
            <ac:spMk id="2" creationId="{0EC2693B-5369-AAD4-C254-88AC37D80B3A}"/>
          </ac:spMkLst>
        </pc:spChg>
        <pc:picChg chg="add mod ord">
          <ac:chgData name="Dr. Muhammad Abdul Qayum" userId="6f99b717-c1e2-49a4-bfbb-35fff60aea46" providerId="ADAL" clId="{F84136B0-B444-4051-A6EC-C9B7961F7407}" dt="2025-12-07T13:55:21.962" v="232" actId="1076"/>
          <ac:picMkLst>
            <pc:docMk/>
            <pc:sldMk cId="3953315359" sldId="270"/>
            <ac:picMk id="5" creationId="{374E9A30-E02C-9CC4-2892-0BEF60DCF2F7}"/>
          </ac:picMkLst>
        </pc:picChg>
      </pc:sldChg>
      <pc:sldChg chg="addSp delSp modSp new mod modClrScheme chgLayout">
        <pc:chgData name="Dr. Muhammad Abdul Qayum" userId="6f99b717-c1e2-49a4-bfbb-35fff60aea46" providerId="ADAL" clId="{F84136B0-B444-4051-A6EC-C9B7961F7407}" dt="2025-12-07T15:38:00.342" v="246"/>
        <pc:sldMkLst>
          <pc:docMk/>
          <pc:sldMk cId="1927393884" sldId="271"/>
        </pc:sldMkLst>
        <pc:spChg chg="add mod ord">
          <ac:chgData name="Dr. Muhammad Abdul Qayum" userId="6f99b717-c1e2-49a4-bfbb-35fff60aea46" providerId="ADAL" clId="{F84136B0-B444-4051-A6EC-C9B7961F7407}" dt="2025-12-07T15:38:00.342" v="246"/>
          <ac:spMkLst>
            <pc:docMk/>
            <pc:sldMk cId="1927393884" sldId="271"/>
            <ac:spMk id="4" creationId="{C82FA8A7-A9CD-B856-FE21-EF910D475023}"/>
          </ac:spMkLst>
        </pc:spChg>
        <pc:spChg chg="add mod ord">
          <ac:chgData name="Dr. Muhammad Abdul Qayum" userId="6f99b717-c1e2-49a4-bfbb-35fff60aea46" providerId="ADAL" clId="{F84136B0-B444-4051-A6EC-C9B7961F7407}" dt="2025-12-07T15:37:56.486" v="245" actId="700"/>
          <ac:spMkLst>
            <pc:docMk/>
            <pc:sldMk cId="1927393884" sldId="271"/>
            <ac:spMk id="5" creationId="{36AA8B9F-64CC-1CBB-54ED-A8F911F3248C}"/>
          </ac:spMkLst>
        </pc:spChg>
      </pc:sldChg>
      <pc:sldChg chg="addSp delSp modSp new mod">
        <pc:chgData name="Dr. Muhammad Abdul Qayum" userId="6f99b717-c1e2-49a4-bfbb-35fff60aea46" providerId="ADAL" clId="{F84136B0-B444-4051-A6EC-C9B7961F7407}" dt="2025-12-07T13:54:52.350" v="230"/>
        <pc:sldMkLst>
          <pc:docMk/>
          <pc:sldMk cId="1460484533" sldId="272"/>
        </pc:sldMkLst>
        <pc:spChg chg="mod">
          <ac:chgData name="Dr. Muhammad Abdul Qayum" userId="6f99b717-c1e2-49a4-bfbb-35fff60aea46" providerId="ADAL" clId="{F84136B0-B444-4051-A6EC-C9B7961F7407}" dt="2025-12-07T08:14:56.024" v="219"/>
          <ac:spMkLst>
            <pc:docMk/>
            <pc:sldMk cId="1460484533" sldId="272"/>
            <ac:spMk id="2" creationId="{0E437FB2-AECF-732E-41F3-0854F323E740}"/>
          </ac:spMkLst>
        </pc:spChg>
        <pc:spChg chg="add mod">
          <ac:chgData name="Dr. Muhammad Abdul Qayum" userId="6f99b717-c1e2-49a4-bfbb-35fff60aea46" providerId="ADAL" clId="{F84136B0-B444-4051-A6EC-C9B7961F7407}" dt="2025-12-07T13:54:38.110" v="229" actId="1076"/>
          <ac:spMkLst>
            <pc:docMk/>
            <pc:sldMk cId="1460484533" sldId="272"/>
            <ac:spMk id="8" creationId="{7679DF2C-A716-5CD3-93BB-FC2789FC697A}"/>
          </ac:spMkLst>
        </pc:spChg>
        <pc:picChg chg="add mod ord">
          <ac:chgData name="Dr. Muhammad Abdul Qayum" userId="6f99b717-c1e2-49a4-bfbb-35fff60aea46" providerId="ADAL" clId="{F84136B0-B444-4051-A6EC-C9B7961F7407}" dt="2025-12-07T13:53:28.765" v="222" actId="1076"/>
          <ac:picMkLst>
            <pc:docMk/>
            <pc:sldMk cId="1460484533" sldId="272"/>
            <ac:picMk id="5" creationId="{242A3986-9C85-9A7F-3766-5812C2657D31}"/>
          </ac:picMkLst>
        </pc:picChg>
        <pc:picChg chg="add mod">
          <ac:chgData name="Dr. Muhammad Abdul Qayum" userId="6f99b717-c1e2-49a4-bfbb-35fff60aea46" providerId="ADAL" clId="{F84136B0-B444-4051-A6EC-C9B7961F7407}" dt="2025-12-07T13:54:52.350" v="230"/>
          <ac:picMkLst>
            <pc:docMk/>
            <pc:sldMk cId="1460484533" sldId="272"/>
            <ac:picMk id="7" creationId="{46493F78-E191-207B-7E3F-F1AF576B5C9C}"/>
          </ac:picMkLst>
        </pc:picChg>
      </pc:sldChg>
      <pc:sldChg chg="addSp modSp new mod">
        <pc:chgData name="Dr. Muhammad Abdul Qayum" userId="6f99b717-c1e2-49a4-bfbb-35fff60aea46" providerId="ADAL" clId="{F84136B0-B444-4051-A6EC-C9B7961F7407}" dt="2025-12-07T15:36:33.433" v="241"/>
        <pc:sldMkLst>
          <pc:docMk/>
          <pc:sldMk cId="2357454860" sldId="273"/>
        </pc:sldMkLst>
        <pc:spChg chg="mod">
          <ac:chgData name="Dr. Muhammad Abdul Qayum" userId="6f99b717-c1e2-49a4-bfbb-35fff60aea46" providerId="ADAL" clId="{F84136B0-B444-4051-A6EC-C9B7961F7407}" dt="2025-12-07T15:35:43.327" v="236"/>
          <ac:spMkLst>
            <pc:docMk/>
            <pc:sldMk cId="2357454860" sldId="273"/>
            <ac:spMk id="2" creationId="{73AC4F79-9E1F-15B8-BF96-11ACAAE147C8}"/>
          </ac:spMkLst>
        </pc:spChg>
        <pc:spChg chg="mod">
          <ac:chgData name="Dr. Muhammad Abdul Qayum" userId="6f99b717-c1e2-49a4-bfbb-35fff60aea46" providerId="ADAL" clId="{F84136B0-B444-4051-A6EC-C9B7961F7407}" dt="2025-12-07T15:36:33.433" v="241"/>
          <ac:spMkLst>
            <pc:docMk/>
            <pc:sldMk cId="2357454860" sldId="273"/>
            <ac:spMk id="3" creationId="{847E4416-A248-0A6E-9ECA-671441F6B63F}"/>
          </ac:spMkLst>
        </pc:spChg>
      </pc:sldChg>
      <pc:sldChg chg="addSp delSp modSp new mod modNotesTx">
        <pc:chgData name="Dr. Muhammad Abdul Qayum" userId="6f99b717-c1e2-49a4-bfbb-35fff60aea46" providerId="ADAL" clId="{F84136B0-B444-4051-A6EC-C9B7961F7407}" dt="2025-12-07T15:44:43.859" v="288" actId="20577"/>
        <pc:sldMkLst>
          <pc:docMk/>
          <pc:sldMk cId="779253661" sldId="274"/>
        </pc:sldMkLst>
        <pc:spChg chg="mod">
          <ac:chgData name="Dr. Muhammad Abdul Qayum" userId="6f99b717-c1e2-49a4-bfbb-35fff60aea46" providerId="ADAL" clId="{F84136B0-B444-4051-A6EC-C9B7961F7407}" dt="2025-12-07T15:44:43.859" v="288" actId="20577"/>
          <ac:spMkLst>
            <pc:docMk/>
            <pc:sldMk cId="779253661" sldId="274"/>
            <ac:spMk id="2" creationId="{09641603-1517-AD86-67FC-A577D4D84F4A}"/>
          </ac:spMkLst>
        </pc:spChg>
        <pc:spChg chg="mod">
          <ac:chgData name="Dr. Muhammad Abdul Qayum" userId="6f99b717-c1e2-49a4-bfbb-35fff60aea46" providerId="ADAL" clId="{F84136B0-B444-4051-A6EC-C9B7961F7407}" dt="2025-12-07T15:40:29.365" v="252" actId="14100"/>
          <ac:spMkLst>
            <pc:docMk/>
            <pc:sldMk cId="779253661" sldId="274"/>
            <ac:spMk id="3" creationId="{BDC62AF1-14CA-A22E-47C9-3803470D21E5}"/>
          </ac:spMkLst>
        </pc:spChg>
        <pc:picChg chg="add mod">
          <ac:chgData name="Dr. Muhammad Abdul Qayum" userId="6f99b717-c1e2-49a4-bfbb-35fff60aea46" providerId="ADAL" clId="{F84136B0-B444-4051-A6EC-C9B7961F7407}" dt="2025-12-07T15:44:22.357" v="266" actId="1076"/>
          <ac:picMkLst>
            <pc:docMk/>
            <pc:sldMk cId="779253661" sldId="274"/>
            <ac:picMk id="5" creationId="{CEE0A141-C3DB-A267-2EC0-A32BA7356DE6}"/>
          </ac:picMkLst>
        </pc:picChg>
      </pc:sldChg>
      <pc:sldChg chg="addSp modSp new mod">
        <pc:chgData name="Dr. Muhammad Abdul Qayum" userId="6f99b717-c1e2-49a4-bfbb-35fff60aea46" providerId="ADAL" clId="{F84136B0-B444-4051-A6EC-C9B7961F7407}" dt="2025-12-08T19:41:36.020" v="646" actId="1076"/>
        <pc:sldMkLst>
          <pc:docMk/>
          <pc:sldMk cId="2394431967" sldId="275"/>
        </pc:sldMkLst>
        <pc:spChg chg="mod">
          <ac:chgData name="Dr. Muhammad Abdul Qayum" userId="6f99b717-c1e2-49a4-bfbb-35fff60aea46" providerId="ADAL" clId="{F84136B0-B444-4051-A6EC-C9B7961F7407}" dt="2025-12-07T15:45:11.590" v="329" actId="20577"/>
          <ac:spMkLst>
            <pc:docMk/>
            <pc:sldMk cId="2394431967" sldId="275"/>
            <ac:spMk id="2" creationId="{6B0C6C5A-8841-BABB-89EC-6B21D44DA61B}"/>
          </ac:spMkLst>
        </pc:spChg>
        <pc:picChg chg="add mod">
          <ac:chgData name="Dr. Muhammad Abdul Qayum" userId="6f99b717-c1e2-49a4-bfbb-35fff60aea46" providerId="ADAL" clId="{F84136B0-B444-4051-A6EC-C9B7961F7407}" dt="2025-12-08T19:41:36.020" v="646" actId="1076"/>
          <ac:picMkLst>
            <pc:docMk/>
            <pc:sldMk cId="2394431967" sldId="275"/>
            <ac:picMk id="5" creationId="{58A790B4-3348-1C34-9132-D8285A3351D2}"/>
          </ac:picMkLst>
        </pc:picChg>
      </pc:sldChg>
      <pc:sldChg chg="addSp modSp new mod">
        <pc:chgData name="Dr. Muhammad Abdul Qayum" userId="6f99b717-c1e2-49a4-bfbb-35fff60aea46" providerId="ADAL" clId="{F84136B0-B444-4051-A6EC-C9B7961F7407}" dt="2025-12-07T15:47:05.401" v="336" actId="1076"/>
        <pc:sldMkLst>
          <pc:docMk/>
          <pc:sldMk cId="797706394" sldId="276"/>
        </pc:sldMkLst>
        <pc:spChg chg="mod">
          <ac:chgData name="Dr. Muhammad Abdul Qayum" userId="6f99b717-c1e2-49a4-bfbb-35fff60aea46" providerId="ADAL" clId="{F84136B0-B444-4051-A6EC-C9B7961F7407}" dt="2025-12-07T15:45:25.707" v="332" actId="20577"/>
          <ac:spMkLst>
            <pc:docMk/>
            <pc:sldMk cId="797706394" sldId="276"/>
            <ac:spMk id="2" creationId="{2B77CA2C-45AB-2040-6D33-64A61FF2D67B}"/>
          </ac:spMkLst>
        </pc:spChg>
        <pc:spChg chg="mod">
          <ac:chgData name="Dr. Muhammad Abdul Qayum" userId="6f99b717-c1e2-49a4-bfbb-35fff60aea46" providerId="ADAL" clId="{F84136B0-B444-4051-A6EC-C9B7961F7407}" dt="2025-12-07T15:44:13.133" v="263" actId="14100"/>
          <ac:spMkLst>
            <pc:docMk/>
            <pc:sldMk cId="797706394" sldId="276"/>
            <ac:spMk id="3" creationId="{F99CFF46-F3E0-ECDF-8010-EF2B743AC6C5}"/>
          </ac:spMkLst>
        </pc:spChg>
        <pc:picChg chg="add mod">
          <ac:chgData name="Dr. Muhammad Abdul Qayum" userId="6f99b717-c1e2-49a4-bfbb-35fff60aea46" providerId="ADAL" clId="{F84136B0-B444-4051-A6EC-C9B7961F7407}" dt="2025-12-07T15:44:17.297" v="265" actId="1076"/>
          <ac:picMkLst>
            <pc:docMk/>
            <pc:sldMk cId="797706394" sldId="276"/>
            <ac:picMk id="5" creationId="{2E3F1464-72DB-104E-90E5-434E11B0AF83}"/>
          </ac:picMkLst>
        </pc:picChg>
        <pc:picChg chg="add mod">
          <ac:chgData name="Dr. Muhammad Abdul Qayum" userId="6f99b717-c1e2-49a4-bfbb-35fff60aea46" providerId="ADAL" clId="{F84136B0-B444-4051-A6EC-C9B7961F7407}" dt="2025-12-07T15:47:05.401" v="336" actId="1076"/>
          <ac:picMkLst>
            <pc:docMk/>
            <pc:sldMk cId="797706394" sldId="276"/>
            <ac:picMk id="7" creationId="{38841CCF-2480-D467-6E0A-F1EA84D4600B}"/>
          </ac:picMkLst>
        </pc:picChg>
      </pc:sldChg>
      <pc:sldChg chg="addSp delSp modSp new mod modNotesTx">
        <pc:chgData name="Dr. Muhammad Abdul Qayum" userId="6f99b717-c1e2-49a4-bfbb-35fff60aea46" providerId="ADAL" clId="{F84136B0-B444-4051-A6EC-C9B7961F7407}" dt="2025-12-07T16:18:31.408" v="375"/>
        <pc:sldMkLst>
          <pc:docMk/>
          <pc:sldMk cId="3206673133" sldId="277"/>
        </pc:sldMkLst>
        <pc:spChg chg="mod">
          <ac:chgData name="Dr. Muhammad Abdul Qayum" userId="6f99b717-c1e2-49a4-bfbb-35fff60aea46" providerId="ADAL" clId="{F84136B0-B444-4051-A6EC-C9B7961F7407}" dt="2025-12-07T15:49:13.297" v="360" actId="20577"/>
          <ac:spMkLst>
            <pc:docMk/>
            <pc:sldMk cId="3206673133" sldId="277"/>
            <ac:spMk id="2" creationId="{3D0F190E-9129-1D99-A9DA-41CEE0F5AB46}"/>
          </ac:spMkLst>
        </pc:spChg>
        <pc:picChg chg="add mod">
          <ac:chgData name="Dr. Muhammad Abdul Qayum" userId="6f99b717-c1e2-49a4-bfbb-35fff60aea46" providerId="ADAL" clId="{F84136B0-B444-4051-A6EC-C9B7961F7407}" dt="2025-12-07T15:51:05.273" v="364" actId="14100"/>
          <ac:picMkLst>
            <pc:docMk/>
            <pc:sldMk cId="3206673133" sldId="277"/>
            <ac:picMk id="5" creationId="{6AF0970C-1B98-0D86-345C-32754973C4C4}"/>
          </ac:picMkLst>
        </pc:picChg>
        <pc:inkChg chg="add mod">
          <ac:chgData name="Dr. Muhammad Abdul Qayum" userId="6f99b717-c1e2-49a4-bfbb-35fff60aea46" providerId="ADAL" clId="{F84136B0-B444-4051-A6EC-C9B7961F7407}" dt="2025-12-07T15:52:36.642" v="368"/>
          <ac:inkMkLst>
            <pc:docMk/>
            <pc:sldMk cId="3206673133" sldId="277"/>
            <ac:inkMk id="7" creationId="{E4E36BC0-5338-CE01-E565-0441695B7F3E}"/>
          </ac:inkMkLst>
        </pc:inkChg>
        <pc:inkChg chg="add mod">
          <ac:chgData name="Dr. Muhammad Abdul Qayum" userId="6f99b717-c1e2-49a4-bfbb-35fff60aea46" providerId="ADAL" clId="{F84136B0-B444-4051-A6EC-C9B7961F7407}" dt="2025-12-07T15:52:44.450" v="371"/>
          <ac:inkMkLst>
            <pc:docMk/>
            <pc:sldMk cId="3206673133" sldId="277"/>
            <ac:inkMk id="9" creationId="{5D107FEE-3475-804F-C587-1CF7EA674BF7}"/>
          </ac:inkMkLst>
        </pc:inkChg>
        <pc:inkChg chg="add">
          <ac:chgData name="Dr. Muhammad Abdul Qayum" userId="6f99b717-c1e2-49a4-bfbb-35fff60aea46" providerId="ADAL" clId="{F84136B0-B444-4051-A6EC-C9B7961F7407}" dt="2025-12-07T15:52:48.027" v="373"/>
          <ac:inkMkLst>
            <pc:docMk/>
            <pc:sldMk cId="3206673133" sldId="277"/>
            <ac:inkMk id="11" creationId="{E4D84627-7DEB-754D-50AE-5F7B80DED376}"/>
          </ac:inkMkLst>
        </pc:inkChg>
      </pc:sldChg>
      <pc:sldChg chg="addSp delSp modSp new mod modNotesTx">
        <pc:chgData name="Dr. Muhammad Abdul Qayum" userId="6f99b717-c1e2-49a4-bfbb-35fff60aea46" providerId="ADAL" clId="{F84136B0-B444-4051-A6EC-C9B7961F7407}" dt="2025-12-08T19:44:33.024" v="647" actId="14100"/>
        <pc:sldMkLst>
          <pc:docMk/>
          <pc:sldMk cId="1423113552" sldId="278"/>
        </pc:sldMkLst>
        <pc:spChg chg="mod">
          <ac:chgData name="Dr. Muhammad Abdul Qayum" userId="6f99b717-c1e2-49a4-bfbb-35fff60aea46" providerId="ADAL" clId="{F84136B0-B444-4051-A6EC-C9B7961F7407}" dt="2025-12-07T16:26:47.729" v="388" actId="14100"/>
          <ac:spMkLst>
            <pc:docMk/>
            <pc:sldMk cId="1423113552" sldId="278"/>
            <ac:spMk id="2" creationId="{5EEA0659-037C-C8A9-855A-C2DC71523DFC}"/>
          </ac:spMkLst>
        </pc:spChg>
        <pc:picChg chg="add mod">
          <ac:chgData name="Dr. Muhammad Abdul Qayum" userId="6f99b717-c1e2-49a4-bfbb-35fff60aea46" providerId="ADAL" clId="{F84136B0-B444-4051-A6EC-C9B7961F7407}" dt="2025-12-08T19:44:33.024" v="647" actId="14100"/>
          <ac:picMkLst>
            <pc:docMk/>
            <pc:sldMk cId="1423113552" sldId="278"/>
            <ac:picMk id="5" creationId="{F8B27F5C-D72B-3602-58AE-7FAC8E261CE7}"/>
          </ac:picMkLst>
        </pc:picChg>
        <pc:picChg chg="add mod ord">
          <ac:chgData name="Dr. Muhammad Abdul Qayum" userId="6f99b717-c1e2-49a4-bfbb-35fff60aea46" providerId="ADAL" clId="{F84136B0-B444-4051-A6EC-C9B7961F7407}" dt="2025-12-07T16:28:16.634" v="392" actId="14100"/>
          <ac:picMkLst>
            <pc:docMk/>
            <pc:sldMk cId="1423113552" sldId="278"/>
            <ac:picMk id="7" creationId="{A0569A98-E082-ED8D-66A3-E46F29428C04}"/>
          </ac:picMkLst>
        </pc:picChg>
      </pc:sldChg>
      <pc:sldChg chg="addSp delSp modSp new mod modNotesTx">
        <pc:chgData name="Dr. Muhammad Abdul Qayum" userId="6f99b717-c1e2-49a4-bfbb-35fff60aea46" providerId="ADAL" clId="{F84136B0-B444-4051-A6EC-C9B7961F7407}" dt="2025-12-08T19:45:36.164" v="673" actId="20577"/>
        <pc:sldMkLst>
          <pc:docMk/>
          <pc:sldMk cId="3369328213" sldId="279"/>
        </pc:sldMkLst>
        <pc:spChg chg="mod">
          <ac:chgData name="Dr. Muhammad Abdul Qayum" userId="6f99b717-c1e2-49a4-bfbb-35fff60aea46" providerId="ADAL" clId="{F84136B0-B444-4051-A6EC-C9B7961F7407}" dt="2025-12-08T19:45:36.164" v="673" actId="20577"/>
          <ac:spMkLst>
            <pc:docMk/>
            <pc:sldMk cId="3369328213" sldId="279"/>
            <ac:spMk id="2" creationId="{BAD275C1-9EFE-76EE-073F-32AEB5B024F4}"/>
          </ac:spMkLst>
        </pc:spChg>
        <pc:picChg chg="add mod ord">
          <ac:chgData name="Dr. Muhammad Abdul Qayum" userId="6f99b717-c1e2-49a4-bfbb-35fff60aea46" providerId="ADAL" clId="{F84136B0-B444-4051-A6EC-C9B7961F7407}" dt="2025-12-08T19:45:04.688" v="651" actId="14100"/>
          <ac:picMkLst>
            <pc:docMk/>
            <pc:sldMk cId="3369328213" sldId="279"/>
            <ac:picMk id="5" creationId="{F6C0CECA-6F29-7F5E-45B0-2D40A020F6DF}"/>
          </ac:picMkLst>
        </pc:picChg>
      </pc:sldChg>
      <pc:sldChg chg="addSp modSp new mod">
        <pc:chgData name="Dr. Muhammad Abdul Qayum" userId="6f99b717-c1e2-49a4-bfbb-35fff60aea46" providerId="ADAL" clId="{F84136B0-B444-4051-A6EC-C9B7961F7407}" dt="2025-12-07T17:58:21.760" v="402" actId="1076"/>
        <pc:sldMkLst>
          <pc:docMk/>
          <pc:sldMk cId="4043645259" sldId="280"/>
        </pc:sldMkLst>
        <pc:picChg chg="add mod">
          <ac:chgData name="Dr. Muhammad Abdul Qayum" userId="6f99b717-c1e2-49a4-bfbb-35fff60aea46" providerId="ADAL" clId="{F84136B0-B444-4051-A6EC-C9B7961F7407}" dt="2025-12-07T17:58:21.760" v="402" actId="1076"/>
          <ac:picMkLst>
            <pc:docMk/>
            <pc:sldMk cId="4043645259" sldId="280"/>
            <ac:picMk id="4" creationId="{44F2931A-4F6B-D9D0-8DE5-4FBDD7DA854A}"/>
          </ac:picMkLst>
        </pc:picChg>
      </pc:sldChg>
      <pc:sldChg chg="addSp modSp new mod">
        <pc:chgData name="Dr. Muhammad Abdul Qayum" userId="6f99b717-c1e2-49a4-bfbb-35fff60aea46" providerId="ADAL" clId="{F84136B0-B444-4051-A6EC-C9B7961F7407}" dt="2025-12-07T17:59:26.728" v="406" actId="1076"/>
        <pc:sldMkLst>
          <pc:docMk/>
          <pc:sldMk cId="2959127967" sldId="281"/>
        </pc:sldMkLst>
        <pc:picChg chg="add mod">
          <ac:chgData name="Dr. Muhammad Abdul Qayum" userId="6f99b717-c1e2-49a4-bfbb-35fff60aea46" providerId="ADAL" clId="{F84136B0-B444-4051-A6EC-C9B7961F7407}" dt="2025-12-07T17:59:26.728" v="406" actId="1076"/>
          <ac:picMkLst>
            <pc:docMk/>
            <pc:sldMk cId="2959127967" sldId="281"/>
            <ac:picMk id="5" creationId="{1B2F9D05-9DF1-EC9B-A2EB-5877F29DDD61}"/>
          </ac:picMkLst>
        </pc:picChg>
      </pc:sldChg>
      <pc:sldChg chg="addSp modSp new mod">
        <pc:chgData name="Dr. Muhammad Abdul Qayum" userId="6f99b717-c1e2-49a4-bfbb-35fff60aea46" providerId="ADAL" clId="{F84136B0-B444-4051-A6EC-C9B7961F7407}" dt="2025-12-11T05:28:57.878" v="695" actId="1076"/>
        <pc:sldMkLst>
          <pc:docMk/>
          <pc:sldMk cId="3233480463" sldId="282"/>
        </pc:sldMkLst>
        <pc:spChg chg="mod">
          <ac:chgData name="Dr. Muhammad Abdul Qayum" userId="6f99b717-c1e2-49a4-bfbb-35fff60aea46" providerId="ADAL" clId="{F84136B0-B444-4051-A6EC-C9B7961F7407}" dt="2025-12-07T18:10:57.885" v="413" actId="20577"/>
          <ac:spMkLst>
            <pc:docMk/>
            <pc:sldMk cId="3233480463" sldId="282"/>
            <ac:spMk id="2" creationId="{5A7B3A5B-B116-59EA-BD39-B71083318F2B}"/>
          </ac:spMkLst>
        </pc:spChg>
        <pc:spChg chg="mod">
          <ac:chgData name="Dr. Muhammad Abdul Qayum" userId="6f99b717-c1e2-49a4-bfbb-35fff60aea46" providerId="ADAL" clId="{F84136B0-B444-4051-A6EC-C9B7961F7407}" dt="2025-12-07T18:11:38.017" v="414" actId="14100"/>
          <ac:spMkLst>
            <pc:docMk/>
            <pc:sldMk cId="3233480463" sldId="282"/>
            <ac:spMk id="3" creationId="{41DFE2FB-2971-E5B1-5CA2-27A10E4A1007}"/>
          </ac:spMkLst>
        </pc:spChg>
        <pc:picChg chg="add mod">
          <ac:chgData name="Dr. Muhammad Abdul Qayum" userId="6f99b717-c1e2-49a4-bfbb-35fff60aea46" providerId="ADAL" clId="{F84136B0-B444-4051-A6EC-C9B7961F7407}" dt="2025-12-07T18:11:47.405" v="416" actId="1076"/>
          <ac:picMkLst>
            <pc:docMk/>
            <pc:sldMk cId="3233480463" sldId="282"/>
            <ac:picMk id="5" creationId="{186C7C64-7356-CDBF-319C-333789C0009E}"/>
          </ac:picMkLst>
        </pc:picChg>
        <pc:picChg chg="add mod">
          <ac:chgData name="Dr. Muhammad Abdul Qayum" userId="6f99b717-c1e2-49a4-bfbb-35fff60aea46" providerId="ADAL" clId="{F84136B0-B444-4051-A6EC-C9B7961F7407}" dt="2025-12-11T05:28:57.878" v="695" actId="1076"/>
          <ac:picMkLst>
            <pc:docMk/>
            <pc:sldMk cId="3233480463" sldId="282"/>
            <ac:picMk id="7" creationId="{B1967D86-44C7-BB44-D7E2-E7AFFC48E67E}"/>
          </ac:picMkLst>
        </pc:picChg>
      </pc:sldChg>
      <pc:sldChg chg="addSp modSp new mod">
        <pc:chgData name="Dr. Muhammad Abdul Qayum" userId="6f99b717-c1e2-49a4-bfbb-35fff60aea46" providerId="ADAL" clId="{F84136B0-B444-4051-A6EC-C9B7961F7407}" dt="2025-12-07T18:13:50.519" v="423" actId="1076"/>
        <pc:sldMkLst>
          <pc:docMk/>
          <pc:sldMk cId="1024945090" sldId="283"/>
        </pc:sldMkLst>
        <pc:spChg chg="mod">
          <ac:chgData name="Dr. Muhammad Abdul Qayum" userId="6f99b717-c1e2-49a4-bfbb-35fff60aea46" providerId="ADAL" clId="{F84136B0-B444-4051-A6EC-C9B7961F7407}" dt="2025-12-07T18:12:46.371" v="420"/>
          <ac:spMkLst>
            <pc:docMk/>
            <pc:sldMk cId="1024945090" sldId="283"/>
            <ac:spMk id="2" creationId="{E222AD4A-BDE4-66C6-75F4-8A3F0592FE00}"/>
          </ac:spMkLst>
        </pc:spChg>
        <pc:spChg chg="mod">
          <ac:chgData name="Dr. Muhammad Abdul Qayum" userId="6f99b717-c1e2-49a4-bfbb-35fff60aea46" providerId="ADAL" clId="{F84136B0-B444-4051-A6EC-C9B7961F7407}" dt="2025-12-07T18:13:43.175" v="421" actId="14100"/>
          <ac:spMkLst>
            <pc:docMk/>
            <pc:sldMk cId="1024945090" sldId="283"/>
            <ac:spMk id="3" creationId="{55833251-9EA5-8D64-C653-73DBD19B8401}"/>
          </ac:spMkLst>
        </pc:spChg>
        <pc:picChg chg="add mod">
          <ac:chgData name="Dr. Muhammad Abdul Qayum" userId="6f99b717-c1e2-49a4-bfbb-35fff60aea46" providerId="ADAL" clId="{F84136B0-B444-4051-A6EC-C9B7961F7407}" dt="2025-12-07T18:13:50.519" v="423" actId="1076"/>
          <ac:picMkLst>
            <pc:docMk/>
            <pc:sldMk cId="1024945090" sldId="283"/>
            <ac:picMk id="5" creationId="{D0685D6C-6D2A-14EA-05F9-9648FD5B81CE}"/>
          </ac:picMkLst>
        </pc:picChg>
      </pc:sldChg>
      <pc:sldChg chg="addSp delSp modSp add mod">
        <pc:chgData name="Dr. Muhammad Abdul Qayum" userId="6f99b717-c1e2-49a4-bfbb-35fff60aea46" providerId="ADAL" clId="{F84136B0-B444-4051-A6EC-C9B7961F7407}" dt="2025-12-07T18:16:37.654" v="440" actId="14100"/>
        <pc:sldMkLst>
          <pc:docMk/>
          <pc:sldMk cId="2078172011" sldId="284"/>
        </pc:sldMkLst>
        <pc:picChg chg="add mod">
          <ac:chgData name="Dr. Muhammad Abdul Qayum" userId="6f99b717-c1e2-49a4-bfbb-35fff60aea46" providerId="ADAL" clId="{F84136B0-B444-4051-A6EC-C9B7961F7407}" dt="2025-12-07T18:16:25.089" v="438" actId="1076"/>
          <ac:picMkLst>
            <pc:docMk/>
            <pc:sldMk cId="2078172011" sldId="284"/>
            <ac:picMk id="6" creationId="{E94E7DC5-A417-6C6E-3A40-1728779D0CD3}"/>
          </ac:picMkLst>
        </pc:picChg>
        <pc:picChg chg="add mod">
          <ac:chgData name="Dr. Muhammad Abdul Qayum" userId="6f99b717-c1e2-49a4-bfbb-35fff60aea46" providerId="ADAL" clId="{F84136B0-B444-4051-A6EC-C9B7961F7407}" dt="2025-12-07T18:16:31.227" v="439" actId="1076"/>
          <ac:picMkLst>
            <pc:docMk/>
            <pc:sldMk cId="2078172011" sldId="284"/>
            <ac:picMk id="8" creationId="{E70F6D11-063E-AF1C-86E2-F25F8FE7D219}"/>
          </ac:picMkLst>
        </pc:picChg>
        <pc:picChg chg="add mod">
          <ac:chgData name="Dr. Muhammad Abdul Qayum" userId="6f99b717-c1e2-49a4-bfbb-35fff60aea46" providerId="ADAL" clId="{F84136B0-B444-4051-A6EC-C9B7961F7407}" dt="2025-12-07T18:16:37.654" v="440" actId="14100"/>
          <ac:picMkLst>
            <pc:docMk/>
            <pc:sldMk cId="2078172011" sldId="284"/>
            <ac:picMk id="10" creationId="{09B342AB-6555-C004-AB4B-21F014FA78CB}"/>
          </ac:picMkLst>
        </pc:picChg>
      </pc:sldChg>
      <pc:sldChg chg="modSp new mod">
        <pc:chgData name="Dr. Muhammad Abdul Qayum" userId="6f99b717-c1e2-49a4-bfbb-35fff60aea46" providerId="ADAL" clId="{F84136B0-B444-4051-A6EC-C9B7961F7407}" dt="2025-12-07T18:29:01.581" v="452" actId="113"/>
        <pc:sldMkLst>
          <pc:docMk/>
          <pc:sldMk cId="3082479704" sldId="285"/>
        </pc:sldMkLst>
        <pc:spChg chg="mod">
          <ac:chgData name="Dr. Muhammad Abdul Qayum" userId="6f99b717-c1e2-49a4-bfbb-35fff60aea46" providerId="ADAL" clId="{F84136B0-B444-4051-A6EC-C9B7961F7407}" dt="2025-12-07T18:19:24.271" v="442"/>
          <ac:spMkLst>
            <pc:docMk/>
            <pc:sldMk cId="3082479704" sldId="285"/>
            <ac:spMk id="2" creationId="{B0BA0F59-5DED-7FB1-79AA-ECE07F579E9F}"/>
          </ac:spMkLst>
        </pc:spChg>
        <pc:spChg chg="mod">
          <ac:chgData name="Dr. Muhammad Abdul Qayum" userId="6f99b717-c1e2-49a4-bfbb-35fff60aea46" providerId="ADAL" clId="{F84136B0-B444-4051-A6EC-C9B7961F7407}" dt="2025-12-07T18:29:01.581" v="452" actId="113"/>
          <ac:spMkLst>
            <pc:docMk/>
            <pc:sldMk cId="3082479704" sldId="285"/>
            <ac:spMk id="3" creationId="{C6FA92F7-13AF-8070-DD04-F7DDFE513C05}"/>
          </ac:spMkLst>
        </pc:spChg>
      </pc:sldChg>
      <pc:sldChg chg="addSp delSp modSp new mod">
        <pc:chgData name="Dr. Muhammad Abdul Qayum" userId="6f99b717-c1e2-49a4-bfbb-35fff60aea46" providerId="ADAL" clId="{F84136B0-B444-4051-A6EC-C9B7961F7407}" dt="2025-12-11T04:22:25.652" v="682" actId="1076"/>
        <pc:sldMkLst>
          <pc:docMk/>
          <pc:sldMk cId="3308061202" sldId="286"/>
        </pc:sldMkLst>
        <pc:spChg chg="mod">
          <ac:chgData name="Dr. Muhammad Abdul Qayum" userId="6f99b717-c1e2-49a4-bfbb-35fff60aea46" providerId="ADAL" clId="{F84136B0-B444-4051-A6EC-C9B7961F7407}" dt="2025-12-11T04:22:10.109" v="678" actId="14100"/>
          <ac:spMkLst>
            <pc:docMk/>
            <pc:sldMk cId="3308061202" sldId="286"/>
            <ac:spMk id="2" creationId="{2BE07B72-43EA-F157-359E-4AD68EB37DFA}"/>
          </ac:spMkLst>
        </pc:spChg>
        <pc:picChg chg="add mod ord">
          <ac:chgData name="Dr. Muhammad Abdul Qayum" userId="6f99b717-c1e2-49a4-bfbb-35fff60aea46" providerId="ADAL" clId="{F84136B0-B444-4051-A6EC-C9B7961F7407}" dt="2025-12-11T04:22:15.540" v="680" actId="1076"/>
          <ac:picMkLst>
            <pc:docMk/>
            <pc:sldMk cId="3308061202" sldId="286"/>
            <ac:picMk id="5" creationId="{7F45EC29-B6AD-5EF7-D6CF-A4219657C909}"/>
          </ac:picMkLst>
        </pc:picChg>
        <pc:picChg chg="add mod">
          <ac:chgData name="Dr. Muhammad Abdul Qayum" userId="6f99b717-c1e2-49a4-bfbb-35fff60aea46" providerId="ADAL" clId="{F84136B0-B444-4051-A6EC-C9B7961F7407}" dt="2025-12-11T04:22:25.652" v="682" actId="1076"/>
          <ac:picMkLst>
            <pc:docMk/>
            <pc:sldMk cId="3308061202" sldId="286"/>
            <ac:picMk id="7" creationId="{C3758CCD-CA61-0DE4-5E8E-6FC30477D7A1}"/>
          </ac:picMkLst>
        </pc:picChg>
      </pc:sldChg>
      <pc:sldChg chg="addSp delSp modSp new mod">
        <pc:chgData name="Dr. Muhammad Abdul Qayum" userId="6f99b717-c1e2-49a4-bfbb-35fff60aea46" providerId="ADAL" clId="{F84136B0-B444-4051-A6EC-C9B7961F7407}" dt="2025-12-11T04:22:44.456" v="685" actId="14100"/>
        <pc:sldMkLst>
          <pc:docMk/>
          <pc:sldMk cId="470679355" sldId="287"/>
        </pc:sldMkLst>
        <pc:spChg chg="mod">
          <ac:chgData name="Dr. Muhammad Abdul Qayum" userId="6f99b717-c1e2-49a4-bfbb-35fff60aea46" providerId="ADAL" clId="{F84136B0-B444-4051-A6EC-C9B7961F7407}" dt="2025-12-11T04:22:44.456" v="685" actId="14100"/>
          <ac:spMkLst>
            <pc:docMk/>
            <pc:sldMk cId="470679355" sldId="287"/>
            <ac:spMk id="2" creationId="{E346756A-C31A-46DD-3A31-50D3789527CE}"/>
          </ac:spMkLst>
        </pc:spChg>
        <pc:picChg chg="add mod ord">
          <ac:chgData name="Dr. Muhammad Abdul Qayum" userId="6f99b717-c1e2-49a4-bfbb-35fff60aea46" providerId="ADAL" clId="{F84136B0-B444-4051-A6EC-C9B7961F7407}" dt="2025-12-11T04:22:41.124" v="684" actId="1076"/>
          <ac:picMkLst>
            <pc:docMk/>
            <pc:sldMk cId="470679355" sldId="287"/>
            <ac:picMk id="5" creationId="{07F68E75-99D3-64B3-4F9B-39B020F8B85B}"/>
          </ac:picMkLst>
        </pc:picChg>
      </pc:sldChg>
      <pc:sldChg chg="addSp modSp new mod">
        <pc:chgData name="Dr. Muhammad Abdul Qayum" userId="6f99b717-c1e2-49a4-bfbb-35fff60aea46" providerId="ADAL" clId="{F84136B0-B444-4051-A6EC-C9B7961F7407}" dt="2025-12-11T04:23:14.756" v="690" actId="1076"/>
        <pc:sldMkLst>
          <pc:docMk/>
          <pc:sldMk cId="2776113693" sldId="288"/>
        </pc:sldMkLst>
        <pc:spChg chg="mod">
          <ac:chgData name="Dr. Muhammad Abdul Qayum" userId="6f99b717-c1e2-49a4-bfbb-35fff60aea46" providerId="ADAL" clId="{F84136B0-B444-4051-A6EC-C9B7961F7407}" dt="2025-12-07T18:32:36.327" v="461" actId="14100"/>
          <ac:spMkLst>
            <pc:docMk/>
            <pc:sldMk cId="2776113693" sldId="288"/>
            <ac:spMk id="3" creationId="{1AAF27DB-671F-B391-35FA-66BCBE1D88B3}"/>
          </ac:spMkLst>
        </pc:spChg>
        <pc:picChg chg="add mod">
          <ac:chgData name="Dr. Muhammad Abdul Qayum" userId="6f99b717-c1e2-49a4-bfbb-35fff60aea46" providerId="ADAL" clId="{F84136B0-B444-4051-A6EC-C9B7961F7407}" dt="2025-12-11T04:23:14.756" v="690" actId="1076"/>
          <ac:picMkLst>
            <pc:docMk/>
            <pc:sldMk cId="2776113693" sldId="288"/>
            <ac:picMk id="5" creationId="{61535131-DA07-7239-551E-EA6C41F69B28}"/>
          </ac:picMkLst>
        </pc:picChg>
      </pc:sldChg>
      <pc:sldChg chg="addSp modSp new mod">
        <pc:chgData name="Dr. Muhammad Abdul Qayum" userId="6f99b717-c1e2-49a4-bfbb-35fff60aea46" providerId="ADAL" clId="{F84136B0-B444-4051-A6EC-C9B7961F7407}" dt="2025-12-07T18:36:26.712" v="469" actId="1076"/>
        <pc:sldMkLst>
          <pc:docMk/>
          <pc:sldMk cId="406571048" sldId="289"/>
        </pc:sldMkLst>
        <pc:spChg chg="mod">
          <ac:chgData name="Dr. Muhammad Abdul Qayum" userId="6f99b717-c1e2-49a4-bfbb-35fff60aea46" providerId="ADAL" clId="{F84136B0-B444-4051-A6EC-C9B7961F7407}" dt="2025-12-07T18:35:26.597" v="465"/>
          <ac:spMkLst>
            <pc:docMk/>
            <pc:sldMk cId="406571048" sldId="289"/>
            <ac:spMk id="2" creationId="{4112EF04-74A8-BED9-1B68-E163F53C5FDE}"/>
          </ac:spMkLst>
        </pc:spChg>
        <pc:spChg chg="mod">
          <ac:chgData name="Dr. Muhammad Abdul Qayum" userId="6f99b717-c1e2-49a4-bfbb-35fff60aea46" providerId="ADAL" clId="{F84136B0-B444-4051-A6EC-C9B7961F7407}" dt="2025-12-07T18:35:54.131" v="466" actId="14100"/>
          <ac:spMkLst>
            <pc:docMk/>
            <pc:sldMk cId="406571048" sldId="289"/>
            <ac:spMk id="3" creationId="{69EC3854-F710-7C17-401A-129E5B0FD19A}"/>
          </ac:spMkLst>
        </pc:spChg>
        <pc:picChg chg="add">
          <ac:chgData name="Dr. Muhammad Abdul Qayum" userId="6f99b717-c1e2-49a4-bfbb-35fff60aea46" providerId="ADAL" clId="{F84136B0-B444-4051-A6EC-C9B7961F7407}" dt="2025-12-07T18:35:55.972" v="467" actId="22"/>
          <ac:picMkLst>
            <pc:docMk/>
            <pc:sldMk cId="406571048" sldId="289"/>
            <ac:picMk id="5" creationId="{23BF5934-F487-8BF9-1862-89C7C8C41000}"/>
          </ac:picMkLst>
        </pc:picChg>
        <pc:picChg chg="add mod">
          <ac:chgData name="Dr. Muhammad Abdul Qayum" userId="6f99b717-c1e2-49a4-bfbb-35fff60aea46" providerId="ADAL" clId="{F84136B0-B444-4051-A6EC-C9B7961F7407}" dt="2025-12-07T18:36:26.712" v="469" actId="1076"/>
          <ac:picMkLst>
            <pc:docMk/>
            <pc:sldMk cId="406571048" sldId="289"/>
            <ac:picMk id="7" creationId="{92714A89-C802-A556-5EB3-9788EE3454E2}"/>
          </ac:picMkLst>
        </pc:picChg>
      </pc:sldChg>
      <pc:sldChg chg="addSp delSp modSp new mod modClrScheme chgLayout">
        <pc:chgData name="Dr. Muhammad Abdul Qayum" userId="6f99b717-c1e2-49a4-bfbb-35fff60aea46" providerId="ADAL" clId="{F84136B0-B444-4051-A6EC-C9B7961F7407}" dt="2025-12-07T18:40:21.485" v="475"/>
        <pc:sldMkLst>
          <pc:docMk/>
          <pc:sldMk cId="3337896056" sldId="290"/>
        </pc:sldMkLst>
        <pc:spChg chg="add mod ord">
          <ac:chgData name="Dr. Muhammad Abdul Qayum" userId="6f99b717-c1e2-49a4-bfbb-35fff60aea46" providerId="ADAL" clId="{F84136B0-B444-4051-A6EC-C9B7961F7407}" dt="2025-12-07T18:40:21.485" v="475"/>
          <ac:spMkLst>
            <pc:docMk/>
            <pc:sldMk cId="3337896056" sldId="290"/>
            <ac:spMk id="4" creationId="{AE72CE1A-98D7-88E3-DEAA-EE1F2FBD32FE}"/>
          </ac:spMkLst>
        </pc:spChg>
        <pc:spChg chg="add mod ord">
          <ac:chgData name="Dr. Muhammad Abdul Qayum" userId="6f99b717-c1e2-49a4-bfbb-35fff60aea46" providerId="ADAL" clId="{F84136B0-B444-4051-A6EC-C9B7961F7407}" dt="2025-12-07T18:40:18.287" v="474" actId="700"/>
          <ac:spMkLst>
            <pc:docMk/>
            <pc:sldMk cId="3337896056" sldId="290"/>
            <ac:spMk id="5" creationId="{10AE8F7D-8EC0-1B77-6A90-2801D63B92DD}"/>
          </ac:spMkLst>
        </pc:spChg>
      </pc:sldChg>
      <pc:sldChg chg="modSp new mod">
        <pc:chgData name="Dr. Muhammad Abdul Qayum" userId="6f99b717-c1e2-49a4-bfbb-35fff60aea46" providerId="ADAL" clId="{F84136B0-B444-4051-A6EC-C9B7961F7407}" dt="2025-12-07T18:42:35.360" v="498"/>
        <pc:sldMkLst>
          <pc:docMk/>
          <pc:sldMk cId="647493069" sldId="291"/>
        </pc:sldMkLst>
        <pc:spChg chg="mod">
          <ac:chgData name="Dr. Muhammad Abdul Qayum" userId="6f99b717-c1e2-49a4-bfbb-35fff60aea46" providerId="ADAL" clId="{F84136B0-B444-4051-A6EC-C9B7961F7407}" dt="2025-12-07T18:42:35.360" v="498"/>
          <ac:spMkLst>
            <pc:docMk/>
            <pc:sldMk cId="647493069" sldId="291"/>
            <ac:spMk id="2" creationId="{8F662C63-7BB7-2427-D545-2854467C37DF}"/>
          </ac:spMkLst>
        </pc:spChg>
        <pc:spChg chg="mod">
          <ac:chgData name="Dr. Muhammad Abdul Qayum" userId="6f99b717-c1e2-49a4-bfbb-35fff60aea46" providerId="ADAL" clId="{F84136B0-B444-4051-A6EC-C9B7961F7407}" dt="2025-12-07T18:42:10.322" v="497" actId="20577"/>
          <ac:spMkLst>
            <pc:docMk/>
            <pc:sldMk cId="647493069" sldId="291"/>
            <ac:spMk id="3" creationId="{BD5EDB3A-7123-93BD-2AE6-CE12F34C8CE4}"/>
          </ac:spMkLst>
        </pc:spChg>
      </pc:sldChg>
      <pc:sldChg chg="modSp new mod">
        <pc:chgData name="Dr. Muhammad Abdul Qayum" userId="6f99b717-c1e2-49a4-bfbb-35fff60aea46" providerId="ADAL" clId="{F84136B0-B444-4051-A6EC-C9B7961F7407}" dt="2025-12-07T18:52:30.399" v="521" actId="14100"/>
        <pc:sldMkLst>
          <pc:docMk/>
          <pc:sldMk cId="567632776" sldId="292"/>
        </pc:sldMkLst>
        <pc:spChg chg="mod">
          <ac:chgData name="Dr. Muhammad Abdul Qayum" userId="6f99b717-c1e2-49a4-bfbb-35fff60aea46" providerId="ADAL" clId="{F84136B0-B444-4051-A6EC-C9B7961F7407}" dt="2025-12-07T18:48:56.673" v="500"/>
          <ac:spMkLst>
            <pc:docMk/>
            <pc:sldMk cId="567632776" sldId="292"/>
            <ac:spMk id="2" creationId="{422E35B3-F386-85F9-3408-80B2D2CD67B0}"/>
          </ac:spMkLst>
        </pc:spChg>
        <pc:spChg chg="mod">
          <ac:chgData name="Dr. Muhammad Abdul Qayum" userId="6f99b717-c1e2-49a4-bfbb-35fff60aea46" providerId="ADAL" clId="{F84136B0-B444-4051-A6EC-C9B7961F7407}" dt="2025-12-07T18:52:30.399" v="521" actId="14100"/>
          <ac:spMkLst>
            <pc:docMk/>
            <pc:sldMk cId="567632776" sldId="292"/>
            <ac:spMk id="3" creationId="{D9635B72-AEBB-A6B5-F8CE-1AC7EF5ED3AD}"/>
          </ac:spMkLst>
        </pc:spChg>
      </pc:sldChg>
      <pc:sldChg chg="addSp modSp new mod">
        <pc:chgData name="Dr. Muhammad Abdul Qayum" userId="6f99b717-c1e2-49a4-bfbb-35fff60aea46" providerId="ADAL" clId="{F84136B0-B444-4051-A6EC-C9B7961F7407}" dt="2025-12-07T18:53:50.953" v="525" actId="1076"/>
        <pc:sldMkLst>
          <pc:docMk/>
          <pc:sldMk cId="2934845513" sldId="293"/>
        </pc:sldMkLst>
        <pc:spChg chg="mod">
          <ac:chgData name="Dr. Muhammad Abdul Qayum" userId="6f99b717-c1e2-49a4-bfbb-35fff60aea46" providerId="ADAL" clId="{F84136B0-B444-4051-A6EC-C9B7961F7407}" dt="2025-12-07T18:53:32.574" v="523" actId="14100"/>
          <ac:spMkLst>
            <pc:docMk/>
            <pc:sldMk cId="2934845513" sldId="293"/>
            <ac:spMk id="3" creationId="{ED13E05D-3979-D4C0-0482-46F86B8279C4}"/>
          </ac:spMkLst>
        </pc:spChg>
        <pc:picChg chg="add mod">
          <ac:chgData name="Dr. Muhammad Abdul Qayum" userId="6f99b717-c1e2-49a4-bfbb-35fff60aea46" providerId="ADAL" clId="{F84136B0-B444-4051-A6EC-C9B7961F7407}" dt="2025-12-07T18:53:50.953" v="525" actId="1076"/>
          <ac:picMkLst>
            <pc:docMk/>
            <pc:sldMk cId="2934845513" sldId="293"/>
            <ac:picMk id="5" creationId="{960905A7-7259-2E41-021A-7E7ECD39575E}"/>
          </ac:picMkLst>
        </pc:picChg>
      </pc:sldChg>
      <pc:sldChg chg="modSp new mod modShow">
        <pc:chgData name="Dr. Muhammad Abdul Qayum" userId="6f99b717-c1e2-49a4-bfbb-35fff60aea46" providerId="ADAL" clId="{F84136B0-B444-4051-A6EC-C9B7961F7407}" dt="2025-12-11T07:33:18.009" v="706" actId="729"/>
        <pc:sldMkLst>
          <pc:docMk/>
          <pc:sldMk cId="2330044884" sldId="294"/>
        </pc:sldMkLst>
        <pc:spChg chg="mod">
          <ac:chgData name="Dr. Muhammad Abdul Qayum" userId="6f99b717-c1e2-49a4-bfbb-35fff60aea46" providerId="ADAL" clId="{F84136B0-B444-4051-A6EC-C9B7961F7407}" dt="2025-12-11T07:12:50.073" v="703" actId="27636"/>
          <ac:spMkLst>
            <pc:docMk/>
            <pc:sldMk cId="2330044884" sldId="294"/>
            <ac:spMk id="3" creationId="{D487A736-D60C-F6BE-EA44-8BD12FF63CA9}"/>
          </ac:spMkLst>
        </pc:spChg>
      </pc:sldChg>
      <pc:sldChg chg="modSp new mod">
        <pc:chgData name="Dr. Muhammad Abdul Qayum" userId="6f99b717-c1e2-49a4-bfbb-35fff60aea46" providerId="ADAL" clId="{F84136B0-B444-4051-A6EC-C9B7961F7407}" dt="2025-12-11T07:37:07.511" v="718" actId="6549"/>
        <pc:sldMkLst>
          <pc:docMk/>
          <pc:sldMk cId="549613979" sldId="295"/>
        </pc:sldMkLst>
        <pc:spChg chg="mod">
          <ac:chgData name="Dr. Muhammad Abdul Qayum" userId="6f99b717-c1e2-49a4-bfbb-35fff60aea46" providerId="ADAL" clId="{F84136B0-B444-4051-A6EC-C9B7961F7407}" dt="2025-12-11T07:33:58.262" v="707"/>
          <ac:spMkLst>
            <pc:docMk/>
            <pc:sldMk cId="549613979" sldId="295"/>
            <ac:spMk id="2" creationId="{E5F779A5-8D7E-EEF4-DC11-3C277D23E2CE}"/>
          </ac:spMkLst>
        </pc:spChg>
        <pc:spChg chg="mod">
          <ac:chgData name="Dr. Muhammad Abdul Qayum" userId="6f99b717-c1e2-49a4-bfbb-35fff60aea46" providerId="ADAL" clId="{F84136B0-B444-4051-A6EC-C9B7961F7407}" dt="2025-12-11T07:37:07.511" v="718" actId="6549"/>
          <ac:spMkLst>
            <pc:docMk/>
            <pc:sldMk cId="549613979" sldId="295"/>
            <ac:spMk id="3" creationId="{19AC6A1D-09E1-B121-E32A-505EEF64A58C}"/>
          </ac:spMkLst>
        </pc:spChg>
      </pc:sldChg>
      <pc:sldChg chg="modSp new mod">
        <pc:chgData name="Dr. Muhammad Abdul Qayum" userId="6f99b717-c1e2-49a4-bfbb-35fff60aea46" providerId="ADAL" clId="{F84136B0-B444-4051-A6EC-C9B7961F7407}" dt="2025-12-11T07:36:32.243" v="711"/>
        <pc:sldMkLst>
          <pc:docMk/>
          <pc:sldMk cId="1655871545" sldId="296"/>
        </pc:sldMkLst>
        <pc:spChg chg="mod">
          <ac:chgData name="Dr. Muhammad Abdul Qayum" userId="6f99b717-c1e2-49a4-bfbb-35fff60aea46" providerId="ADAL" clId="{F84136B0-B444-4051-A6EC-C9B7961F7407}" dt="2025-12-11T07:36:12.086" v="710"/>
          <ac:spMkLst>
            <pc:docMk/>
            <pc:sldMk cId="1655871545" sldId="296"/>
            <ac:spMk id="2" creationId="{05391B55-D304-DF80-D696-42A72B89865F}"/>
          </ac:spMkLst>
        </pc:spChg>
        <pc:spChg chg="mod">
          <ac:chgData name="Dr. Muhammad Abdul Qayum" userId="6f99b717-c1e2-49a4-bfbb-35fff60aea46" providerId="ADAL" clId="{F84136B0-B444-4051-A6EC-C9B7961F7407}" dt="2025-12-11T07:36:32.243" v="711"/>
          <ac:spMkLst>
            <pc:docMk/>
            <pc:sldMk cId="1655871545" sldId="296"/>
            <ac:spMk id="3" creationId="{45A70986-FCFB-61B0-C2CF-B76C68226DAA}"/>
          </ac:spMkLst>
        </pc:spChg>
      </pc:sldChg>
      <pc:sldChg chg="modSp new mod">
        <pc:chgData name="Dr. Muhammad Abdul Qayum" userId="6f99b717-c1e2-49a4-bfbb-35fff60aea46" providerId="ADAL" clId="{F84136B0-B444-4051-A6EC-C9B7961F7407}" dt="2025-12-11T07:55:22.681" v="722" actId="27636"/>
        <pc:sldMkLst>
          <pc:docMk/>
          <pc:sldMk cId="251650663" sldId="297"/>
        </pc:sldMkLst>
        <pc:spChg chg="mod">
          <ac:chgData name="Dr. Muhammad Abdul Qayum" userId="6f99b717-c1e2-49a4-bfbb-35fff60aea46" providerId="ADAL" clId="{F84136B0-B444-4051-A6EC-C9B7961F7407}" dt="2025-12-11T07:53:55.519" v="720"/>
          <ac:spMkLst>
            <pc:docMk/>
            <pc:sldMk cId="251650663" sldId="297"/>
            <ac:spMk id="2" creationId="{584C5E96-4602-7901-2404-616C094031CF}"/>
          </ac:spMkLst>
        </pc:spChg>
        <pc:spChg chg="mod">
          <ac:chgData name="Dr. Muhammad Abdul Qayum" userId="6f99b717-c1e2-49a4-bfbb-35fff60aea46" providerId="ADAL" clId="{F84136B0-B444-4051-A6EC-C9B7961F7407}" dt="2025-12-11T07:55:22.681" v="722" actId="27636"/>
          <ac:spMkLst>
            <pc:docMk/>
            <pc:sldMk cId="251650663" sldId="297"/>
            <ac:spMk id="3" creationId="{6240DFE9-6B9F-5194-CD46-4AD0BE233634}"/>
          </ac:spMkLst>
        </pc:spChg>
      </pc:sldChg>
      <pc:sldChg chg="modSp new mod modNotesTx">
        <pc:chgData name="Dr. Muhammad Abdul Qayum" userId="6f99b717-c1e2-49a4-bfbb-35fff60aea46" providerId="ADAL" clId="{F84136B0-B444-4051-A6EC-C9B7961F7407}" dt="2025-12-11T12:37:48.013" v="729" actId="20577"/>
        <pc:sldMkLst>
          <pc:docMk/>
          <pc:sldMk cId="1010742063" sldId="298"/>
        </pc:sldMkLst>
        <pc:spChg chg="mod">
          <ac:chgData name="Dr. Muhammad Abdul Qayum" userId="6f99b717-c1e2-49a4-bfbb-35fff60aea46" providerId="ADAL" clId="{F84136B0-B444-4051-A6EC-C9B7961F7407}" dt="2025-12-11T07:55:45.709" v="724"/>
          <ac:spMkLst>
            <pc:docMk/>
            <pc:sldMk cId="1010742063" sldId="298"/>
            <ac:spMk id="2" creationId="{3C2CF889-FBEE-2211-ABA4-43578C7D6219}"/>
          </ac:spMkLst>
        </pc:spChg>
        <pc:spChg chg="mod">
          <ac:chgData name="Dr. Muhammad Abdul Qayum" userId="6f99b717-c1e2-49a4-bfbb-35fff60aea46" providerId="ADAL" clId="{F84136B0-B444-4051-A6EC-C9B7961F7407}" dt="2025-12-11T12:37:48.013" v="729" actId="20577"/>
          <ac:spMkLst>
            <pc:docMk/>
            <pc:sldMk cId="1010742063" sldId="298"/>
            <ac:spMk id="3" creationId="{C02526CF-F562-7B3C-0ABF-73CD47327096}"/>
          </ac:spMkLst>
        </pc:spChg>
      </pc:sldChg>
      <pc:sldChg chg="addSp delSp modSp new mod">
        <pc:chgData name="Dr. Muhammad Abdul Qayum" userId="6f99b717-c1e2-49a4-bfbb-35fff60aea46" providerId="ADAL" clId="{F84136B0-B444-4051-A6EC-C9B7961F7407}" dt="2025-12-11T12:38:59.893" v="735" actId="14100"/>
        <pc:sldMkLst>
          <pc:docMk/>
          <pc:sldMk cId="491357635" sldId="299"/>
        </pc:sldMkLst>
        <pc:picChg chg="add mod ord">
          <ac:chgData name="Dr. Muhammad Abdul Qayum" userId="6f99b717-c1e2-49a4-bfbb-35fff60aea46" providerId="ADAL" clId="{F84136B0-B444-4051-A6EC-C9B7961F7407}" dt="2025-12-11T12:38:59.893" v="735" actId="14100"/>
          <ac:picMkLst>
            <pc:docMk/>
            <pc:sldMk cId="491357635" sldId="299"/>
            <ac:picMk id="5" creationId="{17890C82-5A63-361E-698C-E096D2FAAE1D}"/>
          </ac:picMkLst>
        </pc:picChg>
      </pc:sldChg>
      <pc:sldChg chg="addSp modSp new mod">
        <pc:chgData name="Dr. Muhammad Abdul Qayum" userId="6f99b717-c1e2-49a4-bfbb-35fff60aea46" providerId="ADAL" clId="{F84136B0-B444-4051-A6EC-C9B7961F7407}" dt="2025-12-14T10:14:16.339" v="827" actId="1076"/>
        <pc:sldMkLst>
          <pc:docMk/>
          <pc:sldMk cId="3537794240" sldId="300"/>
        </pc:sldMkLst>
        <pc:spChg chg="mod">
          <ac:chgData name="Dr. Muhammad Abdul Qayum" userId="6f99b717-c1e2-49a4-bfbb-35fff60aea46" providerId="ADAL" clId="{F84136B0-B444-4051-A6EC-C9B7961F7407}" dt="2025-12-14T10:14:00.853" v="824"/>
          <ac:spMkLst>
            <pc:docMk/>
            <pc:sldMk cId="3537794240" sldId="300"/>
            <ac:spMk id="3" creationId="{B1F9C104-A8B1-9DE3-6EB9-CDCB597234BA}"/>
          </ac:spMkLst>
        </pc:spChg>
        <pc:spChg chg="add mod">
          <ac:chgData name="Dr. Muhammad Abdul Qayum" userId="6f99b717-c1e2-49a4-bfbb-35fff60aea46" providerId="ADAL" clId="{F84136B0-B444-4051-A6EC-C9B7961F7407}" dt="2025-12-14T10:14:16.339" v="827" actId="1076"/>
          <ac:spMkLst>
            <pc:docMk/>
            <pc:sldMk cId="3537794240" sldId="300"/>
            <ac:spMk id="6" creationId="{11AF1F22-BF17-1473-F206-416AF9752470}"/>
          </ac:spMkLst>
        </pc:spChg>
        <pc:picChg chg="add mod">
          <ac:chgData name="Dr. Muhammad Abdul Qayum" userId="6f99b717-c1e2-49a4-bfbb-35fff60aea46" providerId="ADAL" clId="{F84136B0-B444-4051-A6EC-C9B7961F7407}" dt="2025-12-11T12:41:38.270" v="742" actId="1076"/>
          <ac:picMkLst>
            <pc:docMk/>
            <pc:sldMk cId="3537794240" sldId="300"/>
            <ac:picMk id="5" creationId="{0135733B-C239-356F-0DFC-2AA9761AD643}"/>
          </ac:picMkLst>
        </pc:picChg>
      </pc:sldChg>
      <pc:sldChg chg="addSp modSp new mod">
        <pc:chgData name="Dr. Muhammad Abdul Qayum" userId="6f99b717-c1e2-49a4-bfbb-35fff60aea46" providerId="ADAL" clId="{F84136B0-B444-4051-A6EC-C9B7961F7407}" dt="2025-12-14T10:09:18.086" v="822" actId="1076"/>
        <pc:sldMkLst>
          <pc:docMk/>
          <pc:sldMk cId="244072965" sldId="301"/>
        </pc:sldMkLst>
        <pc:spChg chg="mod">
          <ac:chgData name="Dr. Muhammad Abdul Qayum" userId="6f99b717-c1e2-49a4-bfbb-35fff60aea46" providerId="ADAL" clId="{F84136B0-B444-4051-A6EC-C9B7961F7407}" dt="2025-12-11T12:44:20.618" v="759" actId="1076"/>
          <ac:spMkLst>
            <pc:docMk/>
            <pc:sldMk cId="244072965" sldId="301"/>
            <ac:spMk id="3" creationId="{850D9ADD-BE7D-932A-5DF1-CAF67901EA69}"/>
          </ac:spMkLst>
        </pc:spChg>
        <pc:picChg chg="add mod">
          <ac:chgData name="Dr. Muhammad Abdul Qayum" userId="6f99b717-c1e2-49a4-bfbb-35fff60aea46" providerId="ADAL" clId="{F84136B0-B444-4051-A6EC-C9B7961F7407}" dt="2025-12-14T10:09:18.086" v="822" actId="1076"/>
          <ac:picMkLst>
            <pc:docMk/>
            <pc:sldMk cId="244072965" sldId="301"/>
            <ac:picMk id="5" creationId="{CD8F4F76-B67D-C566-BA31-5A116E4D65D9}"/>
          </ac:picMkLst>
        </pc:picChg>
      </pc:sldChg>
      <pc:sldChg chg="modSp new mod">
        <pc:chgData name="Dr. Muhammad Abdul Qayum" userId="6f99b717-c1e2-49a4-bfbb-35fff60aea46" providerId="ADAL" clId="{F84136B0-B444-4051-A6EC-C9B7961F7407}" dt="2025-12-11T16:11:28.158" v="791"/>
        <pc:sldMkLst>
          <pc:docMk/>
          <pc:sldMk cId="859479475" sldId="302"/>
        </pc:sldMkLst>
        <pc:spChg chg="mod">
          <ac:chgData name="Dr. Muhammad Abdul Qayum" userId="6f99b717-c1e2-49a4-bfbb-35fff60aea46" providerId="ADAL" clId="{F84136B0-B444-4051-A6EC-C9B7961F7407}" dt="2025-12-11T16:11:28.158" v="791"/>
          <ac:spMkLst>
            <pc:docMk/>
            <pc:sldMk cId="859479475" sldId="302"/>
            <ac:spMk id="2" creationId="{6EF40ECE-AF6C-B51B-58F3-B04F8545E3DD}"/>
          </ac:spMkLst>
        </pc:spChg>
        <pc:spChg chg="mod">
          <ac:chgData name="Dr. Muhammad Abdul Qayum" userId="6f99b717-c1e2-49a4-bfbb-35fff60aea46" providerId="ADAL" clId="{F84136B0-B444-4051-A6EC-C9B7961F7407}" dt="2025-12-11T16:11:07.102" v="790" actId="27636"/>
          <ac:spMkLst>
            <pc:docMk/>
            <pc:sldMk cId="859479475" sldId="302"/>
            <ac:spMk id="3" creationId="{71459829-EEAA-DE95-A8F3-D0189CCB0606}"/>
          </ac:spMkLst>
        </pc:spChg>
      </pc:sldChg>
      <pc:sldChg chg="addSp delSp modSp new mod modClrScheme chgLayout">
        <pc:chgData name="Dr. Muhammad Abdul Qayum" userId="6f99b717-c1e2-49a4-bfbb-35fff60aea46" providerId="ADAL" clId="{F84136B0-B444-4051-A6EC-C9B7961F7407}" dt="2025-12-11T12:50:31.462" v="788" actId="20577"/>
        <pc:sldMkLst>
          <pc:docMk/>
          <pc:sldMk cId="275320135" sldId="303"/>
        </pc:sldMkLst>
        <pc:spChg chg="add mod ord">
          <ac:chgData name="Dr. Muhammad Abdul Qayum" userId="6f99b717-c1e2-49a4-bfbb-35fff60aea46" providerId="ADAL" clId="{F84136B0-B444-4051-A6EC-C9B7961F7407}" dt="2025-12-11T12:50:31.462" v="788" actId="20577"/>
          <ac:spMkLst>
            <pc:docMk/>
            <pc:sldMk cId="275320135" sldId="303"/>
            <ac:spMk id="4" creationId="{6DD4C2DC-C815-2D37-E2B0-8CA767CE2906}"/>
          </ac:spMkLst>
        </pc:spChg>
        <pc:spChg chg="add mod ord">
          <ac:chgData name="Dr. Muhammad Abdul Qayum" userId="6f99b717-c1e2-49a4-bfbb-35fff60aea46" providerId="ADAL" clId="{F84136B0-B444-4051-A6EC-C9B7961F7407}" dt="2025-12-11T12:50:08.497" v="764" actId="700"/>
          <ac:spMkLst>
            <pc:docMk/>
            <pc:sldMk cId="275320135" sldId="303"/>
            <ac:spMk id="5" creationId="{D2705FE4-D27C-6CA8-8831-B12D239A9B99}"/>
          </ac:spMkLst>
        </pc:spChg>
      </pc:sldChg>
      <pc:sldChg chg="modSp new mod">
        <pc:chgData name="Dr. Muhammad Abdul Qayum" userId="6f99b717-c1e2-49a4-bfbb-35fff60aea46" providerId="ADAL" clId="{F84136B0-B444-4051-A6EC-C9B7961F7407}" dt="2025-12-11T16:12:07.019" v="794" actId="27636"/>
        <pc:sldMkLst>
          <pc:docMk/>
          <pc:sldMk cId="4169837193" sldId="304"/>
        </pc:sldMkLst>
        <pc:spChg chg="mod">
          <ac:chgData name="Dr. Muhammad Abdul Qayum" userId="6f99b717-c1e2-49a4-bfbb-35fff60aea46" providerId="ADAL" clId="{F84136B0-B444-4051-A6EC-C9B7961F7407}" dt="2025-12-11T16:11:51.075" v="792"/>
          <ac:spMkLst>
            <pc:docMk/>
            <pc:sldMk cId="4169837193" sldId="304"/>
            <ac:spMk id="2" creationId="{265219D2-1BAA-AED0-6912-8277A35C92D9}"/>
          </ac:spMkLst>
        </pc:spChg>
        <pc:spChg chg="mod">
          <ac:chgData name="Dr. Muhammad Abdul Qayum" userId="6f99b717-c1e2-49a4-bfbb-35fff60aea46" providerId="ADAL" clId="{F84136B0-B444-4051-A6EC-C9B7961F7407}" dt="2025-12-11T16:12:07.019" v="794" actId="27636"/>
          <ac:spMkLst>
            <pc:docMk/>
            <pc:sldMk cId="4169837193" sldId="304"/>
            <ac:spMk id="3" creationId="{932A7E62-927F-5427-B69D-4FEF25CDD5F9}"/>
          </ac:spMkLst>
        </pc:spChg>
      </pc:sldChg>
      <pc:sldChg chg="modSp new mod">
        <pc:chgData name="Dr. Muhammad Abdul Qayum" userId="6f99b717-c1e2-49a4-bfbb-35fff60aea46" providerId="ADAL" clId="{F84136B0-B444-4051-A6EC-C9B7961F7407}" dt="2025-12-16T02:16:01.585" v="828" actId="113"/>
        <pc:sldMkLst>
          <pc:docMk/>
          <pc:sldMk cId="747418760" sldId="305"/>
        </pc:sldMkLst>
        <pc:spChg chg="mod">
          <ac:chgData name="Dr. Muhammad Abdul Qayum" userId="6f99b717-c1e2-49a4-bfbb-35fff60aea46" providerId="ADAL" clId="{F84136B0-B444-4051-A6EC-C9B7961F7407}" dt="2025-12-11T16:14:04.410" v="796"/>
          <ac:spMkLst>
            <pc:docMk/>
            <pc:sldMk cId="747418760" sldId="305"/>
            <ac:spMk id="2" creationId="{1C216C44-9655-D77C-D618-4439B8B6C790}"/>
          </ac:spMkLst>
        </pc:spChg>
        <pc:spChg chg="mod">
          <ac:chgData name="Dr. Muhammad Abdul Qayum" userId="6f99b717-c1e2-49a4-bfbb-35fff60aea46" providerId="ADAL" clId="{F84136B0-B444-4051-A6EC-C9B7961F7407}" dt="2025-12-16T02:16:01.585" v="828" actId="113"/>
          <ac:spMkLst>
            <pc:docMk/>
            <pc:sldMk cId="747418760" sldId="305"/>
            <ac:spMk id="3" creationId="{2C30A379-09A6-ABFA-993F-745520A6EA23}"/>
          </ac:spMkLst>
        </pc:spChg>
      </pc:sldChg>
      <pc:sldChg chg="addSp modSp new mod modNotesTx">
        <pc:chgData name="Dr. Muhammad Abdul Qayum" userId="6f99b717-c1e2-49a4-bfbb-35fff60aea46" providerId="ADAL" clId="{F84136B0-B444-4051-A6EC-C9B7961F7407}" dt="2025-12-11T16:35:26.494" v="804"/>
        <pc:sldMkLst>
          <pc:docMk/>
          <pc:sldMk cId="1353211324" sldId="306"/>
        </pc:sldMkLst>
        <pc:spChg chg="mod">
          <ac:chgData name="Dr. Muhammad Abdul Qayum" userId="6f99b717-c1e2-49a4-bfbb-35fff60aea46" providerId="ADAL" clId="{F84136B0-B444-4051-A6EC-C9B7961F7407}" dt="2025-12-11T16:35:26.494" v="804"/>
          <ac:spMkLst>
            <pc:docMk/>
            <pc:sldMk cId="1353211324" sldId="306"/>
            <ac:spMk id="2" creationId="{FB73AD99-5C14-3CCD-61B1-953793B60B7A}"/>
          </ac:spMkLst>
        </pc:spChg>
        <pc:picChg chg="add mod">
          <ac:chgData name="Dr. Muhammad Abdul Qayum" userId="6f99b717-c1e2-49a4-bfbb-35fff60aea46" providerId="ADAL" clId="{F84136B0-B444-4051-A6EC-C9B7961F7407}" dt="2025-12-11T16:35:02.694" v="802" actId="1076"/>
          <ac:picMkLst>
            <pc:docMk/>
            <pc:sldMk cId="1353211324" sldId="306"/>
            <ac:picMk id="5" creationId="{D1EB04D2-1A05-F338-FCF7-0AFEE4B86937}"/>
          </ac:picMkLst>
        </pc:picChg>
      </pc:sldChg>
      <pc:sldChg chg="addSp modSp new mod">
        <pc:chgData name="Dr. Muhammad Abdul Qayum" userId="6f99b717-c1e2-49a4-bfbb-35fff60aea46" providerId="ADAL" clId="{F84136B0-B444-4051-A6EC-C9B7961F7407}" dt="2025-12-14T09:46:49.660" v="816" actId="1076"/>
        <pc:sldMkLst>
          <pc:docMk/>
          <pc:sldMk cId="1161939543" sldId="307"/>
        </pc:sldMkLst>
        <pc:spChg chg="mod">
          <ac:chgData name="Dr. Muhammad Abdul Qayum" userId="6f99b717-c1e2-49a4-bfbb-35fff60aea46" providerId="ADAL" clId="{F84136B0-B444-4051-A6EC-C9B7961F7407}" dt="2025-12-14T09:46:19.942" v="814"/>
          <ac:spMkLst>
            <pc:docMk/>
            <pc:sldMk cId="1161939543" sldId="307"/>
            <ac:spMk id="3" creationId="{5078D005-714E-7689-513F-151172DC1B88}"/>
          </ac:spMkLst>
        </pc:spChg>
        <pc:picChg chg="add mod">
          <ac:chgData name="Dr. Muhammad Abdul Qayum" userId="6f99b717-c1e2-49a4-bfbb-35fff60aea46" providerId="ADAL" clId="{F84136B0-B444-4051-A6EC-C9B7961F7407}" dt="2025-12-14T09:46:49.660" v="816" actId="1076"/>
          <ac:picMkLst>
            <pc:docMk/>
            <pc:sldMk cId="1161939543" sldId="307"/>
            <ac:picMk id="5" creationId="{468779B1-42FC-7F96-E712-6D1805F55279}"/>
          </ac:picMkLst>
        </pc:picChg>
      </pc:sldChg>
      <pc:sldChg chg="addSp modSp new mod">
        <pc:chgData name="Dr. Muhammad Abdul Qayum" userId="6f99b717-c1e2-49a4-bfbb-35fff60aea46" providerId="ADAL" clId="{F84136B0-B444-4051-A6EC-C9B7961F7407}" dt="2025-12-14T09:48:01.031" v="819" actId="1076"/>
        <pc:sldMkLst>
          <pc:docMk/>
          <pc:sldMk cId="491320545" sldId="308"/>
        </pc:sldMkLst>
        <pc:picChg chg="add mod">
          <ac:chgData name="Dr. Muhammad Abdul Qayum" userId="6f99b717-c1e2-49a4-bfbb-35fff60aea46" providerId="ADAL" clId="{F84136B0-B444-4051-A6EC-C9B7961F7407}" dt="2025-12-14T09:48:01.031" v="819" actId="1076"/>
          <ac:picMkLst>
            <pc:docMk/>
            <pc:sldMk cId="491320545" sldId="308"/>
            <ac:picMk id="5" creationId="{621607A4-67D6-5ECF-BDD4-B4825EC03A11}"/>
          </ac:picMkLst>
        </pc:picChg>
      </pc:sldChg>
      <pc:sldChg chg="addSp modSp new mod">
        <pc:chgData name="Dr. Muhammad Abdul Qayum" userId="6f99b717-c1e2-49a4-bfbb-35fff60aea46" providerId="ADAL" clId="{F84136B0-B444-4051-A6EC-C9B7961F7407}" dt="2026-01-05T18:40:52.207" v="829" actId="1035"/>
        <pc:sldMkLst>
          <pc:docMk/>
          <pc:sldMk cId="2899742746" sldId="309"/>
        </pc:sldMkLst>
        <pc:picChg chg="add mod">
          <ac:chgData name="Dr. Muhammad Abdul Qayum" userId="6f99b717-c1e2-49a4-bfbb-35fff60aea46" providerId="ADAL" clId="{F84136B0-B444-4051-A6EC-C9B7961F7407}" dt="2026-01-05T18:40:52.207" v="829" actId="1035"/>
          <ac:picMkLst>
            <pc:docMk/>
            <pc:sldMk cId="2899742746" sldId="309"/>
            <ac:picMk id="5" creationId="{34ACF678-E20C-4BFC-66BA-635F7FE27C7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19:26:11.088"/>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1 0 0,'5946'0'0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7T15:52:33.525"/>
    </inkml:context>
    <inkml:brush xml:id="br0">
      <inkml:brushProperty name="width" value="0.1" units="cm"/>
      <inkml:brushProperty name="height" value="0.1" units="cm"/>
      <inkml:brushProperty name="color" value="#E71224"/>
    </inkml:brush>
  </inkml:definitions>
  <inkml:trace contextRef="#ctx0" brushRef="#br0">1 1 24367,'5636'-1'0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7T15:52:44.026"/>
    </inkml:context>
    <inkml:brush xml:id="br0">
      <inkml:brushProperty name="width" value="0.1" units="cm"/>
      <inkml:brushProperty name="height" value="0.1" units="cm"/>
      <inkml:brushProperty name="color" value="#E71224"/>
    </inkml:brush>
  </inkml:definitions>
  <inkml:trace contextRef="#ctx0" brushRef="#br0">1 5 24228,'9600'0'0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7T15:52:48.026"/>
    </inkml:context>
    <inkml:brush xml:id="br0">
      <inkml:brushProperty name="width" value="0.1" units="cm"/>
      <inkml:brushProperty name="height" value="0.1" units="cm"/>
      <inkml:brushProperty name="color" value="#E71224"/>
    </inkml:brush>
  </inkml:definitions>
  <inkml:trace contextRef="#ctx0" brushRef="#br0">1 59 24267,'6351'-58'0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D7204-B14D-4D76-9158-A7C6D50F6125}" type="datetimeFigureOut">
              <a:rPr lang="en-PK" smtClean="0"/>
              <a:t>05/01/2026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E9970-26D7-4AA0-BC32-442563B7DF35}" type="slidenum">
              <a:rPr lang="en-PK" smtClean="0"/>
              <a:t>‹#›</a:t>
            </a:fld>
            <a:endParaRPr lang="en-PK"/>
          </a:p>
        </p:txBody>
      </p:sp>
    </p:spTree>
    <p:extLst>
      <p:ext uri="{BB962C8B-B14F-4D97-AF65-F5344CB8AC3E}">
        <p14:creationId xmlns:p14="http://schemas.microsoft.com/office/powerpoint/2010/main" val="200058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like telling your </a:t>
            </a:r>
            <a:r>
              <a:rPr lang="en-US" dirty="0" err="1"/>
              <a:t>kids:“If</a:t>
            </a:r>
            <a:r>
              <a:rPr lang="en-US" dirty="0"/>
              <a:t> you bring me water, I’ll drink it </a:t>
            </a:r>
            <a:r>
              <a:rPr lang="en-US" dirty="0" err="1"/>
              <a:t>immediately.”“But</a:t>
            </a:r>
            <a:r>
              <a:rPr lang="en-US" dirty="0"/>
              <a:t> if you bring me homework, I’ll check it first.” 😄</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11</a:t>
            </a:fld>
            <a:endParaRPr lang="en-PK"/>
          </a:p>
        </p:txBody>
      </p:sp>
    </p:spTree>
    <p:extLst>
      <p:ext uri="{BB962C8B-B14F-4D97-AF65-F5344CB8AC3E}">
        <p14:creationId xmlns:p14="http://schemas.microsoft.com/office/powerpoint/2010/main" val="2432134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16</a:t>
            </a:fld>
            <a:endParaRPr lang="en-PK"/>
          </a:p>
        </p:txBody>
      </p:sp>
    </p:spTree>
    <p:extLst>
      <p:ext uri="{BB962C8B-B14F-4D97-AF65-F5344CB8AC3E}">
        <p14:creationId xmlns:p14="http://schemas.microsoft.com/office/powerpoint/2010/main" val="4185881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2600"/>
            <a:r>
              <a:rPr lang="en-US" sz="1200" b="0" i="1" u="none" strike="noStrike" baseline="0" dirty="0">
                <a:solidFill>
                  <a:srgbClr val="9FA0A7"/>
                </a:solidFill>
                <a:latin typeface="Consolas" panose="020B0609020204030204" pitchFamily="49" charset="0"/>
              </a:rPr>
              <a:t># Required imports</a:t>
            </a:r>
            <a:endParaRPr lang="en-US" sz="1200" b="0" i="0" u="none" strike="noStrike" baseline="0" dirty="0">
              <a:solidFill>
                <a:srgbClr val="9FA0A7"/>
              </a:solidFill>
              <a:latin typeface="Consolas" panose="020B0609020204030204" pitchFamily="49" charset="0"/>
            </a:endParaRPr>
          </a:p>
          <a:p>
            <a:pPr marR="2600"/>
            <a:r>
              <a:rPr lang="en-US" sz="1200" b="0" i="0" u="none" strike="noStrike" baseline="0" dirty="0">
                <a:solidFill>
                  <a:srgbClr val="A624A3"/>
                </a:solidFill>
                <a:latin typeface="Consolas" panose="020B0609020204030204" pitchFamily="49" charset="0"/>
              </a:rPr>
              <a:t>from </a:t>
            </a:r>
            <a:r>
              <a:rPr lang="en-US" sz="1200" b="0" i="0" u="none" strike="noStrike" baseline="0" dirty="0" err="1">
                <a:solidFill>
                  <a:srgbClr val="373841"/>
                </a:solidFill>
                <a:latin typeface="Consolas" panose="020B0609020204030204" pitchFamily="49" charset="0"/>
              </a:rPr>
              <a:t>dotenv</a:t>
            </a:r>
            <a:r>
              <a:rPr lang="en-US" sz="1200" b="0" i="0" u="none" strike="noStrike" baseline="0" dirty="0">
                <a:solidFill>
                  <a:srgbClr val="373841"/>
                </a:solidFill>
                <a:latin typeface="Consolas" panose="020B0609020204030204" pitchFamily="49" charset="0"/>
              </a:rPr>
              <a:t> </a:t>
            </a:r>
            <a:r>
              <a:rPr lang="en-US" sz="1200" b="0" i="0" u="none" strike="noStrike" baseline="0" dirty="0">
                <a:solidFill>
                  <a:srgbClr val="A624A3"/>
                </a:solidFill>
                <a:latin typeface="Consolas" panose="020B0609020204030204" pitchFamily="49" charset="0"/>
              </a:rPr>
              <a:t>import </a:t>
            </a:r>
            <a:r>
              <a:rPr lang="en-US" sz="1200" b="0" i="0" u="none" strike="noStrike" baseline="0" dirty="0" err="1">
                <a:solidFill>
                  <a:srgbClr val="373841"/>
                </a:solidFill>
                <a:latin typeface="Consolas" panose="020B0609020204030204" pitchFamily="49" charset="0"/>
              </a:rPr>
              <a:t>load_dotenv</a:t>
            </a:r>
            <a:endParaRPr lang="en-US" sz="1200" b="0" i="0" u="none" strike="noStrike" baseline="0" dirty="0">
              <a:solidFill>
                <a:srgbClr val="373841"/>
              </a:solidFill>
              <a:latin typeface="Consolas" panose="020B0609020204030204" pitchFamily="49" charset="0"/>
            </a:endParaRPr>
          </a:p>
          <a:p>
            <a:pPr marR="2600"/>
            <a:r>
              <a:rPr lang="en-US" sz="1200" b="0" i="0" u="none" strike="noStrike" baseline="0" dirty="0">
                <a:solidFill>
                  <a:srgbClr val="A624A3"/>
                </a:solidFill>
                <a:latin typeface="Consolas" panose="020B0609020204030204" pitchFamily="49" charset="0"/>
              </a:rPr>
              <a:t>from </a:t>
            </a:r>
            <a:r>
              <a:rPr lang="en-US" sz="1200" b="0" i="0" u="none" strike="noStrike" baseline="0" dirty="0">
                <a:solidFill>
                  <a:srgbClr val="373841"/>
                </a:solidFill>
                <a:latin typeface="Consolas" panose="020B0609020204030204" pitchFamily="49" charset="0"/>
              </a:rPr>
              <a:t>agents </a:t>
            </a:r>
            <a:r>
              <a:rPr lang="en-US" sz="1200" b="0" i="0" u="none" strike="noStrike" baseline="0" dirty="0">
                <a:solidFill>
                  <a:srgbClr val="A624A3"/>
                </a:solidFill>
                <a:latin typeface="Consolas" panose="020B0609020204030204" pitchFamily="49" charset="0"/>
              </a:rPr>
              <a:t>import </a:t>
            </a:r>
            <a:r>
              <a:rPr lang="en-US" sz="1200" b="0" i="0" u="none" strike="noStrike" baseline="0" dirty="0">
                <a:solidFill>
                  <a:srgbClr val="373841"/>
                </a:solidFill>
                <a:latin typeface="Consolas" panose="020B0609020204030204" pitchFamily="49" charset="0"/>
              </a:rPr>
              <a:t>Agent, Runner, </a:t>
            </a:r>
            <a:r>
              <a:rPr lang="en-US" sz="1200" b="0" i="0" u="none" strike="noStrike" baseline="0" dirty="0" err="1">
                <a:solidFill>
                  <a:srgbClr val="373841"/>
                </a:solidFill>
                <a:latin typeface="Consolas" panose="020B0609020204030204" pitchFamily="49" charset="0"/>
              </a:rPr>
              <a:t>function_tool</a:t>
            </a:r>
            <a:endParaRPr lang="en-US" sz="1200" b="0" i="0" u="none" strike="noStrike" baseline="0" dirty="0">
              <a:solidFill>
                <a:srgbClr val="373841"/>
              </a:solidFill>
              <a:latin typeface="Consolas" panose="020B0609020204030204" pitchFamily="49" charset="0"/>
            </a:endParaRPr>
          </a:p>
          <a:p>
            <a:pPr marR="2600"/>
            <a:r>
              <a:rPr lang="en-US" sz="1200" b="0" i="1" u="none" strike="noStrike" baseline="0" dirty="0">
                <a:solidFill>
                  <a:srgbClr val="9FA0A7"/>
                </a:solidFill>
                <a:latin typeface="Consolas" panose="020B0609020204030204" pitchFamily="49" charset="0"/>
              </a:rPr>
              <a:t># Load environment variables from the .env file</a:t>
            </a:r>
            <a:endParaRPr lang="en-US" sz="1200" b="0" i="0" u="none" strike="noStrike" baseline="0" dirty="0">
              <a:solidFill>
                <a:srgbClr val="9FA0A7"/>
              </a:solidFill>
              <a:latin typeface="Consolas" panose="020B0609020204030204" pitchFamily="49" charset="0"/>
            </a:endParaRPr>
          </a:p>
          <a:p>
            <a:pPr marR="2600"/>
            <a:r>
              <a:rPr lang="en-US" sz="1200" b="0" i="0" u="none" strike="noStrike" baseline="0" dirty="0" err="1">
                <a:solidFill>
                  <a:srgbClr val="373841"/>
                </a:solidFill>
                <a:latin typeface="Consolas" panose="020B0609020204030204" pitchFamily="49" charset="0"/>
              </a:rPr>
              <a:t>load_dotenv</a:t>
            </a:r>
            <a:r>
              <a:rPr lang="en-US" sz="1200" b="0" i="0" u="none" strike="noStrike" baseline="0" dirty="0">
                <a:solidFill>
                  <a:srgbClr val="373841"/>
                </a:solidFill>
                <a:latin typeface="Consolas" panose="020B0609020204030204" pitchFamily="49" charset="0"/>
              </a:rPr>
              <a:t>()</a:t>
            </a:r>
          </a:p>
          <a:p>
            <a:pPr marR="2600"/>
            <a:r>
              <a:rPr lang="en-US" sz="1200" b="0" i="0" u="none" strike="noStrike" baseline="0" dirty="0">
                <a:solidFill>
                  <a:srgbClr val="3F77F1"/>
                </a:solidFill>
                <a:latin typeface="Consolas" panose="020B0609020204030204" pitchFamily="49" charset="0"/>
              </a:rPr>
              <a:t>@function_tool</a:t>
            </a:r>
          </a:p>
          <a:p>
            <a:pPr marR="2600"/>
            <a:r>
              <a:rPr lang="en-US" sz="1200" b="0" i="0" u="none" strike="noStrike" baseline="0" dirty="0">
                <a:solidFill>
                  <a:srgbClr val="A624A3"/>
                </a:solidFill>
                <a:latin typeface="Consolas" panose="020B0609020204030204" pitchFamily="49" charset="0"/>
              </a:rPr>
              <a:t>def </a:t>
            </a:r>
            <a:r>
              <a:rPr lang="en-US" sz="1200" b="0" i="0" u="none" strike="noStrike" baseline="0" dirty="0" err="1">
                <a:solidFill>
                  <a:srgbClr val="3F77F1"/>
                </a:solidFill>
                <a:latin typeface="Consolas" panose="020B0609020204030204" pitchFamily="49" charset="0"/>
              </a:rPr>
              <a:t>calculate_mortgage</a:t>
            </a:r>
            <a:r>
              <a:rPr lang="en-US" sz="1200" b="0" i="0" u="none" strike="noStrike" baseline="0" dirty="0">
                <a:solidFill>
                  <a:srgbClr val="373841"/>
                </a:solidFill>
                <a:latin typeface="Consolas" panose="020B0609020204030204" pitchFamily="49" charset="0"/>
              </a:rPr>
              <a:t>( </a:t>
            </a:r>
          </a:p>
          <a:p>
            <a:pPr marR="2600"/>
            <a:r>
              <a:rPr lang="en-US" sz="1200" b="0" i="0" u="none" strike="noStrike" baseline="0" dirty="0" err="1">
                <a:solidFill>
                  <a:srgbClr val="373841"/>
                </a:solidFill>
                <a:latin typeface="Consolas" panose="020B0609020204030204" pitchFamily="49" charset="0"/>
              </a:rPr>
              <a:t>principal_amount</a:t>
            </a:r>
            <a:r>
              <a:rPr lang="en-US" sz="1200" b="0" i="0" u="none" strike="noStrike" baseline="0" dirty="0">
                <a:solidFill>
                  <a:srgbClr val="373841"/>
                </a:solidFill>
                <a:latin typeface="Consolas" panose="020B0609020204030204" pitchFamily="49" charset="0"/>
              </a:rPr>
              <a:t>: </a:t>
            </a:r>
            <a:r>
              <a:rPr lang="en-US" sz="1200" b="0" i="0" u="none" strike="noStrike" baseline="0" dirty="0">
                <a:solidFill>
                  <a:srgbClr val="C18400"/>
                </a:solidFill>
                <a:latin typeface="Consolas" panose="020B0609020204030204" pitchFamily="49" charset="0"/>
              </a:rPr>
              <a:t>float</a:t>
            </a:r>
            <a:r>
              <a:rPr lang="en-US" sz="1200" b="0" i="0" u="none" strike="noStrike" baseline="0" dirty="0">
                <a:solidFill>
                  <a:srgbClr val="373841"/>
                </a:solidFill>
                <a:latin typeface="Consolas" panose="020B0609020204030204" pitchFamily="49" charset="0"/>
              </a:rPr>
              <a:t>, </a:t>
            </a:r>
            <a:r>
              <a:rPr lang="en-US" sz="1200" b="0" i="0" u="none" strike="noStrike" baseline="0" dirty="0" err="1">
                <a:solidFill>
                  <a:srgbClr val="373841"/>
                </a:solidFill>
                <a:latin typeface="Consolas" panose="020B0609020204030204" pitchFamily="49" charset="0"/>
              </a:rPr>
              <a:t>annualized_rate</a:t>
            </a:r>
            <a:r>
              <a:rPr lang="en-US" sz="1200" b="0" i="0" u="none" strike="noStrike" baseline="0" dirty="0">
                <a:solidFill>
                  <a:srgbClr val="373841"/>
                </a:solidFill>
                <a:latin typeface="Consolas" panose="020B0609020204030204" pitchFamily="49" charset="0"/>
              </a:rPr>
              <a:t>: </a:t>
            </a:r>
            <a:r>
              <a:rPr lang="en-US" sz="1200" b="0" i="0" u="none" strike="noStrike" baseline="0" dirty="0">
                <a:solidFill>
                  <a:srgbClr val="C18400"/>
                </a:solidFill>
                <a:latin typeface="Consolas" panose="020B0609020204030204" pitchFamily="49" charset="0"/>
              </a:rPr>
              <a:t>float</a:t>
            </a:r>
            <a:r>
              <a:rPr lang="en-US" sz="1200" b="0" i="0" u="none" strike="noStrike" baseline="0" dirty="0">
                <a:solidFill>
                  <a:srgbClr val="373841"/>
                </a:solidFill>
                <a:latin typeface="Consolas" panose="020B0609020204030204" pitchFamily="49" charset="0"/>
              </a:rPr>
              <a:t>, </a:t>
            </a:r>
            <a:r>
              <a:rPr lang="en-US" sz="1200" b="0" i="0" u="none" strike="noStrike" baseline="0" dirty="0" err="1">
                <a:solidFill>
                  <a:srgbClr val="373841"/>
                </a:solidFill>
                <a:latin typeface="Consolas" panose="020B0609020204030204" pitchFamily="49" charset="0"/>
              </a:rPr>
              <a:t>number_of_years</a:t>
            </a:r>
            <a:r>
              <a:rPr lang="en-US" sz="1200" b="0" i="0" u="none" strike="noStrike" baseline="0" dirty="0">
                <a:solidFill>
                  <a:srgbClr val="373841"/>
                </a:solidFill>
                <a:latin typeface="Consolas" panose="020B0609020204030204" pitchFamily="49" charset="0"/>
              </a:rPr>
              <a:t>: </a:t>
            </a:r>
            <a:r>
              <a:rPr lang="en-US" sz="1200" b="0" i="0" u="none" strike="noStrike" baseline="0" dirty="0">
                <a:solidFill>
                  <a:srgbClr val="C18400"/>
                </a:solidFill>
                <a:latin typeface="Consolas" panose="020B0609020204030204" pitchFamily="49" charset="0"/>
              </a:rPr>
              <a:t>int</a:t>
            </a:r>
          </a:p>
          <a:p>
            <a:pPr marR="2600"/>
            <a:r>
              <a:rPr lang="en-US" sz="1200" b="0" i="0" u="none" strike="noStrike" baseline="0" dirty="0">
                <a:solidFill>
                  <a:srgbClr val="373841"/>
                </a:solidFill>
                <a:latin typeface="Consolas" panose="020B0609020204030204" pitchFamily="49" charset="0"/>
              </a:rPr>
              <a:t>) -&gt; </a:t>
            </a:r>
            <a:r>
              <a:rPr lang="en-US" sz="1200" b="0" i="0" u="none" strike="noStrike" baseline="0" dirty="0">
                <a:solidFill>
                  <a:srgbClr val="C18400"/>
                </a:solidFill>
                <a:latin typeface="Consolas" panose="020B0609020204030204" pitchFamily="49" charset="0"/>
              </a:rPr>
              <a:t>str</a:t>
            </a:r>
            <a:r>
              <a:rPr lang="en-US" sz="1200" b="0" i="0" u="none" strike="noStrike" baseline="0" dirty="0">
                <a:solidFill>
                  <a:srgbClr val="373841"/>
                </a:solidFill>
                <a:latin typeface="Consolas" panose="020B0609020204030204" pitchFamily="49" charset="0"/>
              </a:rPr>
              <a:t>: </a:t>
            </a:r>
          </a:p>
          <a:p>
            <a:pPr marR="2600"/>
            <a:r>
              <a:rPr lang="en-PK" sz="1200" b="0" i="0" u="none" strike="noStrike" baseline="0" dirty="0">
                <a:solidFill>
                  <a:srgbClr val="4FA04E"/>
                </a:solidFill>
                <a:latin typeface="Consolas" panose="020B0609020204030204" pitchFamily="49" charset="0"/>
              </a:rPr>
              <a:t>"""</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19</a:t>
            </a:fld>
            <a:endParaRPr lang="en-PK"/>
          </a:p>
        </p:txBody>
      </p:sp>
    </p:spTree>
    <p:extLst>
      <p:ext uri="{BB962C8B-B14F-4D97-AF65-F5344CB8AC3E}">
        <p14:creationId xmlns:p14="http://schemas.microsoft.com/office/powerpoint/2010/main" val="3383262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may want to do this to guarantee deterministic and auditable responses, especially in scenarios where accuracy is critical, such as a mortgage application. It also improves performance by reducing the number of LLM calls in the loop.</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22</a:t>
            </a:fld>
            <a:endParaRPr lang="en-PK"/>
          </a:p>
        </p:txBody>
      </p:sp>
    </p:spTree>
    <p:extLst>
      <p:ext uri="{BB962C8B-B14F-4D97-AF65-F5344CB8AC3E}">
        <p14:creationId xmlns:p14="http://schemas.microsoft.com/office/powerpoint/2010/main" val="3812021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custom tool we will make uses an external API call. APIs are connectors to different programs and resources. The Gmail API enables you to read your emails, send an email, and view calendar invites. The Airbnb API enables you to find Airbnb listings, make a listing, or send a message. APIs are also used to access real-time data, such as customer records, weather information, or cryptocurrency prices.</a:t>
            </a:r>
          </a:p>
          <a:p>
            <a:r>
              <a:rPr lang="en-US" sz="1200" b="0" i="0" u="none" strike="noStrike" kern="1200" baseline="0" dirty="0">
                <a:solidFill>
                  <a:schemeClr val="tx1"/>
                </a:solidFill>
                <a:latin typeface="+mn-lt"/>
                <a:ea typeface="+mn-ea"/>
                <a:cs typeface="+mn-cs"/>
              </a:rPr>
              <a:t>In this example, we will create a tool that will fetch the current price of Bitcoin in USD. Create a new Python script called crypto_pricing_agent.py, with the following code:</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23</a:t>
            </a:fld>
            <a:endParaRPr lang="en-PK"/>
          </a:p>
        </p:txBody>
      </p:sp>
    </p:spTree>
    <p:extLst>
      <p:ext uri="{BB962C8B-B14F-4D97-AF65-F5344CB8AC3E}">
        <p14:creationId xmlns:p14="http://schemas.microsoft.com/office/powerpoint/2010/main" val="1281158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err="1">
                <a:latin typeface="Courier New" panose="02070309020205020404" pitchFamily="49" charset="0"/>
              </a:rPr>
              <a:t>crypto.coin_ids</a:t>
            </a:r>
            <a:endParaRPr lang="en-US" b="1" dirty="0"/>
          </a:p>
          <a:p>
            <a:pPr>
              <a:buFont typeface="Arial" panose="020B0604020202020204" pitchFamily="34" charset="0"/>
              <a:buChar char="•"/>
            </a:pPr>
            <a:r>
              <a:rPr lang="en-US" dirty="0"/>
              <a:t>This is most likely a </a:t>
            </a:r>
            <a:r>
              <a:rPr lang="en-US" b="1" dirty="0"/>
              <a:t>list of coin IDs</a:t>
            </a:r>
            <a:r>
              <a:rPr lang="en-US" dirty="0"/>
              <a:t>, e.g.:</a:t>
            </a:r>
          </a:p>
          <a:p>
            <a:pPr rtl="0">
              <a:buFont typeface="Arial" panose="020B0604020202020204" pitchFamily="34" charset="0"/>
              <a:buChar char="•"/>
            </a:pPr>
            <a:r>
              <a:rPr lang="en-US" dirty="0">
                <a:latin typeface="Courier New" panose="02070309020205020404" pitchFamily="49" charset="0"/>
              </a:rPr>
              <a:t>["</a:t>
            </a:r>
            <a:r>
              <a:rPr lang="en-US" dirty="0" err="1">
                <a:latin typeface="Courier New" panose="02070309020205020404" pitchFamily="49" charset="0"/>
              </a:rPr>
              <a:t>btc</a:t>
            </a:r>
            <a:r>
              <a:rPr lang="en-US" dirty="0">
                <a:latin typeface="Courier New" panose="02070309020205020404" pitchFamily="49" charset="0"/>
              </a:rPr>
              <a:t>", "eth", "doge"]</a:t>
            </a:r>
          </a:p>
          <a:p>
            <a:pPr>
              <a:buNone/>
            </a:pPr>
            <a:r>
              <a:rPr lang="en-US" b="1" dirty="0"/>
              <a:t>2. </a:t>
            </a:r>
            <a:r>
              <a:rPr lang="en-US" b="1" dirty="0">
                <a:latin typeface="Courier New" panose="02070309020205020404" pitchFamily="49" charset="0"/>
              </a:rPr>
              <a:t>.join(...)</a:t>
            </a:r>
            <a:endParaRPr lang="en-US" b="1" dirty="0"/>
          </a:p>
          <a:p>
            <a:pPr>
              <a:buFont typeface="Arial" panose="020B0604020202020204" pitchFamily="34" charset="0"/>
              <a:buChar char="•"/>
            </a:pPr>
            <a:r>
              <a:rPr lang="en-US" dirty="0">
                <a:latin typeface="Courier New" panose="02070309020205020404" pitchFamily="49" charset="0"/>
              </a:rPr>
              <a:t>.join()</a:t>
            </a:r>
            <a:r>
              <a:rPr lang="en-US" dirty="0"/>
              <a:t> is a string method in Python.</a:t>
            </a:r>
          </a:p>
          <a:p>
            <a:pPr>
              <a:buFont typeface="Arial" panose="020B0604020202020204" pitchFamily="34" charset="0"/>
              <a:buChar char="•"/>
            </a:pPr>
            <a:r>
              <a:rPr lang="en-US" dirty="0"/>
              <a:t>It </a:t>
            </a:r>
            <a:r>
              <a:rPr lang="en-US" b="1" dirty="0"/>
              <a:t>combines list items into one string</a:t>
            </a:r>
            <a:r>
              <a:rPr lang="en-US" dirty="0"/>
              <a:t>, placing what’s inside the quotes </a:t>
            </a:r>
            <a:r>
              <a:rPr lang="en-US" b="1" dirty="0"/>
              <a:t>between</a:t>
            </a:r>
            <a:r>
              <a:rPr lang="en-US" dirty="0"/>
              <a:t> each item.</a:t>
            </a:r>
          </a:p>
          <a:p>
            <a:pPr>
              <a:buNone/>
            </a:pPr>
            <a:r>
              <a:rPr lang="en-US" b="1" dirty="0"/>
              <a:t>3. </a:t>
            </a:r>
            <a:r>
              <a:rPr lang="en-US" b="1" dirty="0">
                <a:latin typeface="Courier New" panose="02070309020205020404" pitchFamily="49" charset="0"/>
              </a:rPr>
              <a:t>",".join(...)</a:t>
            </a:r>
            <a:endParaRPr lang="en-US" b="1" dirty="0"/>
          </a:p>
          <a:p>
            <a:pPr>
              <a:buFont typeface="Arial" panose="020B0604020202020204" pitchFamily="34" charset="0"/>
              <a:buChar char="•"/>
            </a:pPr>
            <a:r>
              <a:rPr lang="en-US" dirty="0"/>
              <a:t>This says: </a:t>
            </a:r>
            <a:r>
              <a:rPr lang="en-US" b="1" dirty="0"/>
              <a:t>combine the list elements with a comma between them</a:t>
            </a:r>
            <a:r>
              <a:rPr lang="en-US" dirty="0"/>
              <a:t>.</a:t>
            </a:r>
          </a:p>
          <a:p>
            <a:pPr>
              <a:buNone/>
            </a:pPr>
            <a:r>
              <a:rPr lang="en-US" dirty="0"/>
              <a:t>So if </a:t>
            </a:r>
            <a:r>
              <a:rPr lang="en-US" dirty="0" err="1">
                <a:latin typeface="Courier New" panose="02070309020205020404" pitchFamily="49" charset="0"/>
              </a:rPr>
              <a:t>crypto.coin_ids</a:t>
            </a:r>
            <a:r>
              <a:rPr lang="en-US" dirty="0">
                <a:latin typeface="Courier New" panose="02070309020205020404" pitchFamily="49" charset="0"/>
              </a:rPr>
              <a:t> = ["</a:t>
            </a:r>
            <a:r>
              <a:rPr lang="en-US" dirty="0" err="1">
                <a:latin typeface="Courier New" panose="02070309020205020404" pitchFamily="49" charset="0"/>
              </a:rPr>
              <a:t>btc</a:t>
            </a:r>
            <a:r>
              <a:rPr lang="en-US" dirty="0">
                <a:latin typeface="Courier New" panose="02070309020205020404" pitchFamily="49" charset="0"/>
              </a:rPr>
              <a:t>", "eth", "doge"]</a:t>
            </a:r>
            <a:endParaRPr lang="en-US" dirty="0"/>
          </a:p>
          <a:p>
            <a:pPr>
              <a:buNone/>
            </a:pPr>
            <a:r>
              <a:rPr lang="en-US" dirty="0"/>
              <a:t>Then:</a:t>
            </a:r>
          </a:p>
          <a:p>
            <a:pPr rtl="0">
              <a:buNone/>
            </a:pPr>
            <a:r>
              <a:rPr lang="en-US" dirty="0">
                <a:latin typeface="Courier New" panose="02070309020205020404" pitchFamily="49" charset="0"/>
              </a:rPr>
              <a:t>ids = ",".join(</a:t>
            </a:r>
            <a:r>
              <a:rPr lang="en-US" dirty="0" err="1">
                <a:latin typeface="Courier New" panose="02070309020205020404" pitchFamily="49" charset="0"/>
              </a:rPr>
              <a:t>crypto.coin_ids</a:t>
            </a:r>
            <a:r>
              <a:rPr lang="en-US" dirty="0">
                <a:latin typeface="Courier New" panose="02070309020205020404" pitchFamily="49" charset="0"/>
              </a:rPr>
              <a:t>)</a:t>
            </a:r>
          </a:p>
          <a:p>
            <a:pPr>
              <a:buNone/>
            </a:pPr>
            <a:r>
              <a:rPr lang="en-US" dirty="0"/>
              <a:t>produces:</a:t>
            </a:r>
          </a:p>
          <a:p>
            <a:pPr>
              <a:buNone/>
            </a:pPr>
            <a:r>
              <a:rPr lang="en-US" dirty="0">
                <a:latin typeface="Courier New" panose="02070309020205020404" pitchFamily="49" charset="0"/>
              </a:rPr>
              <a:t>ids = "</a:t>
            </a:r>
            <a:r>
              <a:rPr lang="en-US" dirty="0" err="1">
                <a:latin typeface="Courier New" panose="02070309020205020404" pitchFamily="49" charset="0"/>
              </a:rPr>
              <a:t>btc,eth,doge</a:t>
            </a:r>
            <a:r>
              <a:rPr lang="en-US" dirty="0">
                <a:latin typeface="Courier New" panose="02070309020205020404" pitchFamily="49" charset="0"/>
              </a:rPr>
              <a:t>"</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24</a:t>
            </a:fld>
            <a:endParaRPr lang="en-PK"/>
          </a:p>
        </p:txBody>
      </p:sp>
    </p:spTree>
    <p:extLst>
      <p:ext uri="{BB962C8B-B14F-4D97-AF65-F5344CB8AC3E}">
        <p14:creationId xmlns:p14="http://schemas.microsoft.com/office/powerpoint/2010/main" val="817644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25</a:t>
            </a:fld>
            <a:endParaRPr lang="en-PK"/>
          </a:p>
        </p:txBody>
      </p:sp>
    </p:spTree>
    <p:extLst>
      <p:ext uri="{BB962C8B-B14F-4D97-AF65-F5344CB8AC3E}">
        <p14:creationId xmlns:p14="http://schemas.microsoft.com/office/powerpoint/2010/main" val="501234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29</a:t>
            </a:fld>
            <a:endParaRPr lang="en-PK"/>
          </a:p>
        </p:txBody>
      </p:sp>
    </p:spTree>
    <p:extLst>
      <p:ext uri="{BB962C8B-B14F-4D97-AF65-F5344CB8AC3E}">
        <p14:creationId xmlns:p14="http://schemas.microsoft.com/office/powerpoint/2010/main" val="959281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31</a:t>
            </a:fld>
            <a:endParaRPr lang="en-PK"/>
          </a:p>
        </p:txBody>
      </p:sp>
    </p:spTree>
    <p:extLst>
      <p:ext uri="{BB962C8B-B14F-4D97-AF65-F5344CB8AC3E}">
        <p14:creationId xmlns:p14="http://schemas.microsoft.com/office/powerpoint/2010/main" val="3957080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39</a:t>
            </a:fld>
            <a:endParaRPr lang="en-PK"/>
          </a:p>
        </p:txBody>
      </p:sp>
    </p:spTree>
    <p:extLst>
      <p:ext uri="{BB962C8B-B14F-4D97-AF65-F5344CB8AC3E}">
        <p14:creationId xmlns:p14="http://schemas.microsoft.com/office/powerpoint/2010/main" val="2381812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Meaning of “Intermediate steps do not require tight oversight”</a:t>
            </a:r>
          </a:p>
          <a:p>
            <a:r>
              <a:rPr lang="en-US" dirty="0"/>
              <a:t>It means:</a:t>
            </a:r>
          </a:p>
          <a:p>
            <a:r>
              <a:rPr lang="en-US" dirty="0"/>
              <a:t>You </a:t>
            </a:r>
            <a:r>
              <a:rPr lang="en-US" b="1" dirty="0"/>
              <a:t>don’t need to monitor or control</a:t>
            </a:r>
            <a:r>
              <a:rPr lang="en-US" dirty="0"/>
              <a:t> every small step the agent takes while completing the task.</a:t>
            </a:r>
          </a:p>
          <a:p>
            <a:r>
              <a:rPr lang="en-US" dirty="0"/>
              <a:t>You </a:t>
            </a:r>
            <a:r>
              <a:rPr lang="en-US" b="1" dirty="0"/>
              <a:t>trust the agent</a:t>
            </a:r>
            <a:r>
              <a:rPr lang="en-US" dirty="0"/>
              <a:t> to handle the internal reasoning and actions on its own.</a:t>
            </a:r>
          </a:p>
          <a:p>
            <a:r>
              <a:rPr lang="en-US" dirty="0"/>
              <a:t>You </a:t>
            </a:r>
            <a:r>
              <a:rPr lang="en-US" b="1" dirty="0"/>
              <a:t>don’t need updates</a:t>
            </a:r>
            <a:r>
              <a:rPr lang="en-US" dirty="0"/>
              <a:t> after each step (no partial outputs, no back-and-forth checking).</a:t>
            </a:r>
          </a:p>
          <a:p>
            <a:r>
              <a:rPr lang="en-US" dirty="0"/>
              <a:t>You only care about the </a:t>
            </a:r>
            <a:r>
              <a:rPr lang="en-US" b="1" dirty="0"/>
              <a:t>final result</a:t>
            </a:r>
            <a:r>
              <a:rPr lang="en-US" dirty="0"/>
              <a:t>, not how the agent gets there.</a:t>
            </a:r>
          </a:p>
          <a:p>
            <a:r>
              <a:rPr lang="en-US" b="1" dirty="0"/>
              <a:t>Easy example</a:t>
            </a:r>
          </a:p>
          <a:p>
            <a:r>
              <a:rPr lang="en-US" dirty="0"/>
              <a:t>If you hand off a customer to the Billing Department agent:</a:t>
            </a:r>
          </a:p>
          <a:p>
            <a:r>
              <a:rPr lang="en-US" dirty="0"/>
              <a:t>You don’t need to watch how many checks they run.</a:t>
            </a:r>
          </a:p>
          <a:p>
            <a:r>
              <a:rPr lang="en-US" dirty="0"/>
              <a:t>You don’t need to supervise their decisions step-by-step.</a:t>
            </a:r>
          </a:p>
          <a:p>
            <a:r>
              <a:rPr lang="en-US" dirty="0"/>
              <a:t>You only want the final outcome (e.g., “Refund processed successfully”).</a:t>
            </a:r>
          </a:p>
          <a:p>
            <a:r>
              <a:rPr lang="en-US" dirty="0"/>
              <a:t>So "no tight oversight" means </a:t>
            </a:r>
            <a:r>
              <a:rPr lang="en-US" b="1" dirty="0"/>
              <a:t>you let the agent work independently without micromanaging</a:t>
            </a:r>
            <a:r>
              <a:rPr lang="en-US" dirty="0"/>
              <a:t>.</a:t>
            </a:r>
          </a:p>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40</a:t>
            </a:fld>
            <a:endParaRPr lang="en-PK"/>
          </a:p>
        </p:txBody>
      </p:sp>
    </p:spTree>
    <p:extLst>
      <p:ext uri="{BB962C8B-B14F-4D97-AF65-F5344CB8AC3E}">
        <p14:creationId xmlns:p14="http://schemas.microsoft.com/office/powerpoint/2010/main" val="762581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LocationAgent, whose sole purpose is to retrieve latitude and longitude values for a given city, using </a:t>
            </a:r>
            <a:r>
              <a:rPr lang="en-US" dirty="0" err="1"/>
              <a:t>WebSearchTool</a:t>
            </a:r>
            <a:endParaRPr lang="en-US" dirty="0"/>
          </a:p>
          <a:p>
            <a:r>
              <a:rPr lang="en-US" dirty="0"/>
              <a:t>•</a:t>
            </a:r>
          </a:p>
          <a:p>
            <a:r>
              <a:rPr lang="en-US" dirty="0" err="1"/>
              <a:t>DistanceCalculatorAgent</a:t>
            </a:r>
            <a:r>
              <a:rPr lang="en-US" dirty="0"/>
              <a:t>, which is equipped with </a:t>
            </a:r>
            <a:r>
              <a:rPr lang="en-US" dirty="0" err="1"/>
              <a:t>CodeInterpreterTool</a:t>
            </a:r>
            <a:r>
              <a:rPr lang="en-US" dirty="0"/>
              <a:t>, allowing it to write and execute Python code to compute distances between two coordinate pairs</a:t>
            </a:r>
          </a:p>
          <a:p>
            <a:r>
              <a:rPr lang="en-US" dirty="0"/>
              <a:t>The important part comes when we call .</a:t>
            </a:r>
            <a:r>
              <a:rPr lang="en-US" dirty="0" err="1"/>
              <a:t>as_tool</a:t>
            </a:r>
            <a:r>
              <a:rPr lang="en-US" dirty="0"/>
              <a:t>() on each of these agents. This wraps each agent as a callable tool, assigning it a </a:t>
            </a:r>
            <a:r>
              <a:rPr lang="en-US" dirty="0" err="1"/>
              <a:t>tool_name</a:t>
            </a:r>
            <a:r>
              <a:rPr lang="en-US" dirty="0"/>
              <a:t> argument and </a:t>
            </a:r>
            <a:r>
              <a:rPr lang="en-US" dirty="0" err="1"/>
              <a:t>tool_description</a:t>
            </a:r>
            <a:r>
              <a:rPr lang="en-US" dirty="0"/>
              <a:t> argument so that the orchestrator agent can reason about when and how to call it. These names and descriptions play a key role in the LLM’s ability to select the right worker agent for a given task, so they should be specific and informative.</a:t>
            </a:r>
          </a:p>
          <a:p>
            <a:r>
              <a:rPr lang="en-US" dirty="0"/>
              <a:t>Finally, we create an orchestrator agent. Its instructions guide it to use the worker agent (now wrapped as tools) to complete a larger goal: calculating the distance between two cities. When we run this agent with the input query, What’s the straight-line distance between Toronto and Vancouver?, the system chains the tool calls behind the scenes. First, LocationAgent is invoked twice to fetch coordinates for each city. Then, </a:t>
            </a:r>
            <a:r>
              <a:rPr lang="en-US" dirty="0" err="1"/>
              <a:t>DistanceCalculatorAgent</a:t>
            </a:r>
            <a:r>
              <a:rPr lang="en-US" dirty="0"/>
              <a:t> processes those coordinates to compute the final result.</a:t>
            </a:r>
          </a:p>
          <a:p>
            <a:r>
              <a:rPr lang="en-US" dirty="0"/>
              <a:t>This </a:t>
            </a:r>
            <a:r>
              <a:rPr lang="en-US" dirty="0" err="1"/>
              <a:t>final_output</a:t>
            </a:r>
            <a:r>
              <a:rPr lang="en-US" dirty="0"/>
              <a:t> object contains the correct answer:</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43</a:t>
            </a:fld>
            <a:endParaRPr lang="en-PK"/>
          </a:p>
        </p:txBody>
      </p:sp>
    </p:spTree>
    <p:extLst>
      <p:ext uri="{BB962C8B-B14F-4D97-AF65-F5344CB8AC3E}">
        <p14:creationId xmlns:p14="http://schemas.microsoft.com/office/powerpoint/2010/main" val="778264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46</a:t>
            </a:fld>
            <a:endParaRPr lang="en-PK"/>
          </a:p>
        </p:txBody>
      </p:sp>
    </p:spTree>
    <p:extLst>
      <p:ext uri="{BB962C8B-B14F-4D97-AF65-F5344CB8AC3E}">
        <p14:creationId xmlns:p14="http://schemas.microsoft.com/office/powerpoint/2010/main" val="2961779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48</a:t>
            </a:fld>
            <a:endParaRPr lang="en-PK"/>
          </a:p>
        </p:txBody>
      </p:sp>
    </p:spTree>
    <p:extLst>
      <p:ext uri="{BB962C8B-B14F-4D97-AF65-F5344CB8AC3E}">
        <p14:creationId xmlns:p14="http://schemas.microsoft.com/office/powerpoint/2010/main" val="1063736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50</a:t>
            </a:fld>
            <a:endParaRPr lang="en-PK"/>
          </a:p>
        </p:txBody>
      </p:sp>
    </p:spTree>
    <p:extLst>
      <p:ext uri="{BB962C8B-B14F-4D97-AF65-F5344CB8AC3E}">
        <p14:creationId xmlns:p14="http://schemas.microsoft.com/office/powerpoint/2010/main" val="1267212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URL https://mcp.api.coingecko.com/sse is the Server-Sent Events (SSE) endpoint for the public, keyless </a:t>
            </a:r>
            <a:r>
              <a:rPr lang="en-US" dirty="0" err="1"/>
              <a:t>CoinGecko</a:t>
            </a:r>
            <a:r>
              <a:rPr lang="en-US" dirty="0"/>
              <a:t> MCP Server, which is currently in public beta.</a:t>
            </a:r>
          </a:p>
          <a:p>
            <a:r>
              <a:rPr lang="en-US" dirty="0"/>
              <a:t> This endpoint is designed for first-time users, quick tests, and basic queries, allowing instant connection without registration.</a:t>
            </a:r>
          </a:p>
          <a:p>
            <a:r>
              <a:rPr lang="en-US" dirty="0"/>
              <a:t> It is compatible with most MCP-compatible clients and is recommended for maximum compatibility in configuration examples.</a:t>
            </a:r>
          </a:p>
          <a:p>
            <a:r>
              <a:rPr lang="en-US" dirty="0"/>
              <a:t> The server provides access to real-time market data, </a:t>
            </a:r>
            <a:r>
              <a:rPr lang="en-US" dirty="0" err="1"/>
              <a:t>onchain</a:t>
            </a:r>
            <a:r>
              <a:rPr lang="en-US" dirty="0"/>
              <a:t> analytics, market trends, rich metadata, historical performance, and crypto categories for over 15,000 coins across 1,000+ exchanges.</a:t>
            </a:r>
          </a:p>
          <a:p>
            <a:r>
              <a:rPr lang="en-US" dirty="0"/>
              <a:t> However, it is subject to shared rate limits and is not intended for heavy or production use.</a:t>
            </a:r>
          </a:p>
          <a:p>
            <a:r>
              <a:rPr lang="en-US" dirty="0"/>
              <a:t> For higher rate limits and access to more tools, users are advised to use their </a:t>
            </a:r>
            <a:r>
              <a:rPr lang="en-US" dirty="0" err="1"/>
              <a:t>CoinGecko</a:t>
            </a:r>
            <a:r>
              <a:rPr lang="en-US" dirty="0"/>
              <a:t> API key with the authenticated server at https://mcp.pro-api.coingecko.com/sse</a:t>
            </a:r>
            <a:endParaRPr lang="en-PK" dirty="0"/>
          </a:p>
        </p:txBody>
      </p:sp>
      <p:sp>
        <p:nvSpPr>
          <p:cNvPr id="4" name="Slide Number Placeholder 3"/>
          <p:cNvSpPr>
            <a:spLocks noGrp="1"/>
          </p:cNvSpPr>
          <p:nvPr>
            <p:ph type="sldNum" sz="quarter" idx="5"/>
          </p:nvPr>
        </p:nvSpPr>
        <p:spPr/>
        <p:txBody>
          <a:bodyPr/>
          <a:lstStyle/>
          <a:p>
            <a:fld id="{D08E9970-26D7-4AA0-BC32-442563B7DF35}" type="slidenum">
              <a:rPr lang="en-PK" smtClean="0"/>
              <a:t>51</a:t>
            </a:fld>
            <a:endParaRPr lang="en-PK"/>
          </a:p>
        </p:txBody>
      </p:sp>
    </p:spTree>
    <p:extLst>
      <p:ext uri="{BB962C8B-B14F-4D97-AF65-F5344CB8AC3E}">
        <p14:creationId xmlns:p14="http://schemas.microsoft.com/office/powerpoint/2010/main" val="710535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54807-9DB7-AC36-780B-5108A4E6D9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89DA1752-3708-5579-D5ED-4D9CCE334D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00F6C40-FCF2-408E-BAF0-691122AB7A80}"/>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FBE3CD07-AA53-5AC1-F9E7-24F5F2E1AB8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425339B-EAD5-458B-0AC0-2E462F0C2DED}"/>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4053144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A6BA8-06E4-5819-AD5C-EE12D45F2FF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F243290-2A1B-441D-19B9-8203D9285C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EF41FB2-09F4-C608-4C12-F57203FFCB80}"/>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15692E32-A5B8-A3C9-EBD6-CCB8AA71B29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806BFA1-F717-3752-23F1-C7F2C6BC1106}"/>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3804195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3917-EAB8-5303-0B65-1AE4308F95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15C74160-3610-FF37-C36D-6D7BF4CBF6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A8E56E-5909-C171-7BB9-BA6CAD3F5EEF}"/>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21074D94-37B0-DFE6-4DA0-F4C9B7CE556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2101049-1B36-916D-01CD-FB61739E30CF}"/>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3648188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C4450-47BB-2FAA-E605-D94AD136BCE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B76B1D8-7122-D141-B3B7-617DA1D646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47726AE5-240C-1FD7-4803-99FA8B0BED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FE63FC6-00D3-E135-358A-2DCB272DDE5D}"/>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6" name="Footer Placeholder 5">
            <a:extLst>
              <a:ext uri="{FF2B5EF4-FFF2-40B4-BE49-F238E27FC236}">
                <a16:creationId xmlns:a16="http://schemas.microsoft.com/office/drawing/2014/main" id="{8622067F-AB99-84E7-BB80-01943779EEF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E83914B-CCA0-F348-D561-941907788615}"/>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3711144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1997D-6469-89C6-2779-F25B1DAE7B7D}"/>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7016EF9-83AD-12BA-17C6-7721A3E6C7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3BE380-9904-F3FB-E75F-246E6F536E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C97982C9-BD97-5591-E5E7-C925046E86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AF110A-70AF-415D-7E98-BD07925E3C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001A2A43-683C-6694-1D2D-6232C0C57CB5}"/>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8" name="Footer Placeholder 7">
            <a:extLst>
              <a:ext uri="{FF2B5EF4-FFF2-40B4-BE49-F238E27FC236}">
                <a16:creationId xmlns:a16="http://schemas.microsoft.com/office/drawing/2014/main" id="{5F2F8EB3-7BAE-F23C-D0DA-B18D3BC74F41}"/>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9CB5AE0F-227F-90B8-D603-E0BEB77A555D}"/>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1523337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FB36-F9BD-87A0-593C-D2622C9544D9}"/>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F1C663C-082F-C93B-D11E-537802193D1E}"/>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4" name="Footer Placeholder 3">
            <a:extLst>
              <a:ext uri="{FF2B5EF4-FFF2-40B4-BE49-F238E27FC236}">
                <a16:creationId xmlns:a16="http://schemas.microsoft.com/office/drawing/2014/main" id="{057B806C-1FA9-13B9-DE37-1AB966622818}"/>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5ECEB25-ECE5-77E6-21D8-6B1A37ADC32F}"/>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453374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214CC7-A846-A7B3-E6A4-5E6C32714C8E}"/>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3" name="Footer Placeholder 2">
            <a:extLst>
              <a:ext uri="{FF2B5EF4-FFF2-40B4-BE49-F238E27FC236}">
                <a16:creationId xmlns:a16="http://schemas.microsoft.com/office/drawing/2014/main" id="{42557342-135E-1311-0CC7-7A9BD5BA4079}"/>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FA90A9E-90E8-D1D1-2C1A-41B97E88F278}"/>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832003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7B3A-C8EA-FA02-4981-B519C4E37F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E2997767-5F70-8213-8684-BE969B4853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A904C2FD-00A4-99A4-6A6E-8E46AF6845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A0D8A0-8790-63A4-6DB6-431D3AE13738}"/>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6" name="Footer Placeholder 5">
            <a:extLst>
              <a:ext uri="{FF2B5EF4-FFF2-40B4-BE49-F238E27FC236}">
                <a16:creationId xmlns:a16="http://schemas.microsoft.com/office/drawing/2014/main" id="{5D14986F-5BBC-A32C-C849-24B576681FA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6ABDEFF-B816-BDFC-168D-17E36B37B391}"/>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2005083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C5607-7EBA-3AFC-B9BB-1219D09EC2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0486900F-A95D-8742-4164-89491BDCD4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5831D525-7FFE-DD08-32EE-0743D5AA5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3733-CF98-801D-BA78-437197BB93DB}"/>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6" name="Footer Placeholder 5">
            <a:extLst>
              <a:ext uri="{FF2B5EF4-FFF2-40B4-BE49-F238E27FC236}">
                <a16:creationId xmlns:a16="http://schemas.microsoft.com/office/drawing/2014/main" id="{F384DC2D-ABE0-6A1A-B6D1-29E42E6512C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33CB1E2-92CF-29FD-5BFF-49F57CCC3CFA}"/>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201907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00BE-CDDC-3DA5-890C-F494B16E61AE}"/>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C1FB7A24-C4C4-FE46-CD43-682ABDD00F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553B021-8AAF-D0B0-7858-3B195CA84747}"/>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8240236E-491C-0B2F-9E89-B36859872A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3BA9AFF-8DA5-B2ED-DD18-EA9F3F10B77E}"/>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294432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C180A-114E-2967-9EA3-097135AB81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C010DBA-2322-FB12-76E7-B26F43CAE0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EA0599-02CA-DB6D-0F04-7053FE08BACA}"/>
              </a:ext>
            </a:extLst>
          </p:cNvPr>
          <p:cNvSpPr>
            <a:spLocks noGrp="1"/>
          </p:cNvSpPr>
          <p:nvPr>
            <p:ph type="dt" sz="half" idx="10"/>
          </p:nvPr>
        </p:nvSpPr>
        <p:spPr/>
        <p:txBody>
          <a:body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74E05853-3EA9-5BFC-E161-91D855C1FAD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6A815AF-BE41-1E11-E57C-D3FC1E7B77E9}"/>
              </a:ext>
            </a:extLst>
          </p:cNvPr>
          <p:cNvSpPr>
            <a:spLocks noGrp="1"/>
          </p:cNvSpPr>
          <p:nvPr>
            <p:ph type="sldNum" sz="quarter" idx="12"/>
          </p:nvPr>
        </p:nvSpPr>
        <p:spPr/>
        <p:txBody>
          <a:bodyPr/>
          <a:lstStyle/>
          <a:p>
            <a:fld id="{8326342E-E333-4C22-909D-5DE94BF5EE19}" type="slidenum">
              <a:rPr lang="en-PK" smtClean="0"/>
              <a:t>‹#›</a:t>
            </a:fld>
            <a:endParaRPr lang="en-PK"/>
          </a:p>
        </p:txBody>
      </p:sp>
    </p:spTree>
    <p:extLst>
      <p:ext uri="{BB962C8B-B14F-4D97-AF65-F5344CB8AC3E}">
        <p14:creationId xmlns:p14="http://schemas.microsoft.com/office/powerpoint/2010/main" val="334104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1F0281-0804-E85E-D79A-F265818827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CA40F59-91FF-FCCD-4309-BC7FF061AA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B5A6E3-B1BF-75D4-E43D-84ADEF73E0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EE8D2-4368-471A-9C1F-6115A4B068C3}" type="datetimeFigureOut">
              <a:rPr lang="en-PK" smtClean="0"/>
              <a:t>05/01/2026</a:t>
            </a:fld>
            <a:endParaRPr lang="en-PK"/>
          </a:p>
        </p:txBody>
      </p:sp>
      <p:sp>
        <p:nvSpPr>
          <p:cNvPr id="5" name="Footer Placeholder 4">
            <a:extLst>
              <a:ext uri="{FF2B5EF4-FFF2-40B4-BE49-F238E27FC236}">
                <a16:creationId xmlns:a16="http://schemas.microsoft.com/office/drawing/2014/main" id="{961EF5F7-4A96-9255-CC49-C5B195BE79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B82D26D5-6EDA-1E77-580B-B319E210A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26342E-E333-4C22-909D-5DE94BF5EE19}" type="slidenum">
              <a:rPr lang="en-PK" smtClean="0"/>
              <a:t>‹#›</a:t>
            </a:fld>
            <a:endParaRPr lang="en-PK"/>
          </a:p>
        </p:txBody>
      </p:sp>
    </p:spTree>
    <p:extLst>
      <p:ext uri="{BB962C8B-B14F-4D97-AF65-F5344CB8AC3E}">
        <p14:creationId xmlns:p14="http://schemas.microsoft.com/office/powerpoint/2010/main" val="3497755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5.png"/><Relationship Id="rId4" Type="http://schemas.openxmlformats.org/officeDocument/2006/relationships/customXml" Target="../ink/ink2.xml"/><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BCE7-D367-3189-0EB6-39D7D5D3AC79}"/>
              </a:ext>
            </a:extLst>
          </p:cNvPr>
          <p:cNvSpPr>
            <a:spLocks noGrp="1"/>
          </p:cNvSpPr>
          <p:nvPr>
            <p:ph type="ctrTitle"/>
          </p:nvPr>
        </p:nvSpPr>
        <p:spPr/>
        <p:txBody>
          <a:bodyPr/>
          <a:lstStyle/>
          <a:p>
            <a:r>
              <a:rPr lang="en-US" dirty="0"/>
              <a:t>Agent Tools and MCPs</a:t>
            </a:r>
            <a:endParaRPr lang="en-PK" dirty="0"/>
          </a:p>
        </p:txBody>
      </p:sp>
      <p:sp>
        <p:nvSpPr>
          <p:cNvPr id="3" name="Subtitle 2">
            <a:extLst>
              <a:ext uri="{FF2B5EF4-FFF2-40B4-BE49-F238E27FC236}">
                <a16:creationId xmlns:a16="http://schemas.microsoft.com/office/drawing/2014/main" id="{B4B9FE02-118A-A448-882B-95F7AB971EA7}"/>
              </a:ext>
            </a:extLst>
          </p:cNvPr>
          <p:cNvSpPr>
            <a:spLocks noGrp="1"/>
          </p:cNvSpPr>
          <p:nvPr>
            <p:ph type="subTitle" idx="1"/>
          </p:nvPr>
        </p:nvSpPr>
        <p:spPr/>
        <p:txBody>
          <a:bodyPr/>
          <a:lstStyle/>
          <a:p>
            <a:r>
              <a:rPr lang="en-US" dirty="0"/>
              <a:t>Prepared by: Muhammad Abdul Qayum</a:t>
            </a:r>
          </a:p>
          <a:p>
            <a:r>
              <a:rPr lang="en-US" dirty="0"/>
              <a:t>National Textile University, Faisalabad</a:t>
            </a:r>
          </a:p>
          <a:p>
            <a:r>
              <a:rPr lang="en-US" dirty="0"/>
              <a:t>Ref: Building Agents with OpenAI Agents SDK</a:t>
            </a:r>
            <a:endParaRPr lang="en-PK" dirty="0"/>
          </a:p>
        </p:txBody>
      </p:sp>
    </p:spTree>
    <p:extLst>
      <p:ext uri="{BB962C8B-B14F-4D97-AF65-F5344CB8AC3E}">
        <p14:creationId xmlns:p14="http://schemas.microsoft.com/office/powerpoint/2010/main" val="3229645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3088-C4D0-F522-B89C-35168C3977C6}"/>
              </a:ext>
            </a:extLst>
          </p:cNvPr>
          <p:cNvSpPr>
            <a:spLocks noGrp="1"/>
          </p:cNvSpPr>
          <p:nvPr>
            <p:ph type="title"/>
          </p:nvPr>
        </p:nvSpPr>
        <p:spPr/>
        <p:txBody>
          <a:bodyPr/>
          <a:lstStyle/>
          <a:p>
            <a:r>
              <a:rPr lang="en-US" dirty="0"/>
              <a:t>what you will learn as part of this chapter:</a:t>
            </a:r>
            <a:endParaRPr lang="en-PK" dirty="0"/>
          </a:p>
        </p:txBody>
      </p:sp>
      <p:sp>
        <p:nvSpPr>
          <p:cNvPr id="3" name="Content Placeholder 2">
            <a:extLst>
              <a:ext uri="{FF2B5EF4-FFF2-40B4-BE49-F238E27FC236}">
                <a16:creationId xmlns:a16="http://schemas.microsoft.com/office/drawing/2014/main" id="{32ECCA84-48F1-5BA4-6D65-F822C886996F}"/>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dirty="0"/>
              <a:t>Create custom tools by defining Python functions and registering them with </a:t>
            </a:r>
            <a:r>
              <a:rPr lang="en-US" b="1" dirty="0">
                <a:latin typeface="Courier New" panose="02070309020205020404" pitchFamily="49" charset="0"/>
              </a:rPr>
              <a:t>@function_tool</a:t>
            </a:r>
            <a:r>
              <a:rPr lang="en-US" b="1" dirty="0"/>
              <a:t>.</a:t>
            </a:r>
          </a:p>
          <a:p>
            <a:pPr>
              <a:buFont typeface="Arial" panose="020B0604020202020204" pitchFamily="34" charset="0"/>
              <a:buChar char="•"/>
            </a:pPr>
            <a:r>
              <a:rPr lang="en-US" dirty="0"/>
              <a:t>Use </a:t>
            </a:r>
            <a:r>
              <a:rPr lang="en-US" dirty="0" err="1"/>
              <a:t>Pydantic</a:t>
            </a:r>
            <a:r>
              <a:rPr lang="en-US" dirty="0"/>
              <a:t> models to validate tool inputs and define clear schemas for agents.</a:t>
            </a:r>
          </a:p>
          <a:p>
            <a:pPr>
              <a:buFont typeface="Arial" panose="020B0604020202020204" pitchFamily="34" charset="0"/>
              <a:buChar char="•"/>
            </a:pPr>
            <a:r>
              <a:rPr lang="en-US" dirty="0"/>
              <a:t>Control when and how tools are used through settings like </a:t>
            </a:r>
            <a:r>
              <a:rPr lang="en-US" b="1" dirty="0" err="1">
                <a:latin typeface="Courier New" panose="02070309020205020404" pitchFamily="49" charset="0"/>
              </a:rPr>
              <a:t>tool_choice</a:t>
            </a:r>
            <a:r>
              <a:rPr lang="en-US" dirty="0"/>
              <a:t> and </a:t>
            </a:r>
            <a:r>
              <a:rPr lang="en-US" b="1" dirty="0" err="1">
                <a:latin typeface="Courier New" panose="02070309020205020404" pitchFamily="49" charset="0"/>
              </a:rPr>
              <a:t>tool_use_behavior</a:t>
            </a:r>
            <a:r>
              <a:rPr lang="en-US" b="1" dirty="0"/>
              <a:t>.</a:t>
            </a:r>
          </a:p>
          <a:p>
            <a:pPr>
              <a:buFont typeface="Arial" panose="020B0604020202020204" pitchFamily="34" charset="0"/>
              <a:buChar char="•"/>
            </a:pPr>
            <a:r>
              <a:rPr lang="en-US" dirty="0"/>
              <a:t>Extend agent capabilities using built-in OpenAI tools such as Web Search, File Search, and Code Interpreter.</a:t>
            </a:r>
          </a:p>
          <a:p>
            <a:pPr>
              <a:buFont typeface="Arial" panose="020B0604020202020204" pitchFamily="34" charset="0"/>
              <a:buChar char="•"/>
            </a:pPr>
            <a:r>
              <a:rPr lang="en-US" dirty="0"/>
              <a:t>Treat entire agents as tools to enable modular, multi-agent workflows.</a:t>
            </a:r>
          </a:p>
          <a:p>
            <a:pPr>
              <a:buFont typeface="Arial" panose="020B0604020202020204" pitchFamily="34" charset="0"/>
              <a:buChar char="•"/>
            </a:pPr>
            <a:r>
              <a:rPr lang="en-US" dirty="0"/>
              <a:t>Connect to external MCP servers to retrieve tools without building them manually.</a:t>
            </a:r>
          </a:p>
          <a:p>
            <a:pPr>
              <a:buNone/>
            </a:pPr>
            <a:br>
              <a:rPr lang="en-US" dirty="0"/>
            </a:br>
            <a:endParaRPr lang="en-PK" dirty="0"/>
          </a:p>
        </p:txBody>
      </p:sp>
    </p:spTree>
    <p:extLst>
      <p:ext uri="{BB962C8B-B14F-4D97-AF65-F5344CB8AC3E}">
        <p14:creationId xmlns:p14="http://schemas.microsoft.com/office/powerpoint/2010/main" val="136435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0BB64-B8E5-86D5-F12B-006C51205CC4}"/>
              </a:ext>
            </a:extLst>
          </p:cNvPr>
          <p:cNvSpPr>
            <a:spLocks noGrp="1"/>
          </p:cNvSpPr>
          <p:nvPr>
            <p:ph type="title"/>
          </p:nvPr>
        </p:nvSpPr>
        <p:spPr/>
        <p:txBody>
          <a:bodyPr/>
          <a:lstStyle/>
          <a:p>
            <a:r>
              <a:rPr lang="en-US" dirty="0"/>
              <a:t>Defining a new tool</a:t>
            </a:r>
            <a:endParaRPr lang="en-PK" dirty="0"/>
          </a:p>
        </p:txBody>
      </p:sp>
      <p:sp>
        <p:nvSpPr>
          <p:cNvPr id="3" name="Content Placeholder 2">
            <a:extLst>
              <a:ext uri="{FF2B5EF4-FFF2-40B4-BE49-F238E27FC236}">
                <a16:creationId xmlns:a16="http://schemas.microsoft.com/office/drawing/2014/main" id="{C23EB5F6-8597-73A8-3F76-90FAE7A5D1A8}"/>
              </a:ext>
            </a:extLst>
          </p:cNvPr>
          <p:cNvSpPr>
            <a:spLocks noGrp="1"/>
          </p:cNvSpPr>
          <p:nvPr>
            <p:ph idx="1"/>
          </p:nvPr>
        </p:nvSpPr>
        <p:spPr>
          <a:xfrm>
            <a:off x="838200" y="1379682"/>
            <a:ext cx="10515600" cy="622011"/>
          </a:xfrm>
        </p:spPr>
        <p:txBody>
          <a:bodyPr/>
          <a:lstStyle/>
          <a:p>
            <a:r>
              <a:rPr lang="en-US" dirty="0"/>
              <a:t>@function_tool decorator</a:t>
            </a:r>
            <a:endParaRPr lang="en-PK" dirty="0"/>
          </a:p>
        </p:txBody>
      </p:sp>
      <p:pic>
        <p:nvPicPr>
          <p:cNvPr id="5" name="Picture 4">
            <a:extLst>
              <a:ext uri="{FF2B5EF4-FFF2-40B4-BE49-F238E27FC236}">
                <a16:creationId xmlns:a16="http://schemas.microsoft.com/office/drawing/2014/main" id="{D89A37D4-4EF2-D85F-BD8B-B4A4F33AA29E}"/>
              </a:ext>
            </a:extLst>
          </p:cNvPr>
          <p:cNvPicPr>
            <a:picLocks noChangeAspect="1"/>
          </p:cNvPicPr>
          <p:nvPr/>
        </p:nvPicPr>
        <p:blipFill>
          <a:blip r:embed="rId2"/>
          <a:stretch>
            <a:fillRect/>
          </a:stretch>
        </p:blipFill>
        <p:spPr>
          <a:xfrm>
            <a:off x="225457" y="1808228"/>
            <a:ext cx="5487166" cy="4334480"/>
          </a:xfrm>
          <a:prstGeom prst="rect">
            <a:avLst/>
          </a:prstGeom>
        </p:spPr>
      </p:pic>
      <p:pic>
        <p:nvPicPr>
          <p:cNvPr id="7" name="Picture 6">
            <a:extLst>
              <a:ext uri="{FF2B5EF4-FFF2-40B4-BE49-F238E27FC236}">
                <a16:creationId xmlns:a16="http://schemas.microsoft.com/office/drawing/2014/main" id="{5AC19021-FF97-69F1-EBAC-5D07DA7BAB2F}"/>
              </a:ext>
            </a:extLst>
          </p:cNvPr>
          <p:cNvPicPr>
            <a:picLocks noChangeAspect="1"/>
          </p:cNvPicPr>
          <p:nvPr/>
        </p:nvPicPr>
        <p:blipFill>
          <a:blip r:embed="rId3"/>
          <a:stretch>
            <a:fillRect/>
          </a:stretch>
        </p:blipFill>
        <p:spPr>
          <a:xfrm>
            <a:off x="6209465" y="118600"/>
            <a:ext cx="5982535" cy="6620799"/>
          </a:xfrm>
          <a:prstGeom prst="rect">
            <a:avLst/>
          </a:prstGeom>
        </p:spPr>
      </p:pic>
      <p:sp>
        <p:nvSpPr>
          <p:cNvPr id="9" name="TextBox 8">
            <a:extLst>
              <a:ext uri="{FF2B5EF4-FFF2-40B4-BE49-F238E27FC236}">
                <a16:creationId xmlns:a16="http://schemas.microsoft.com/office/drawing/2014/main" id="{9F8A5BE2-3C42-E109-2213-AB96902A8935}"/>
              </a:ext>
            </a:extLst>
          </p:cNvPr>
          <p:cNvSpPr txBox="1"/>
          <p:nvPr/>
        </p:nvSpPr>
        <p:spPr>
          <a:xfrm>
            <a:off x="385239" y="6142708"/>
            <a:ext cx="6094140" cy="646331"/>
          </a:xfrm>
          <a:prstGeom prst="rect">
            <a:avLst/>
          </a:prstGeom>
          <a:noFill/>
        </p:spPr>
        <p:txBody>
          <a:bodyPr wrap="square">
            <a:spAutoFit/>
          </a:bodyPr>
          <a:lstStyle/>
          <a:p>
            <a:r>
              <a:rPr lang="en-US" dirty="0"/>
              <a:t>In this case, we did not have to manually write a JSON schema; the SDK generated it from the function signature.</a:t>
            </a:r>
            <a:endParaRPr lang="en-PK" dirty="0"/>
          </a:p>
        </p:txBody>
      </p:sp>
    </p:spTree>
    <p:extLst>
      <p:ext uri="{BB962C8B-B14F-4D97-AF65-F5344CB8AC3E}">
        <p14:creationId xmlns:p14="http://schemas.microsoft.com/office/powerpoint/2010/main" val="26252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164FC-B305-0D77-E19D-29371232F023}"/>
              </a:ext>
            </a:extLst>
          </p:cNvPr>
          <p:cNvSpPr>
            <a:spLocks noGrp="1"/>
          </p:cNvSpPr>
          <p:nvPr>
            <p:ph type="title"/>
          </p:nvPr>
        </p:nvSpPr>
        <p:spPr/>
        <p:txBody>
          <a:bodyPr/>
          <a:lstStyle/>
          <a:p>
            <a:r>
              <a:rPr lang="en-US" dirty="0"/>
              <a:t>Overriding the default characteristics of the function.</a:t>
            </a:r>
            <a:endParaRPr lang="en-PK" dirty="0"/>
          </a:p>
        </p:txBody>
      </p:sp>
      <p:pic>
        <p:nvPicPr>
          <p:cNvPr id="5" name="Content Placeholder 4">
            <a:extLst>
              <a:ext uri="{FF2B5EF4-FFF2-40B4-BE49-F238E27FC236}">
                <a16:creationId xmlns:a16="http://schemas.microsoft.com/office/drawing/2014/main" id="{29CE7FF9-F444-591C-F415-B9A99460F7CD}"/>
              </a:ext>
            </a:extLst>
          </p:cNvPr>
          <p:cNvPicPr>
            <a:picLocks noGrp="1" noChangeAspect="1"/>
          </p:cNvPicPr>
          <p:nvPr>
            <p:ph idx="1"/>
          </p:nvPr>
        </p:nvPicPr>
        <p:blipFill>
          <a:blip r:embed="rId2"/>
          <a:stretch>
            <a:fillRect/>
          </a:stretch>
        </p:blipFill>
        <p:spPr>
          <a:xfrm>
            <a:off x="4215161" y="892772"/>
            <a:ext cx="7372885" cy="5965228"/>
          </a:xfrm>
          <a:prstGeom prst="rect">
            <a:avLst/>
          </a:prstGeom>
        </p:spPr>
      </p:pic>
      <p:sp>
        <p:nvSpPr>
          <p:cNvPr id="7" name="TextBox 6">
            <a:extLst>
              <a:ext uri="{FF2B5EF4-FFF2-40B4-BE49-F238E27FC236}">
                <a16:creationId xmlns:a16="http://schemas.microsoft.com/office/drawing/2014/main" id="{8024E26E-6F52-EA06-10E4-6EF83F3A6DD6}"/>
              </a:ext>
            </a:extLst>
          </p:cNvPr>
          <p:cNvSpPr txBox="1"/>
          <p:nvPr/>
        </p:nvSpPr>
        <p:spPr>
          <a:xfrm>
            <a:off x="629354" y="1997562"/>
            <a:ext cx="6094140" cy="1384995"/>
          </a:xfrm>
          <a:prstGeom prst="rect">
            <a:avLst/>
          </a:prstGeom>
          <a:noFill/>
        </p:spPr>
        <p:txBody>
          <a:bodyPr wrap="square">
            <a:spAutoFit/>
          </a:bodyPr>
          <a:lstStyle/>
          <a:p>
            <a:pPr marL="285750" indent="-285750">
              <a:buFont typeface="Arial" panose="020B0604020202020204" pitchFamily="34" charset="0"/>
              <a:buChar char="•"/>
            </a:pPr>
            <a:r>
              <a:rPr lang="en-US" sz="2800" dirty="0" err="1"/>
              <a:t>name_override</a:t>
            </a:r>
            <a:endParaRPr lang="en-US" sz="2800" dirty="0"/>
          </a:p>
          <a:p>
            <a:pPr marL="285750" indent="-285750">
              <a:buFont typeface="Arial" panose="020B0604020202020204" pitchFamily="34" charset="0"/>
              <a:buChar char="•"/>
            </a:pPr>
            <a:r>
              <a:rPr lang="en-US" sz="2800" dirty="0" err="1"/>
              <a:t>description_override</a:t>
            </a:r>
            <a:endParaRPr lang="en-US" sz="2800" dirty="0"/>
          </a:p>
          <a:p>
            <a:pPr marL="285750" indent="-285750">
              <a:buFont typeface="Arial" panose="020B0604020202020204" pitchFamily="34" charset="0"/>
              <a:buChar char="•"/>
            </a:pPr>
            <a:r>
              <a:rPr lang="en-US" sz="2800" dirty="0" err="1"/>
              <a:t>docstring_style</a:t>
            </a:r>
            <a:endParaRPr lang="en-PK" sz="2800" dirty="0"/>
          </a:p>
        </p:txBody>
      </p:sp>
    </p:spTree>
    <p:extLst>
      <p:ext uri="{BB962C8B-B14F-4D97-AF65-F5344CB8AC3E}">
        <p14:creationId xmlns:p14="http://schemas.microsoft.com/office/powerpoint/2010/main" val="1586296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3A52-B976-EFC4-AA2A-FF52570D60CD}"/>
              </a:ext>
            </a:extLst>
          </p:cNvPr>
          <p:cNvSpPr>
            <a:spLocks noGrp="1"/>
          </p:cNvSpPr>
          <p:nvPr>
            <p:ph type="title"/>
          </p:nvPr>
        </p:nvSpPr>
        <p:spPr/>
        <p:txBody>
          <a:bodyPr/>
          <a:lstStyle/>
          <a:p>
            <a:r>
              <a:rPr lang="en-US" dirty="0"/>
              <a:t>When Overriding the default characteristics of the function required.</a:t>
            </a:r>
            <a:endParaRPr lang="en-PK" dirty="0"/>
          </a:p>
        </p:txBody>
      </p:sp>
      <p:sp>
        <p:nvSpPr>
          <p:cNvPr id="3" name="Content Placeholder 2">
            <a:extLst>
              <a:ext uri="{FF2B5EF4-FFF2-40B4-BE49-F238E27FC236}">
                <a16:creationId xmlns:a16="http://schemas.microsoft.com/office/drawing/2014/main" id="{CD16664B-DF33-5D66-E190-2C42D7EEAEC3}"/>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dirty="0"/>
              <a:t>Gives developers </a:t>
            </a:r>
            <a:r>
              <a:rPr lang="en-US" b="1" dirty="0"/>
              <a:t>more control</a:t>
            </a:r>
            <a:r>
              <a:rPr lang="en-US" dirty="0"/>
              <a:t> over how tools are presented to the agent.</a:t>
            </a:r>
          </a:p>
          <a:p>
            <a:pPr>
              <a:buFont typeface="Arial" panose="020B0604020202020204" pitchFamily="34" charset="0"/>
              <a:buChar char="•"/>
            </a:pPr>
            <a:r>
              <a:rPr lang="en-US" dirty="0" err="1">
                <a:latin typeface="Courier New" panose="02070309020205020404" pitchFamily="49" charset="0"/>
              </a:rPr>
              <a:t>name_override</a:t>
            </a:r>
            <a:r>
              <a:rPr lang="en-US" dirty="0"/>
              <a:t> allows a </a:t>
            </a:r>
            <a:r>
              <a:rPr lang="en-US" b="1" dirty="0"/>
              <a:t>clearer, more descriptive tool name</a:t>
            </a:r>
            <a:r>
              <a:rPr lang="en-US" dirty="0"/>
              <a:t> than the original function name.</a:t>
            </a:r>
          </a:p>
          <a:p>
            <a:pPr>
              <a:buFont typeface="Arial" panose="020B0604020202020204" pitchFamily="34" charset="0"/>
              <a:buChar char="•"/>
            </a:pPr>
            <a:r>
              <a:rPr lang="en-US" dirty="0"/>
              <a:t>Useful when function names are </a:t>
            </a:r>
            <a:r>
              <a:rPr lang="en-US" b="1" dirty="0"/>
              <a:t>too generic</a:t>
            </a:r>
            <a:r>
              <a:rPr lang="en-US" dirty="0"/>
              <a:t> or unclear.</a:t>
            </a:r>
          </a:p>
          <a:p>
            <a:pPr>
              <a:buFont typeface="Arial" panose="020B0604020202020204" pitchFamily="34" charset="0"/>
              <a:buChar char="•"/>
            </a:pPr>
            <a:r>
              <a:rPr lang="en-US" dirty="0"/>
              <a:t>Helps the agent </a:t>
            </a:r>
            <a:r>
              <a:rPr lang="en-US" b="1" dirty="0"/>
              <a:t>understand purpose accurately</a:t>
            </a:r>
            <a:r>
              <a:rPr lang="en-US" dirty="0"/>
              <a:t> instead of guessing — because even AI shouldn’t play charades .</a:t>
            </a:r>
          </a:p>
          <a:p>
            <a:pPr>
              <a:buFont typeface="Arial" panose="020B0604020202020204" pitchFamily="34" charset="0"/>
              <a:buChar char="•"/>
            </a:pPr>
            <a:r>
              <a:rPr lang="en-US" dirty="0"/>
              <a:t>Supports </a:t>
            </a:r>
            <a:r>
              <a:rPr lang="en-US" b="1" dirty="0"/>
              <a:t>localization needs, formatting rules, or domain-specific naming</a:t>
            </a:r>
            <a:r>
              <a:rPr lang="en-US" dirty="0"/>
              <a:t>.</a:t>
            </a:r>
          </a:p>
          <a:p>
            <a:pPr>
              <a:buFont typeface="Arial" panose="020B0604020202020204" pitchFamily="34" charset="0"/>
              <a:buChar char="•"/>
            </a:pPr>
            <a:r>
              <a:rPr lang="en-US" dirty="0"/>
              <a:t>Helps distinguish tools that have </a:t>
            </a:r>
            <a:r>
              <a:rPr lang="en-US" b="1" dirty="0"/>
              <a:t>similar structures but different behaviors</a:t>
            </a:r>
            <a:r>
              <a:rPr lang="en-US" dirty="0"/>
              <a:t>.</a:t>
            </a:r>
          </a:p>
          <a:p>
            <a:pPr>
              <a:buNone/>
            </a:pPr>
            <a:br>
              <a:rPr lang="en-US" dirty="0"/>
            </a:br>
            <a:endParaRPr lang="en-PK" dirty="0"/>
          </a:p>
        </p:txBody>
      </p:sp>
    </p:spTree>
    <p:extLst>
      <p:ext uri="{BB962C8B-B14F-4D97-AF65-F5344CB8AC3E}">
        <p14:creationId xmlns:p14="http://schemas.microsoft.com/office/powerpoint/2010/main" val="953276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60FB0-AB33-44FC-994B-37F6917197EE}"/>
              </a:ext>
            </a:extLst>
          </p:cNvPr>
          <p:cNvSpPr>
            <a:spLocks noGrp="1"/>
          </p:cNvSpPr>
          <p:nvPr>
            <p:ph type="title"/>
          </p:nvPr>
        </p:nvSpPr>
        <p:spPr/>
        <p:txBody>
          <a:bodyPr/>
          <a:lstStyle/>
          <a:p>
            <a:r>
              <a:rPr lang="en-US" dirty="0"/>
              <a:t>Agent and tool behavior</a:t>
            </a:r>
            <a:endParaRPr lang="en-PK" dirty="0"/>
          </a:p>
        </p:txBody>
      </p:sp>
      <p:sp>
        <p:nvSpPr>
          <p:cNvPr id="3" name="Content Placeholder 2">
            <a:extLst>
              <a:ext uri="{FF2B5EF4-FFF2-40B4-BE49-F238E27FC236}">
                <a16:creationId xmlns:a16="http://schemas.microsoft.com/office/drawing/2014/main" id="{7C62EFD1-9DE3-0962-CF92-7495082F8F96}"/>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The Runner sends the current conversation history to the LLM.</a:t>
            </a:r>
          </a:p>
          <a:p>
            <a:pPr>
              <a:buFont typeface="Arial" panose="020B0604020202020204" pitchFamily="34" charset="0"/>
              <a:buChar char="•"/>
            </a:pPr>
            <a:r>
              <a:rPr lang="en-US" dirty="0"/>
              <a:t>The LLM returns either:</a:t>
            </a:r>
          </a:p>
          <a:p>
            <a:pPr marL="742950" lvl="1" indent="-285750">
              <a:buFont typeface="Arial" panose="020B0604020202020204" pitchFamily="34" charset="0"/>
              <a:buChar char="•"/>
            </a:pPr>
            <a:r>
              <a:rPr lang="en-US" dirty="0"/>
              <a:t>a final response, or</a:t>
            </a:r>
          </a:p>
          <a:p>
            <a:pPr marL="742950" lvl="1" indent="-285750">
              <a:buFont typeface="Arial" panose="020B0604020202020204" pitchFamily="34" charset="0"/>
              <a:buChar char="•"/>
            </a:pPr>
            <a:r>
              <a:rPr lang="en-US" dirty="0"/>
              <a:t>a request to call a tool.</a:t>
            </a:r>
          </a:p>
          <a:p>
            <a:pPr>
              <a:buFont typeface="Arial" panose="020B0604020202020204" pitchFamily="34" charset="0"/>
              <a:buChar char="•"/>
            </a:pPr>
            <a:r>
              <a:rPr lang="en-US" dirty="0"/>
              <a:t>If a tool call is requested:</a:t>
            </a:r>
          </a:p>
          <a:p>
            <a:pPr marL="742950" lvl="1" indent="-285750">
              <a:buFont typeface="Arial" panose="020B0604020202020204" pitchFamily="34" charset="0"/>
              <a:buChar char="•"/>
            </a:pPr>
            <a:r>
              <a:rPr lang="en-US" dirty="0"/>
              <a:t>The Runner executes the relevant Python function,</a:t>
            </a:r>
          </a:p>
          <a:p>
            <a:pPr marL="742950" lvl="1" indent="-285750">
              <a:buFont typeface="Arial" panose="020B0604020202020204" pitchFamily="34" charset="0"/>
              <a:buChar char="•"/>
            </a:pPr>
            <a:r>
              <a:rPr lang="en-US" dirty="0"/>
              <a:t>Adds its output back to the message history,</a:t>
            </a:r>
          </a:p>
          <a:p>
            <a:pPr marL="742950" lvl="1" indent="-285750">
              <a:buFont typeface="Arial" panose="020B0604020202020204" pitchFamily="34" charset="0"/>
              <a:buChar char="•"/>
            </a:pPr>
            <a:r>
              <a:rPr lang="en-US" dirty="0"/>
              <a:t>Repeats the cycle until a final answer is produced.</a:t>
            </a:r>
          </a:p>
          <a:p>
            <a:pPr>
              <a:buFont typeface="Arial" panose="020B0604020202020204" pitchFamily="34" charset="0"/>
              <a:buChar char="•"/>
            </a:pPr>
            <a:r>
              <a:rPr lang="en-US" dirty="0"/>
              <a:t>By default, the model decides when to use tools — but developers can influence this behavior through SDK configuration settings.</a:t>
            </a:r>
          </a:p>
          <a:p>
            <a:pPr algn="l"/>
            <a:endParaRPr lang="en-PK" sz="4000" b="0" i="0" u="none" strike="noStrike" baseline="0" dirty="0">
              <a:solidFill>
                <a:srgbClr val="000000"/>
              </a:solidFill>
              <a:latin typeface="Crimson Pro ExtraLight"/>
            </a:endParaRPr>
          </a:p>
        </p:txBody>
      </p:sp>
    </p:spTree>
    <p:extLst>
      <p:ext uri="{BB962C8B-B14F-4D97-AF65-F5344CB8AC3E}">
        <p14:creationId xmlns:p14="http://schemas.microsoft.com/office/powerpoint/2010/main" val="3067317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E550-9149-A493-9527-397EED8F3C8F}"/>
              </a:ext>
            </a:extLst>
          </p:cNvPr>
          <p:cNvSpPr>
            <a:spLocks noGrp="1"/>
          </p:cNvSpPr>
          <p:nvPr>
            <p:ph type="title"/>
          </p:nvPr>
        </p:nvSpPr>
        <p:spPr/>
        <p:txBody>
          <a:bodyPr/>
          <a:lstStyle/>
          <a:p>
            <a:r>
              <a:rPr lang="en-US" dirty="0" err="1"/>
              <a:t>ModelSettings</a:t>
            </a:r>
            <a:r>
              <a:rPr lang="en-US" dirty="0"/>
              <a:t>  Controlling Tool Usage</a:t>
            </a:r>
            <a:endParaRPr lang="en-PK" dirty="0"/>
          </a:p>
        </p:txBody>
      </p:sp>
      <p:sp>
        <p:nvSpPr>
          <p:cNvPr id="3" name="Content Placeholder 2">
            <a:extLst>
              <a:ext uri="{FF2B5EF4-FFF2-40B4-BE49-F238E27FC236}">
                <a16:creationId xmlns:a16="http://schemas.microsoft.com/office/drawing/2014/main" id="{9C6EF49E-D62C-69A4-5061-5D2A6E584453}"/>
              </a:ext>
            </a:extLst>
          </p:cNvPr>
          <p:cNvSpPr>
            <a:spLocks noGrp="1"/>
          </p:cNvSpPr>
          <p:nvPr>
            <p:ph idx="1"/>
          </p:nvPr>
        </p:nvSpPr>
        <p:spPr/>
        <p:txBody>
          <a:bodyPr/>
          <a:lstStyle/>
          <a:p>
            <a:pPr>
              <a:buNone/>
            </a:pPr>
            <a:r>
              <a:rPr lang="en-US" dirty="0"/>
              <a:t>This setting determines how much freedom the model has in choosing tools:</a:t>
            </a:r>
          </a:p>
          <a:p>
            <a:pPr>
              <a:buFont typeface="Arial" panose="020B0604020202020204" pitchFamily="34" charset="0"/>
              <a:buChar char="•"/>
            </a:pPr>
            <a:r>
              <a:rPr lang="en-US" b="1" dirty="0"/>
              <a:t>auto (default):</a:t>
            </a:r>
            <a:br>
              <a:rPr lang="en-US" dirty="0"/>
            </a:br>
            <a:r>
              <a:rPr lang="en-US" dirty="0"/>
              <a:t>The model decides </a:t>
            </a:r>
            <a:r>
              <a:rPr lang="en-US" i="1" dirty="0"/>
              <a:t>if</a:t>
            </a:r>
            <a:r>
              <a:rPr lang="en-US" dirty="0"/>
              <a:t> and </a:t>
            </a:r>
            <a:r>
              <a:rPr lang="en-US" i="1" dirty="0"/>
              <a:t>which</a:t>
            </a:r>
            <a:r>
              <a:rPr lang="en-US" dirty="0"/>
              <a:t> tool to call — like giving it the steering wheel.</a:t>
            </a:r>
          </a:p>
          <a:p>
            <a:pPr>
              <a:buFont typeface="Arial" panose="020B0604020202020204" pitchFamily="34" charset="0"/>
              <a:buChar char="•"/>
            </a:pPr>
            <a:r>
              <a:rPr lang="en-US" b="1" dirty="0"/>
              <a:t>required:</a:t>
            </a:r>
            <a:br>
              <a:rPr lang="en-US" dirty="0"/>
            </a:br>
            <a:r>
              <a:rPr lang="en-US" dirty="0"/>
              <a:t>Forces the model to use a tool — imagine saying </a:t>
            </a:r>
            <a:r>
              <a:rPr lang="en-US" i="1" dirty="0"/>
              <a:t>“No excuses, you must use one!”</a:t>
            </a:r>
            <a:endParaRPr lang="en-US" dirty="0"/>
          </a:p>
          <a:p>
            <a:pPr>
              <a:buFont typeface="Arial" panose="020B0604020202020204" pitchFamily="34" charset="0"/>
              <a:buChar char="•"/>
            </a:pPr>
            <a:r>
              <a:rPr lang="en-US" b="1" dirty="0"/>
              <a:t>none:</a:t>
            </a:r>
            <a:br>
              <a:rPr lang="en-US" dirty="0"/>
            </a:br>
            <a:r>
              <a:rPr lang="en-US" dirty="0"/>
              <a:t>Blocks tool usage completely — like locking the toolbox.</a:t>
            </a:r>
          </a:p>
          <a:p>
            <a:endParaRPr lang="en-PK" dirty="0"/>
          </a:p>
        </p:txBody>
      </p:sp>
    </p:spTree>
    <p:extLst>
      <p:ext uri="{BB962C8B-B14F-4D97-AF65-F5344CB8AC3E}">
        <p14:creationId xmlns:p14="http://schemas.microsoft.com/office/powerpoint/2010/main" val="350736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4997D-6822-8EE6-6F55-8C2C4FF5220C}"/>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147EE3B6-7E68-D435-7C61-2E6494E65B30}"/>
              </a:ext>
            </a:extLst>
          </p:cNvPr>
          <p:cNvPicPr>
            <a:picLocks noGrp="1" noChangeAspect="1"/>
          </p:cNvPicPr>
          <p:nvPr>
            <p:ph idx="1"/>
          </p:nvPr>
        </p:nvPicPr>
        <p:blipFill>
          <a:blip r:embed="rId2"/>
          <a:stretch>
            <a:fillRect/>
          </a:stretch>
        </p:blipFill>
        <p:spPr>
          <a:xfrm>
            <a:off x="1965683" y="1272567"/>
            <a:ext cx="8212790" cy="5451051"/>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5E66F3B3-86C1-F308-511E-3E7AA6E24946}"/>
                  </a:ext>
                </a:extLst>
              </p14:cNvPr>
              <p14:cNvContentPartPr/>
              <p14:nvPr/>
            </p14:nvContentPartPr>
            <p14:xfrm>
              <a:off x="5588095" y="5835452"/>
              <a:ext cx="2140920" cy="360"/>
            </p14:xfrm>
          </p:contentPart>
        </mc:Choice>
        <mc:Fallback xmlns="">
          <p:pic>
            <p:nvPicPr>
              <p:cNvPr id="7" name="Ink 6">
                <a:extLst>
                  <a:ext uri="{FF2B5EF4-FFF2-40B4-BE49-F238E27FC236}">
                    <a16:creationId xmlns:a16="http://schemas.microsoft.com/office/drawing/2014/main" id="{5E66F3B3-86C1-F308-511E-3E7AA6E24946}"/>
                  </a:ext>
                </a:extLst>
              </p:cNvPr>
              <p:cNvPicPr/>
              <p:nvPr/>
            </p:nvPicPr>
            <p:blipFill>
              <a:blip r:embed="rId4"/>
              <a:stretch>
                <a:fillRect/>
              </a:stretch>
            </p:blipFill>
            <p:spPr>
              <a:xfrm>
                <a:off x="5552455" y="5763452"/>
                <a:ext cx="2212560" cy="144000"/>
              </a:xfrm>
              <a:prstGeom prst="rect">
                <a:avLst/>
              </a:prstGeom>
            </p:spPr>
          </p:pic>
        </mc:Fallback>
      </mc:AlternateContent>
    </p:spTree>
    <p:extLst>
      <p:ext uri="{BB962C8B-B14F-4D97-AF65-F5344CB8AC3E}">
        <p14:creationId xmlns:p14="http://schemas.microsoft.com/office/powerpoint/2010/main" val="264079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32B67-333F-6380-CD6D-6C230AD9D0FF}"/>
              </a:ext>
            </a:extLst>
          </p:cNvPr>
          <p:cNvSpPr>
            <a:spLocks noGrp="1"/>
          </p:cNvSpPr>
          <p:nvPr>
            <p:ph type="title"/>
          </p:nvPr>
        </p:nvSpPr>
        <p:spPr/>
        <p:txBody>
          <a:bodyPr/>
          <a:lstStyle/>
          <a:p>
            <a:r>
              <a:rPr lang="en-US" dirty="0"/>
              <a:t>Tool use behavior   (</a:t>
            </a:r>
            <a:r>
              <a:rPr lang="en-US" sz="3200" dirty="0" err="1"/>
              <a:t>run_llm_again</a:t>
            </a:r>
            <a:r>
              <a:rPr lang="en-US" sz="3200" dirty="0"/>
              <a:t> (default</a:t>
            </a:r>
            <a:r>
              <a:rPr lang="en-US" b="1" dirty="0"/>
              <a:t>)</a:t>
            </a:r>
            <a:endParaRPr lang="en-PK" dirty="0"/>
          </a:p>
        </p:txBody>
      </p:sp>
      <p:sp>
        <p:nvSpPr>
          <p:cNvPr id="3" name="Content Placeholder 2">
            <a:extLst>
              <a:ext uri="{FF2B5EF4-FFF2-40B4-BE49-F238E27FC236}">
                <a16:creationId xmlns:a16="http://schemas.microsoft.com/office/drawing/2014/main" id="{04BDF069-07FA-33A7-7FFE-1EB6B57338ED}"/>
              </a:ext>
            </a:extLst>
          </p:cNvPr>
          <p:cNvSpPr>
            <a:spLocks noGrp="1"/>
          </p:cNvSpPr>
          <p:nvPr>
            <p:ph idx="1"/>
          </p:nvPr>
        </p:nvSpPr>
        <p:spPr/>
        <p:txBody>
          <a:bodyPr>
            <a:normAutofit lnSpcReduction="10000"/>
          </a:bodyPr>
          <a:lstStyle/>
          <a:p>
            <a:pPr>
              <a:buNone/>
            </a:pPr>
            <a:r>
              <a:rPr lang="en-US" b="1" dirty="0"/>
              <a:t>. </a:t>
            </a:r>
            <a:r>
              <a:rPr lang="en-US" b="1" dirty="0" err="1"/>
              <a:t>run_llm_again</a:t>
            </a:r>
            <a:r>
              <a:rPr lang="en-US" b="1" dirty="0"/>
              <a:t> (default)</a:t>
            </a:r>
          </a:p>
          <a:p>
            <a:pPr>
              <a:buNone/>
            </a:pPr>
            <a:r>
              <a:rPr lang="en-US" dirty="0"/>
              <a:t>After a tool gives its output, the agent </a:t>
            </a:r>
            <a:r>
              <a:rPr lang="en-US" b="1" dirty="0"/>
              <a:t>feeds that result back to the LLM</a:t>
            </a:r>
            <a:r>
              <a:rPr lang="en-US" dirty="0"/>
              <a:t> so the LLM can:</a:t>
            </a:r>
          </a:p>
          <a:p>
            <a:r>
              <a:rPr lang="en-US" dirty="0"/>
              <a:t>✔ interpret it</a:t>
            </a:r>
            <a:br>
              <a:rPr lang="en-US" dirty="0"/>
            </a:br>
            <a:r>
              <a:rPr lang="en-US" dirty="0"/>
              <a:t>✔ format it</a:t>
            </a:r>
            <a:br>
              <a:rPr lang="en-US" dirty="0"/>
            </a:br>
            <a:r>
              <a:rPr lang="en-US" dirty="0"/>
              <a:t>✔ continue reasoning</a:t>
            </a:r>
            <a:br>
              <a:rPr lang="en-US" dirty="0"/>
            </a:br>
            <a:r>
              <a:rPr lang="en-US" dirty="0"/>
              <a:t>✔ decide whether more tool calls are needed</a:t>
            </a:r>
          </a:p>
          <a:p>
            <a:pPr>
              <a:buNone/>
            </a:pPr>
            <a:r>
              <a:rPr lang="en-US" dirty="0"/>
              <a:t>This is useful when tool results need explanation — like "The database says 42 — why is that meaningful?"</a:t>
            </a:r>
          </a:p>
          <a:p>
            <a:pPr>
              <a:buNone/>
            </a:pPr>
            <a:r>
              <a:rPr lang="en-US" dirty="0"/>
              <a:t>Think of it as </a:t>
            </a:r>
            <a:r>
              <a:rPr lang="en-US" i="1" dirty="0"/>
              <a:t>“tool output + LLM brain = </a:t>
            </a:r>
            <a:r>
              <a:rPr lang="en-US" b="1" i="1" dirty="0"/>
              <a:t>polished answer</a:t>
            </a:r>
            <a:r>
              <a:rPr lang="en-US" i="1" dirty="0"/>
              <a:t>.”</a:t>
            </a:r>
            <a:endParaRPr lang="en-US" dirty="0"/>
          </a:p>
          <a:p>
            <a:endParaRPr lang="en-PK" dirty="0"/>
          </a:p>
        </p:txBody>
      </p:sp>
    </p:spTree>
    <p:extLst>
      <p:ext uri="{BB962C8B-B14F-4D97-AF65-F5344CB8AC3E}">
        <p14:creationId xmlns:p14="http://schemas.microsoft.com/office/powerpoint/2010/main" val="3508281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0049-3BD8-74D9-F54F-4CEF62F0F0AF}"/>
              </a:ext>
            </a:extLst>
          </p:cNvPr>
          <p:cNvSpPr>
            <a:spLocks noGrp="1"/>
          </p:cNvSpPr>
          <p:nvPr>
            <p:ph type="title"/>
          </p:nvPr>
        </p:nvSpPr>
        <p:spPr/>
        <p:txBody>
          <a:bodyPr/>
          <a:lstStyle/>
          <a:p>
            <a:r>
              <a:rPr lang="en-US" dirty="0"/>
              <a:t>Tool use behavior   (</a:t>
            </a:r>
            <a:r>
              <a:rPr lang="en-US" dirty="0" err="1"/>
              <a:t>stop_on_first_tool</a:t>
            </a:r>
            <a:r>
              <a:rPr lang="en-US" dirty="0"/>
              <a:t>)</a:t>
            </a:r>
            <a:endParaRPr lang="en-PK" dirty="0"/>
          </a:p>
        </p:txBody>
      </p:sp>
      <p:sp>
        <p:nvSpPr>
          <p:cNvPr id="3" name="Content Placeholder 2">
            <a:extLst>
              <a:ext uri="{FF2B5EF4-FFF2-40B4-BE49-F238E27FC236}">
                <a16:creationId xmlns:a16="http://schemas.microsoft.com/office/drawing/2014/main" id="{474AB4C5-735C-5CEC-3190-3D25337F3C31}"/>
              </a:ext>
            </a:extLst>
          </p:cNvPr>
          <p:cNvSpPr>
            <a:spLocks noGrp="1"/>
          </p:cNvSpPr>
          <p:nvPr>
            <p:ph idx="1"/>
          </p:nvPr>
        </p:nvSpPr>
        <p:spPr/>
        <p:txBody>
          <a:bodyPr/>
          <a:lstStyle/>
          <a:p>
            <a:pPr>
              <a:buNone/>
            </a:pPr>
            <a:r>
              <a:rPr lang="en-US" dirty="0"/>
              <a:t>After the first tool output, the agent </a:t>
            </a:r>
            <a:r>
              <a:rPr lang="en-US" b="1" dirty="0"/>
              <a:t>stops immediately</a:t>
            </a:r>
            <a:r>
              <a:rPr lang="en-US" dirty="0"/>
              <a:t> and treats that output as the final answer.</a:t>
            </a:r>
          </a:p>
          <a:p>
            <a:pPr>
              <a:buNone/>
            </a:pPr>
            <a:r>
              <a:rPr lang="en-US" dirty="0"/>
              <a:t> Useful when tool output </a:t>
            </a:r>
            <a:r>
              <a:rPr lang="en-US" b="1" dirty="0"/>
              <a:t>already </a:t>
            </a:r>
            <a:r>
              <a:rPr lang="en-US" b="1" i="1" dirty="0"/>
              <a:t>is</a:t>
            </a:r>
            <a:r>
              <a:rPr lang="en-US" b="1" dirty="0"/>
              <a:t> the answer</a:t>
            </a:r>
            <a:r>
              <a:rPr lang="en-US" dirty="0"/>
              <a:t>, like:</a:t>
            </a:r>
          </a:p>
          <a:p>
            <a:pPr>
              <a:buFont typeface="Arial" panose="020B0604020202020204" pitchFamily="34" charset="0"/>
              <a:buChar char="•"/>
            </a:pPr>
            <a:r>
              <a:rPr lang="en-US" dirty="0"/>
              <a:t>A database query</a:t>
            </a:r>
          </a:p>
          <a:p>
            <a:pPr>
              <a:buFont typeface="Arial" panose="020B0604020202020204" pitchFamily="34" charset="0"/>
              <a:buChar char="•"/>
            </a:pPr>
            <a:r>
              <a:rPr lang="en-US" dirty="0"/>
              <a:t>A calculation</a:t>
            </a:r>
          </a:p>
          <a:p>
            <a:pPr>
              <a:buFont typeface="Arial" panose="020B0604020202020204" pitchFamily="34" charset="0"/>
              <a:buChar char="•"/>
            </a:pPr>
            <a:r>
              <a:rPr lang="en-US" dirty="0"/>
              <a:t>A lookup response</a:t>
            </a:r>
          </a:p>
          <a:p>
            <a:pPr>
              <a:buNone/>
            </a:pPr>
            <a:r>
              <a:rPr lang="en-US" dirty="0"/>
              <a:t> No need to ask the LLM again — it’s like eating fries straight from the box instead of sending them back to the kitchen to be dressed up.</a:t>
            </a:r>
          </a:p>
          <a:p>
            <a:endParaRPr lang="en-PK" dirty="0"/>
          </a:p>
        </p:txBody>
      </p:sp>
    </p:spTree>
    <p:extLst>
      <p:ext uri="{BB962C8B-B14F-4D97-AF65-F5344CB8AC3E}">
        <p14:creationId xmlns:p14="http://schemas.microsoft.com/office/powerpoint/2010/main" val="2052163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FB63-83B5-34C1-6D94-D4D204E72DAD}"/>
              </a:ext>
            </a:extLst>
          </p:cNvPr>
          <p:cNvSpPr>
            <a:spLocks noGrp="1"/>
          </p:cNvSpPr>
          <p:nvPr>
            <p:ph type="title"/>
          </p:nvPr>
        </p:nvSpPr>
        <p:spPr/>
        <p:txBody>
          <a:bodyPr/>
          <a:lstStyle/>
          <a:p>
            <a:r>
              <a:rPr lang="en-US" dirty="0"/>
              <a:t>Tool use behavior  ( </a:t>
            </a:r>
            <a:r>
              <a:rPr lang="en-US" dirty="0" err="1"/>
              <a:t>stop_at_tool_names</a:t>
            </a:r>
            <a:r>
              <a:rPr lang="en-US" dirty="0"/>
              <a:t>)</a:t>
            </a:r>
            <a:endParaRPr lang="en-PK" dirty="0"/>
          </a:p>
        </p:txBody>
      </p:sp>
      <p:sp>
        <p:nvSpPr>
          <p:cNvPr id="3" name="Content Placeholder 2">
            <a:extLst>
              <a:ext uri="{FF2B5EF4-FFF2-40B4-BE49-F238E27FC236}">
                <a16:creationId xmlns:a16="http://schemas.microsoft.com/office/drawing/2014/main" id="{124171C4-AEAB-BDEA-4478-5D5CE8A6D7D2}"/>
              </a:ext>
            </a:extLst>
          </p:cNvPr>
          <p:cNvSpPr>
            <a:spLocks noGrp="1"/>
          </p:cNvSpPr>
          <p:nvPr>
            <p:ph idx="1"/>
          </p:nvPr>
        </p:nvSpPr>
        <p:spPr>
          <a:xfrm>
            <a:off x="838200" y="1825625"/>
            <a:ext cx="10515600" cy="3004993"/>
          </a:xfrm>
        </p:spPr>
        <p:txBody>
          <a:bodyPr/>
          <a:lstStyle/>
          <a:p>
            <a:pPr>
              <a:buNone/>
            </a:pPr>
            <a:r>
              <a:rPr lang="en-US" dirty="0"/>
              <a:t>This option gives </a:t>
            </a:r>
            <a:r>
              <a:rPr lang="en-US" b="1" dirty="0"/>
              <a:t>fine-grained control</a:t>
            </a:r>
            <a:r>
              <a:rPr lang="en-US" dirty="0"/>
              <a:t>:</a:t>
            </a:r>
          </a:p>
          <a:p>
            <a:pPr>
              <a:buNone/>
            </a:pPr>
            <a:r>
              <a:rPr lang="en-US" dirty="0"/>
              <a:t>You list tool names where you want the agent to </a:t>
            </a:r>
            <a:r>
              <a:rPr lang="en-US" b="1" dirty="0"/>
              <a:t>stop after their execution</a:t>
            </a:r>
            <a:r>
              <a:rPr lang="en-US" dirty="0"/>
              <a:t> — but allow normal looping for other tools.</a:t>
            </a:r>
          </a:p>
          <a:p>
            <a:pPr>
              <a:buNone/>
            </a:pPr>
            <a:r>
              <a:rPr lang="en-US" dirty="0"/>
              <a:t>   ✔ Some tools return raw answers</a:t>
            </a:r>
            <a:br>
              <a:rPr lang="en-US" dirty="0"/>
            </a:br>
            <a:r>
              <a:rPr lang="en-US" dirty="0"/>
              <a:t>✔ Others require interpretation</a:t>
            </a:r>
          </a:p>
          <a:p>
            <a:pPr>
              <a:buNone/>
            </a:pPr>
            <a:r>
              <a:rPr lang="en-US" dirty="0"/>
              <a:t>This mode lets you mix controlled behavior with flexibility.</a:t>
            </a:r>
          </a:p>
          <a:p>
            <a:endParaRPr lang="en-PK" dirty="0"/>
          </a:p>
        </p:txBody>
      </p:sp>
    </p:spTree>
    <p:extLst>
      <p:ext uri="{BB962C8B-B14F-4D97-AF65-F5344CB8AC3E}">
        <p14:creationId xmlns:p14="http://schemas.microsoft.com/office/powerpoint/2010/main" val="3332637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49D3F-10E3-AB04-E3FC-0477DA025762}"/>
              </a:ext>
            </a:extLst>
          </p:cNvPr>
          <p:cNvSpPr>
            <a:spLocks noGrp="1"/>
          </p:cNvSpPr>
          <p:nvPr>
            <p:ph type="title"/>
          </p:nvPr>
        </p:nvSpPr>
        <p:spPr/>
        <p:txBody>
          <a:bodyPr/>
          <a:lstStyle/>
          <a:p>
            <a:r>
              <a:rPr lang="en-US" dirty="0"/>
              <a:t>Tool use behavior Why does this matter?</a:t>
            </a:r>
            <a:endParaRPr lang="en-PK" dirty="0"/>
          </a:p>
        </p:txBody>
      </p:sp>
      <p:sp>
        <p:nvSpPr>
          <p:cNvPr id="3" name="Content Placeholder 2">
            <a:extLst>
              <a:ext uri="{FF2B5EF4-FFF2-40B4-BE49-F238E27FC236}">
                <a16:creationId xmlns:a16="http://schemas.microsoft.com/office/drawing/2014/main" id="{308FA03E-5D7D-5CCD-6E79-ABB73702B4D1}"/>
              </a:ext>
            </a:extLst>
          </p:cNvPr>
          <p:cNvSpPr>
            <a:spLocks noGrp="1"/>
          </p:cNvSpPr>
          <p:nvPr>
            <p:ph idx="1"/>
          </p:nvPr>
        </p:nvSpPr>
        <p:spPr/>
        <p:txBody>
          <a:bodyPr/>
          <a:lstStyle/>
          <a:p>
            <a:pPr>
              <a:buNone/>
            </a:pPr>
            <a:r>
              <a:rPr lang="en-US" dirty="0"/>
              <a:t>It lets you design agents that are:</a:t>
            </a:r>
          </a:p>
          <a:p>
            <a:pPr>
              <a:buFont typeface="Arial" panose="020B0604020202020204" pitchFamily="34" charset="0"/>
              <a:buChar char="•"/>
            </a:pPr>
            <a:r>
              <a:rPr lang="en-US" b="1" dirty="0"/>
              <a:t>Deterministic</a:t>
            </a:r>
            <a:r>
              <a:rPr lang="en-US" dirty="0"/>
              <a:t> (always predictable)</a:t>
            </a:r>
          </a:p>
          <a:p>
            <a:pPr>
              <a:buFont typeface="Arial" panose="020B0604020202020204" pitchFamily="34" charset="0"/>
              <a:buChar char="•"/>
            </a:pPr>
            <a:r>
              <a:rPr lang="en-US" b="1" dirty="0"/>
              <a:t>Flexible</a:t>
            </a:r>
            <a:r>
              <a:rPr lang="en-US" dirty="0"/>
              <a:t> (reasoning after tool output)</a:t>
            </a:r>
          </a:p>
          <a:p>
            <a:pPr>
              <a:buFont typeface="Arial" panose="020B0604020202020204" pitchFamily="34" charset="0"/>
              <a:buChar char="•"/>
            </a:pPr>
            <a:r>
              <a:rPr lang="en-US" b="1" dirty="0"/>
              <a:t>Optimized for performance</a:t>
            </a:r>
            <a:r>
              <a:rPr lang="en-US" dirty="0"/>
              <a:t> (skip extra LLM calls when unnecessary)</a:t>
            </a:r>
          </a:p>
          <a:p>
            <a:endParaRPr lang="en-PK" dirty="0"/>
          </a:p>
        </p:txBody>
      </p:sp>
    </p:spTree>
    <p:extLst>
      <p:ext uri="{BB962C8B-B14F-4D97-AF65-F5344CB8AC3E}">
        <p14:creationId xmlns:p14="http://schemas.microsoft.com/office/powerpoint/2010/main" val="1866365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5A240-8252-4796-8F8C-B6456143DE25}"/>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2E5FCD43-216B-77E9-2D24-BB3FCFD167DB}"/>
              </a:ext>
            </a:extLst>
          </p:cNvPr>
          <p:cNvPicPr>
            <a:picLocks noGrp="1" noChangeAspect="1"/>
          </p:cNvPicPr>
          <p:nvPr>
            <p:ph idx="1"/>
          </p:nvPr>
        </p:nvPicPr>
        <p:blipFill>
          <a:blip r:embed="rId2"/>
          <a:stretch>
            <a:fillRect/>
          </a:stretch>
        </p:blipFill>
        <p:spPr>
          <a:xfrm>
            <a:off x="2702446" y="1569147"/>
            <a:ext cx="6787108" cy="4351338"/>
          </a:xfrm>
          <a:prstGeom prst="rect">
            <a:avLst/>
          </a:prstGeom>
        </p:spPr>
      </p:pic>
      <p:sp>
        <p:nvSpPr>
          <p:cNvPr id="7" name="TextBox 6">
            <a:extLst>
              <a:ext uri="{FF2B5EF4-FFF2-40B4-BE49-F238E27FC236}">
                <a16:creationId xmlns:a16="http://schemas.microsoft.com/office/drawing/2014/main" id="{8A53331D-350F-B558-2A7E-8F965C6CC72F}"/>
              </a:ext>
            </a:extLst>
          </p:cNvPr>
          <p:cNvSpPr txBox="1"/>
          <p:nvPr/>
        </p:nvSpPr>
        <p:spPr>
          <a:xfrm>
            <a:off x="1302327" y="5934670"/>
            <a:ext cx="9144000" cy="923330"/>
          </a:xfrm>
          <a:prstGeom prst="rect">
            <a:avLst/>
          </a:prstGeom>
          <a:noFill/>
        </p:spPr>
        <p:txBody>
          <a:bodyPr wrap="square">
            <a:spAutoFit/>
          </a:bodyPr>
          <a:lstStyle/>
          <a:p>
            <a:r>
              <a:rPr lang="en-US" dirty="0"/>
              <a:t>In this example, the agent calls the </a:t>
            </a:r>
            <a:r>
              <a:rPr lang="en-US" dirty="0" err="1"/>
              <a:t>create_invoice</a:t>
            </a:r>
            <a:r>
              <a:rPr lang="en-US" dirty="0"/>
              <a:t> tool and returns the raw output string directly, without any additional LLM processing. This preserves the original content from the tool output.</a:t>
            </a:r>
            <a:endParaRPr lang="en-PK" dirty="0"/>
          </a:p>
        </p:txBody>
      </p:sp>
    </p:spTree>
    <p:extLst>
      <p:ext uri="{BB962C8B-B14F-4D97-AF65-F5344CB8AC3E}">
        <p14:creationId xmlns:p14="http://schemas.microsoft.com/office/powerpoint/2010/main" val="3002888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81CF4-43FA-BD3C-1B2D-EE70BFED3204}"/>
              </a:ext>
            </a:extLst>
          </p:cNvPr>
          <p:cNvSpPr>
            <a:spLocks noGrp="1"/>
          </p:cNvSpPr>
          <p:nvPr>
            <p:ph type="title"/>
          </p:nvPr>
        </p:nvSpPr>
        <p:spPr/>
        <p:txBody>
          <a:bodyPr/>
          <a:lstStyle/>
          <a:p>
            <a:r>
              <a:rPr lang="en-US" dirty="0"/>
              <a:t>Complex tool inputs with </a:t>
            </a:r>
            <a:r>
              <a:rPr lang="en-US" dirty="0" err="1"/>
              <a:t>Pydantic</a:t>
            </a:r>
            <a:endParaRPr lang="en-PK" dirty="0"/>
          </a:p>
        </p:txBody>
      </p:sp>
      <p:sp>
        <p:nvSpPr>
          <p:cNvPr id="3" name="Content Placeholder 2">
            <a:extLst>
              <a:ext uri="{FF2B5EF4-FFF2-40B4-BE49-F238E27FC236}">
                <a16:creationId xmlns:a16="http://schemas.microsoft.com/office/drawing/2014/main" id="{9E35DB01-5F36-5F6F-6F91-63BBED8A9193}"/>
              </a:ext>
            </a:extLst>
          </p:cNvPr>
          <p:cNvSpPr>
            <a:spLocks noGrp="1"/>
          </p:cNvSpPr>
          <p:nvPr>
            <p:ph idx="1"/>
          </p:nvPr>
        </p:nvSpPr>
        <p:spPr>
          <a:xfrm>
            <a:off x="838200" y="1825625"/>
            <a:ext cx="5885873" cy="4351338"/>
          </a:xfrm>
        </p:spPr>
        <p:txBody>
          <a:bodyPr>
            <a:normAutofit fontScale="62500" lnSpcReduction="20000"/>
          </a:bodyPr>
          <a:lstStyle/>
          <a:p>
            <a:pPr>
              <a:buNone/>
            </a:pPr>
            <a:r>
              <a:rPr lang="en-US" b="1" dirty="0"/>
              <a:t>Why </a:t>
            </a:r>
            <a:r>
              <a:rPr lang="en-US" b="1" dirty="0" err="1"/>
              <a:t>Pydantic</a:t>
            </a:r>
            <a:r>
              <a:rPr lang="en-US" b="1" dirty="0"/>
              <a:t> for Tools?</a:t>
            </a:r>
          </a:p>
          <a:p>
            <a:pPr>
              <a:buFont typeface="Arial" panose="020B0604020202020204" pitchFamily="34" charset="0"/>
              <a:buChar char="•"/>
            </a:pPr>
            <a:r>
              <a:rPr lang="en-US" dirty="0"/>
              <a:t>Tools often require </a:t>
            </a:r>
            <a:r>
              <a:rPr lang="en-US" b="1" dirty="0"/>
              <a:t>complex structured input</a:t>
            </a:r>
            <a:endParaRPr lang="en-US" dirty="0"/>
          </a:p>
          <a:p>
            <a:pPr>
              <a:buFont typeface="Arial" panose="020B0604020202020204" pitchFamily="34" charset="0"/>
              <a:buChar char="•"/>
            </a:pPr>
            <a:r>
              <a:rPr lang="en-US" dirty="0"/>
              <a:t>Simple types (</a:t>
            </a:r>
            <a:r>
              <a:rPr lang="en-US" dirty="0">
                <a:latin typeface="Courier New" panose="02070309020205020404" pitchFamily="49" charset="0"/>
              </a:rPr>
              <a:t>str</a:t>
            </a:r>
            <a:r>
              <a:rPr lang="en-US" dirty="0"/>
              <a:t>, </a:t>
            </a:r>
            <a:r>
              <a:rPr lang="en-US" dirty="0">
                <a:latin typeface="Courier New" panose="02070309020205020404" pitchFamily="49" charset="0"/>
              </a:rPr>
              <a:t>int</a:t>
            </a:r>
            <a:r>
              <a:rPr lang="en-US" dirty="0"/>
              <a:t>) are not enough</a:t>
            </a:r>
          </a:p>
          <a:p>
            <a:pPr>
              <a:buFont typeface="Arial" panose="020B0604020202020204" pitchFamily="34" charset="0"/>
              <a:buChar char="•"/>
            </a:pPr>
            <a:r>
              <a:rPr lang="en-US" dirty="0" err="1"/>
              <a:t>Pydantic</a:t>
            </a:r>
            <a:r>
              <a:rPr lang="en-US" dirty="0"/>
              <a:t> provides </a:t>
            </a:r>
            <a:r>
              <a:rPr lang="en-US" b="1" dirty="0"/>
              <a:t>validation + structure</a:t>
            </a:r>
            <a:endParaRPr lang="en-US" dirty="0"/>
          </a:p>
          <a:p>
            <a:pPr>
              <a:buFont typeface="Arial" panose="020B0604020202020204" pitchFamily="34" charset="0"/>
              <a:buChar char="•"/>
            </a:pPr>
            <a:r>
              <a:rPr lang="en-US" dirty="0"/>
              <a:t>Makes agent-tool communication safe and predictable</a:t>
            </a:r>
          </a:p>
          <a:p>
            <a:pPr>
              <a:buNone/>
            </a:pPr>
            <a:br>
              <a:rPr lang="en-US" dirty="0"/>
            </a:br>
            <a:endParaRPr lang="en-US" dirty="0"/>
          </a:p>
          <a:p>
            <a:pPr>
              <a:buNone/>
            </a:pPr>
            <a:r>
              <a:rPr lang="en-US" b="1" dirty="0"/>
              <a:t> 2 — Key Benefit of </a:t>
            </a:r>
            <a:r>
              <a:rPr lang="en-US" b="1" dirty="0" err="1"/>
              <a:t>Pydantic</a:t>
            </a:r>
            <a:r>
              <a:rPr lang="en-US" b="1" dirty="0"/>
              <a:t> Models</a:t>
            </a:r>
          </a:p>
          <a:p>
            <a:pPr>
              <a:buFont typeface="Arial" panose="020B0604020202020204" pitchFamily="34" charset="0"/>
              <a:buChar char="•"/>
            </a:pPr>
            <a:r>
              <a:rPr lang="en-US" dirty="0"/>
              <a:t>Define input as a </a:t>
            </a:r>
            <a:r>
              <a:rPr lang="en-US" b="1" dirty="0" err="1"/>
              <a:t>BaseModel</a:t>
            </a:r>
            <a:r>
              <a:rPr lang="en-US" b="1" dirty="0"/>
              <a:t> object</a:t>
            </a:r>
            <a:endParaRPr lang="en-US" dirty="0"/>
          </a:p>
          <a:p>
            <a:pPr>
              <a:buFont typeface="Arial" panose="020B0604020202020204" pitchFamily="34" charset="0"/>
              <a:buChar char="•"/>
            </a:pPr>
            <a:r>
              <a:rPr lang="en-US" dirty="0"/>
              <a:t>Treats entire model as </a:t>
            </a:r>
            <a:r>
              <a:rPr lang="en-US" b="1" dirty="0"/>
              <a:t>one parameter</a:t>
            </a:r>
            <a:endParaRPr lang="en-US" dirty="0"/>
          </a:p>
          <a:p>
            <a:pPr>
              <a:buFont typeface="Arial" panose="020B0604020202020204" pitchFamily="34" charset="0"/>
              <a:buChar char="•"/>
            </a:pPr>
            <a:r>
              <a:rPr lang="en-US" dirty="0"/>
              <a:t>SDK automatically builds </a:t>
            </a:r>
            <a:r>
              <a:rPr lang="en-US" b="1" dirty="0"/>
              <a:t>nested JSON schema</a:t>
            </a:r>
            <a:endParaRPr lang="en-US" dirty="0"/>
          </a:p>
          <a:p>
            <a:pPr>
              <a:buFont typeface="Arial" panose="020B0604020202020204" pitchFamily="34" charset="0"/>
              <a:buChar char="•"/>
            </a:pPr>
            <a:r>
              <a:rPr lang="en-US" dirty="0"/>
              <a:t>LLM easily understands required structure</a:t>
            </a:r>
          </a:p>
          <a:p>
            <a:pPr>
              <a:buNone/>
            </a:pPr>
            <a:br>
              <a:rPr lang="en-US" dirty="0"/>
            </a:br>
            <a:endParaRPr lang="en-US" dirty="0"/>
          </a:p>
          <a:p>
            <a:endParaRPr lang="en-PK" dirty="0"/>
          </a:p>
        </p:txBody>
      </p:sp>
      <p:sp>
        <p:nvSpPr>
          <p:cNvPr id="4" name="TextBox 3">
            <a:extLst>
              <a:ext uri="{FF2B5EF4-FFF2-40B4-BE49-F238E27FC236}">
                <a16:creationId xmlns:a16="http://schemas.microsoft.com/office/drawing/2014/main" id="{4CFCB8DF-B925-F577-3D31-16F18DFA4F64}"/>
              </a:ext>
            </a:extLst>
          </p:cNvPr>
          <p:cNvSpPr txBox="1"/>
          <p:nvPr/>
        </p:nvSpPr>
        <p:spPr>
          <a:xfrm>
            <a:off x="6724073" y="1825625"/>
            <a:ext cx="5343258" cy="3970318"/>
          </a:xfrm>
          <a:prstGeom prst="rect">
            <a:avLst/>
          </a:prstGeom>
          <a:noFill/>
        </p:spPr>
        <p:txBody>
          <a:bodyPr wrap="none" rtlCol="0">
            <a:spAutoFit/>
          </a:bodyPr>
          <a:lstStyle/>
          <a:p>
            <a:pPr>
              <a:buNone/>
            </a:pPr>
            <a:r>
              <a:rPr lang="en-US" b="1" dirty="0"/>
              <a:t>3 — Real Use Case: Processing Refunds</a:t>
            </a:r>
          </a:p>
          <a:p>
            <a:pPr>
              <a:buFont typeface="Arial" panose="020B0604020202020204" pitchFamily="34" charset="0"/>
              <a:buChar char="•"/>
            </a:pPr>
            <a:r>
              <a:rPr lang="en-US" dirty="0"/>
              <a:t>Refunds need many fields:</a:t>
            </a:r>
          </a:p>
          <a:p>
            <a:pPr marL="742950" lvl="1" indent="-285750">
              <a:buFont typeface="Arial" panose="020B0604020202020204" pitchFamily="34" charset="0"/>
              <a:buChar char="•"/>
            </a:pPr>
            <a:r>
              <a:rPr lang="en-US" dirty="0"/>
              <a:t>Order ID</a:t>
            </a:r>
          </a:p>
          <a:p>
            <a:pPr marL="742950" lvl="1" indent="-285750">
              <a:buFont typeface="Arial" panose="020B0604020202020204" pitchFamily="34" charset="0"/>
              <a:buChar char="•"/>
            </a:pPr>
            <a:r>
              <a:rPr lang="en-US" dirty="0"/>
              <a:t>Customer email</a:t>
            </a:r>
          </a:p>
          <a:p>
            <a:pPr marL="742950" lvl="1" indent="-285750">
              <a:buFont typeface="Arial" panose="020B0604020202020204" pitchFamily="34" charset="0"/>
              <a:buChar char="•"/>
            </a:pPr>
            <a:r>
              <a:rPr lang="en-US" dirty="0"/>
              <a:t>Reason</a:t>
            </a:r>
          </a:p>
          <a:p>
            <a:pPr marL="742950" lvl="1" indent="-285750">
              <a:buFont typeface="Arial" panose="020B0604020202020204" pitchFamily="34" charset="0"/>
              <a:buChar char="•"/>
            </a:pPr>
            <a:r>
              <a:rPr lang="en-US" dirty="0"/>
              <a:t>Amount etc.</a:t>
            </a:r>
          </a:p>
          <a:p>
            <a:pPr>
              <a:buFont typeface="Arial" panose="020B0604020202020204" pitchFamily="34" charset="0"/>
              <a:buChar char="•"/>
            </a:pPr>
            <a:r>
              <a:rPr lang="en-US" dirty="0"/>
              <a:t>Multiple refunds may need handling </a:t>
            </a:r>
            <a:r>
              <a:rPr lang="en-US" b="1" dirty="0"/>
              <a:t>in one request</a:t>
            </a:r>
          </a:p>
          <a:p>
            <a:pPr>
              <a:buFont typeface="Arial" panose="020B0604020202020204" pitchFamily="34" charset="0"/>
              <a:buChar char="•"/>
            </a:pPr>
            <a:endParaRPr lang="en-US" b="1" dirty="0"/>
          </a:p>
          <a:p>
            <a:pPr>
              <a:buNone/>
            </a:pPr>
            <a:r>
              <a:rPr lang="en-US" b="1" dirty="0"/>
              <a:t>— Why This Matters</a:t>
            </a:r>
          </a:p>
          <a:p>
            <a:pPr>
              <a:buFont typeface="Arial" panose="020B0604020202020204" pitchFamily="34" charset="0"/>
              <a:buChar char="•"/>
            </a:pPr>
            <a:r>
              <a:rPr lang="en-US" dirty="0"/>
              <a:t>Without models → messy, error-prone arguments</a:t>
            </a:r>
          </a:p>
          <a:p>
            <a:pPr>
              <a:buFont typeface="Arial" panose="020B0604020202020204" pitchFamily="34" charset="0"/>
              <a:buChar char="•"/>
            </a:pPr>
            <a:r>
              <a:rPr lang="en-US" dirty="0"/>
              <a:t>With </a:t>
            </a:r>
            <a:r>
              <a:rPr lang="en-US" dirty="0" err="1"/>
              <a:t>Pydantic</a:t>
            </a:r>
            <a:r>
              <a:rPr lang="en-US" dirty="0"/>
              <a:t> → structured, validated, clear input</a:t>
            </a:r>
          </a:p>
          <a:p>
            <a:pPr>
              <a:buFont typeface="Arial" panose="020B0604020202020204" pitchFamily="34" charset="0"/>
              <a:buChar char="•"/>
            </a:pPr>
            <a:r>
              <a:rPr lang="en-US" dirty="0"/>
              <a:t>Makes complex workflows </a:t>
            </a:r>
            <a:r>
              <a:rPr lang="en-US" b="1" dirty="0"/>
              <a:t>scalable and reliable</a:t>
            </a:r>
            <a:endParaRPr lang="en-US" dirty="0"/>
          </a:p>
          <a:p>
            <a:pPr>
              <a:buFont typeface="Arial" panose="020B0604020202020204" pitchFamily="34" charset="0"/>
              <a:buChar char="•"/>
            </a:pPr>
            <a:endParaRPr lang="en-US" dirty="0"/>
          </a:p>
          <a:p>
            <a:endParaRPr lang="en-PK" dirty="0"/>
          </a:p>
        </p:txBody>
      </p:sp>
    </p:spTree>
    <p:extLst>
      <p:ext uri="{BB962C8B-B14F-4D97-AF65-F5344CB8AC3E}">
        <p14:creationId xmlns:p14="http://schemas.microsoft.com/office/powerpoint/2010/main" val="67869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7FB2-AECF-732E-41F3-0854F323E740}"/>
              </a:ext>
            </a:extLst>
          </p:cNvPr>
          <p:cNvSpPr>
            <a:spLocks noGrp="1"/>
          </p:cNvSpPr>
          <p:nvPr>
            <p:ph type="title"/>
          </p:nvPr>
        </p:nvSpPr>
        <p:spPr/>
        <p:txBody>
          <a:bodyPr/>
          <a:lstStyle/>
          <a:p>
            <a:r>
              <a:rPr lang="en-US" dirty="0"/>
              <a:t>Why </a:t>
            </a:r>
            <a:r>
              <a:rPr lang="en-US" dirty="0" err="1"/>
              <a:t>Pydantic</a:t>
            </a:r>
            <a:r>
              <a:rPr lang="en-US" dirty="0"/>
              <a:t> matters in agent tools</a:t>
            </a:r>
            <a:endParaRPr lang="en-PK" dirty="0"/>
          </a:p>
        </p:txBody>
      </p:sp>
      <p:pic>
        <p:nvPicPr>
          <p:cNvPr id="5" name="Content Placeholder 4">
            <a:extLst>
              <a:ext uri="{FF2B5EF4-FFF2-40B4-BE49-F238E27FC236}">
                <a16:creationId xmlns:a16="http://schemas.microsoft.com/office/drawing/2014/main" id="{242A3986-9C85-9A7F-3766-5812C2657D31}"/>
              </a:ext>
            </a:extLst>
          </p:cNvPr>
          <p:cNvPicPr>
            <a:picLocks noGrp="1" noChangeAspect="1"/>
          </p:cNvPicPr>
          <p:nvPr>
            <p:ph idx="1"/>
          </p:nvPr>
        </p:nvPicPr>
        <p:blipFill>
          <a:blip r:embed="rId2"/>
          <a:stretch>
            <a:fillRect/>
          </a:stretch>
        </p:blipFill>
        <p:spPr>
          <a:xfrm>
            <a:off x="838200" y="1901283"/>
            <a:ext cx="8878539" cy="704948"/>
          </a:xfrm>
          <a:prstGeom prst="rect">
            <a:avLst/>
          </a:prstGeom>
        </p:spPr>
      </p:pic>
      <p:pic>
        <p:nvPicPr>
          <p:cNvPr id="7" name="Picture 6">
            <a:extLst>
              <a:ext uri="{FF2B5EF4-FFF2-40B4-BE49-F238E27FC236}">
                <a16:creationId xmlns:a16="http://schemas.microsoft.com/office/drawing/2014/main" id="{46493F78-E191-207B-7E3F-F1AF576B5C9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923203" y="3028416"/>
            <a:ext cx="5172797" cy="3829584"/>
          </a:xfrm>
          <a:prstGeom prst="rect">
            <a:avLst/>
          </a:prstGeom>
        </p:spPr>
      </p:pic>
      <p:sp>
        <p:nvSpPr>
          <p:cNvPr id="8" name="TextBox 7">
            <a:extLst>
              <a:ext uri="{FF2B5EF4-FFF2-40B4-BE49-F238E27FC236}">
                <a16:creationId xmlns:a16="http://schemas.microsoft.com/office/drawing/2014/main" id="{7679DF2C-A716-5CD3-93BB-FC2789FC697A}"/>
              </a:ext>
            </a:extLst>
          </p:cNvPr>
          <p:cNvSpPr txBox="1"/>
          <p:nvPr/>
        </p:nvSpPr>
        <p:spPr>
          <a:xfrm>
            <a:off x="923203" y="2659084"/>
            <a:ext cx="968298" cy="369332"/>
          </a:xfrm>
          <a:prstGeom prst="rect">
            <a:avLst/>
          </a:prstGeom>
          <a:noFill/>
        </p:spPr>
        <p:txBody>
          <a:bodyPr wrap="square" rtlCol="0">
            <a:spAutoFit/>
          </a:bodyPr>
          <a:lstStyle/>
          <a:p>
            <a:r>
              <a:rPr lang="en-US" dirty="0"/>
              <a:t>OR</a:t>
            </a:r>
            <a:endParaRPr lang="en-PK" dirty="0"/>
          </a:p>
        </p:txBody>
      </p:sp>
    </p:spTree>
    <p:extLst>
      <p:ext uri="{BB962C8B-B14F-4D97-AF65-F5344CB8AC3E}">
        <p14:creationId xmlns:p14="http://schemas.microsoft.com/office/powerpoint/2010/main" val="1460484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693B-5369-AAD4-C254-88AC37D80B3A}"/>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374E9A30-E02C-9CC4-2892-0BEF60DCF2F7}"/>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856509" y="1572223"/>
            <a:ext cx="7417577" cy="4920652"/>
          </a:xfrm>
          <a:prstGeom prst="rect">
            <a:avLst/>
          </a:prstGeom>
        </p:spPr>
      </p:pic>
    </p:spTree>
    <p:extLst>
      <p:ext uri="{BB962C8B-B14F-4D97-AF65-F5344CB8AC3E}">
        <p14:creationId xmlns:p14="http://schemas.microsoft.com/office/powerpoint/2010/main" val="3953315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C4F79-9E1F-15B8-BF96-11ACAAE147C8}"/>
              </a:ext>
            </a:extLst>
          </p:cNvPr>
          <p:cNvSpPr>
            <a:spLocks noGrp="1"/>
          </p:cNvSpPr>
          <p:nvPr>
            <p:ph type="title"/>
          </p:nvPr>
        </p:nvSpPr>
        <p:spPr/>
        <p:txBody>
          <a:bodyPr/>
          <a:lstStyle/>
          <a:p>
            <a:r>
              <a:rPr lang="en-US" dirty="0"/>
              <a:t>Validation Safety</a:t>
            </a:r>
            <a:endParaRPr lang="en-PK" dirty="0"/>
          </a:p>
        </p:txBody>
      </p:sp>
      <p:sp>
        <p:nvSpPr>
          <p:cNvPr id="3" name="Content Placeholder 2">
            <a:extLst>
              <a:ext uri="{FF2B5EF4-FFF2-40B4-BE49-F238E27FC236}">
                <a16:creationId xmlns:a16="http://schemas.microsoft.com/office/drawing/2014/main" id="{847E4416-A248-0A6E-9ECA-671441F6B63F}"/>
              </a:ext>
            </a:extLst>
          </p:cNvPr>
          <p:cNvSpPr>
            <a:spLocks noGrp="1"/>
          </p:cNvSpPr>
          <p:nvPr>
            <p:ph idx="1"/>
          </p:nvPr>
        </p:nvSpPr>
        <p:spPr/>
        <p:txBody>
          <a:bodyPr/>
          <a:lstStyle/>
          <a:p>
            <a:r>
              <a:rPr lang="en-US" dirty="0"/>
              <a:t>If the model passes malformed or hallucinated data →</a:t>
            </a:r>
            <a:br>
              <a:rPr lang="en-US" dirty="0"/>
            </a:br>
            <a:r>
              <a:rPr lang="en-US" b="1" dirty="0"/>
              <a:t>SDK raises an error instead of silently failing</a:t>
            </a:r>
          </a:p>
          <a:p>
            <a:pPr>
              <a:buFont typeface="Arial" panose="020B0604020202020204" pitchFamily="34" charset="0"/>
              <a:buChar char="•"/>
            </a:pPr>
            <a:r>
              <a:rPr lang="en-US" dirty="0"/>
              <a:t>Lets developers </a:t>
            </a:r>
            <a:r>
              <a:rPr lang="en-US" b="1" dirty="0"/>
              <a:t>catch and handle errors</a:t>
            </a:r>
            <a:endParaRPr lang="en-US" dirty="0"/>
          </a:p>
          <a:p>
            <a:pPr>
              <a:buFont typeface="Arial" panose="020B0604020202020204" pitchFamily="34" charset="0"/>
              <a:buChar char="•"/>
            </a:pPr>
            <a:r>
              <a:rPr lang="en-US" dirty="0"/>
              <a:t>Improves </a:t>
            </a:r>
            <a:r>
              <a:rPr lang="en-US" b="1" dirty="0"/>
              <a:t>application robustness</a:t>
            </a:r>
            <a:endParaRPr lang="en-US" dirty="0"/>
          </a:p>
          <a:p>
            <a:pPr>
              <a:buFont typeface="Arial" panose="020B0604020202020204" pitchFamily="34" charset="0"/>
              <a:buChar char="•"/>
            </a:pPr>
            <a:r>
              <a:rPr lang="en-US" dirty="0"/>
              <a:t>Critical because </a:t>
            </a:r>
            <a:r>
              <a:rPr lang="en-US" b="1" dirty="0"/>
              <a:t>LLM tool calls are not deterministic</a:t>
            </a:r>
            <a:endParaRPr lang="en-US" dirty="0"/>
          </a:p>
          <a:p>
            <a:endParaRPr lang="en-PK" dirty="0"/>
          </a:p>
        </p:txBody>
      </p:sp>
    </p:spTree>
    <p:extLst>
      <p:ext uri="{BB962C8B-B14F-4D97-AF65-F5344CB8AC3E}">
        <p14:creationId xmlns:p14="http://schemas.microsoft.com/office/powerpoint/2010/main" val="2357454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2FA8A7-A9CD-B856-FE21-EF910D475023}"/>
              </a:ext>
            </a:extLst>
          </p:cNvPr>
          <p:cNvSpPr>
            <a:spLocks noGrp="1"/>
          </p:cNvSpPr>
          <p:nvPr>
            <p:ph type="ctrTitle"/>
          </p:nvPr>
        </p:nvSpPr>
        <p:spPr/>
        <p:txBody>
          <a:bodyPr/>
          <a:lstStyle/>
          <a:p>
            <a:r>
              <a:rPr lang="en-US" dirty="0"/>
              <a:t>Examples of custom tools</a:t>
            </a:r>
            <a:endParaRPr lang="en-PK" dirty="0"/>
          </a:p>
        </p:txBody>
      </p:sp>
      <p:sp>
        <p:nvSpPr>
          <p:cNvPr id="5" name="Subtitle 4">
            <a:extLst>
              <a:ext uri="{FF2B5EF4-FFF2-40B4-BE49-F238E27FC236}">
                <a16:creationId xmlns:a16="http://schemas.microsoft.com/office/drawing/2014/main" id="{36AA8B9F-64CC-1CBB-54ED-A8F911F3248C}"/>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1927393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1603-1517-AD86-67FC-A577D4D84F4A}"/>
              </a:ext>
            </a:extLst>
          </p:cNvPr>
          <p:cNvSpPr>
            <a:spLocks noGrp="1"/>
          </p:cNvSpPr>
          <p:nvPr>
            <p:ph type="title"/>
          </p:nvPr>
        </p:nvSpPr>
        <p:spPr/>
        <p:txBody>
          <a:bodyPr/>
          <a:lstStyle/>
          <a:p>
            <a:r>
              <a:rPr lang="en-US" sz="4400" b="1" i="0" u="none" strike="noStrike" baseline="0" dirty="0">
                <a:solidFill>
                  <a:srgbClr val="000000"/>
                </a:solidFill>
                <a:latin typeface="Jost*"/>
              </a:rPr>
              <a:t>Arithmetic computation tool(mortgage example 1/3)</a:t>
            </a:r>
            <a:endParaRPr lang="en-PK" dirty="0"/>
          </a:p>
        </p:txBody>
      </p:sp>
      <p:sp>
        <p:nvSpPr>
          <p:cNvPr id="3" name="Content Placeholder 2">
            <a:extLst>
              <a:ext uri="{FF2B5EF4-FFF2-40B4-BE49-F238E27FC236}">
                <a16:creationId xmlns:a16="http://schemas.microsoft.com/office/drawing/2014/main" id="{BDC62AF1-14CA-A22E-47C9-3803470D21E5}"/>
              </a:ext>
            </a:extLst>
          </p:cNvPr>
          <p:cNvSpPr>
            <a:spLocks noGrp="1"/>
          </p:cNvSpPr>
          <p:nvPr>
            <p:ph idx="1"/>
          </p:nvPr>
        </p:nvSpPr>
        <p:spPr>
          <a:xfrm>
            <a:off x="7421526" y="1825625"/>
            <a:ext cx="3932274" cy="4351338"/>
          </a:xfrm>
        </p:spPr>
        <p:txBody>
          <a:bodyPr/>
          <a:lstStyle/>
          <a:p>
            <a:endParaRPr lang="en-PK" dirty="0"/>
          </a:p>
        </p:txBody>
      </p:sp>
      <p:pic>
        <p:nvPicPr>
          <p:cNvPr id="5" name="Picture 4">
            <a:extLst>
              <a:ext uri="{FF2B5EF4-FFF2-40B4-BE49-F238E27FC236}">
                <a16:creationId xmlns:a16="http://schemas.microsoft.com/office/drawing/2014/main" id="{CEE0A141-C3DB-A267-2EC0-A32BA7356DE6}"/>
              </a:ext>
            </a:extLst>
          </p:cNvPr>
          <p:cNvPicPr>
            <a:picLocks noChangeAspect="1"/>
          </p:cNvPicPr>
          <p:nvPr/>
        </p:nvPicPr>
        <p:blipFill>
          <a:blip r:embed="rId3"/>
          <a:stretch>
            <a:fillRect/>
          </a:stretch>
        </p:blipFill>
        <p:spPr>
          <a:xfrm>
            <a:off x="524108" y="1690688"/>
            <a:ext cx="8202170" cy="3715268"/>
          </a:xfrm>
          <a:prstGeom prst="rect">
            <a:avLst/>
          </a:prstGeom>
        </p:spPr>
      </p:pic>
    </p:spTree>
    <p:extLst>
      <p:ext uri="{BB962C8B-B14F-4D97-AF65-F5344CB8AC3E}">
        <p14:creationId xmlns:p14="http://schemas.microsoft.com/office/powerpoint/2010/main" val="77925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6C5A-8841-BABB-89EC-6B21D44DA61B}"/>
              </a:ext>
            </a:extLst>
          </p:cNvPr>
          <p:cNvSpPr>
            <a:spLocks noGrp="1"/>
          </p:cNvSpPr>
          <p:nvPr>
            <p:ph type="title"/>
          </p:nvPr>
        </p:nvSpPr>
        <p:spPr/>
        <p:txBody>
          <a:bodyPr/>
          <a:lstStyle/>
          <a:p>
            <a:r>
              <a:rPr lang="en-US" dirty="0"/>
              <a:t>Mortgage Example ( 2/3)</a:t>
            </a:r>
            <a:endParaRPr lang="en-PK" dirty="0"/>
          </a:p>
        </p:txBody>
      </p:sp>
      <p:sp>
        <p:nvSpPr>
          <p:cNvPr id="3" name="Content Placeholder 2">
            <a:extLst>
              <a:ext uri="{FF2B5EF4-FFF2-40B4-BE49-F238E27FC236}">
                <a16:creationId xmlns:a16="http://schemas.microsoft.com/office/drawing/2014/main" id="{E22BD44B-F433-1970-05E7-C18C085E800E}"/>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58A790B4-3348-1C34-9132-D8285A3351D2}"/>
              </a:ext>
            </a:extLst>
          </p:cNvPr>
          <p:cNvPicPr>
            <a:picLocks noChangeAspect="1"/>
          </p:cNvPicPr>
          <p:nvPr/>
        </p:nvPicPr>
        <p:blipFill>
          <a:blip r:embed="rId2"/>
          <a:stretch>
            <a:fillRect/>
          </a:stretch>
        </p:blipFill>
        <p:spPr>
          <a:xfrm>
            <a:off x="1330743" y="1710658"/>
            <a:ext cx="8230749" cy="4782217"/>
          </a:xfrm>
          <a:prstGeom prst="rect">
            <a:avLst/>
          </a:prstGeom>
        </p:spPr>
      </p:pic>
    </p:spTree>
    <p:extLst>
      <p:ext uri="{BB962C8B-B14F-4D97-AF65-F5344CB8AC3E}">
        <p14:creationId xmlns:p14="http://schemas.microsoft.com/office/powerpoint/2010/main" val="2394431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7CA2C-45AB-2040-6D33-64A61FF2D67B}"/>
              </a:ext>
            </a:extLst>
          </p:cNvPr>
          <p:cNvSpPr>
            <a:spLocks noGrp="1"/>
          </p:cNvSpPr>
          <p:nvPr>
            <p:ph type="title"/>
          </p:nvPr>
        </p:nvSpPr>
        <p:spPr/>
        <p:txBody>
          <a:bodyPr/>
          <a:lstStyle/>
          <a:p>
            <a:r>
              <a:rPr lang="en-US" dirty="0"/>
              <a:t>Mortgage Example ( 3/3)</a:t>
            </a:r>
            <a:endParaRPr lang="en-PK" dirty="0"/>
          </a:p>
        </p:txBody>
      </p:sp>
      <p:sp>
        <p:nvSpPr>
          <p:cNvPr id="3" name="Content Placeholder 2">
            <a:extLst>
              <a:ext uri="{FF2B5EF4-FFF2-40B4-BE49-F238E27FC236}">
                <a16:creationId xmlns:a16="http://schemas.microsoft.com/office/drawing/2014/main" id="{F99CFF46-F3E0-ECDF-8010-EF2B743AC6C5}"/>
              </a:ext>
            </a:extLst>
          </p:cNvPr>
          <p:cNvSpPr>
            <a:spLocks noGrp="1"/>
          </p:cNvSpPr>
          <p:nvPr>
            <p:ph idx="1"/>
          </p:nvPr>
        </p:nvSpPr>
        <p:spPr>
          <a:xfrm>
            <a:off x="7047570" y="1825625"/>
            <a:ext cx="4306229" cy="4351338"/>
          </a:xfrm>
        </p:spPr>
        <p:txBody>
          <a:bodyPr/>
          <a:lstStyle/>
          <a:p>
            <a:endParaRPr lang="en-PK" dirty="0"/>
          </a:p>
        </p:txBody>
      </p:sp>
      <p:pic>
        <p:nvPicPr>
          <p:cNvPr id="5" name="Picture 4">
            <a:extLst>
              <a:ext uri="{FF2B5EF4-FFF2-40B4-BE49-F238E27FC236}">
                <a16:creationId xmlns:a16="http://schemas.microsoft.com/office/drawing/2014/main" id="{2E3F1464-72DB-104E-90E5-434E11B0AF83}"/>
              </a:ext>
            </a:extLst>
          </p:cNvPr>
          <p:cNvPicPr>
            <a:picLocks noChangeAspect="1"/>
          </p:cNvPicPr>
          <p:nvPr/>
        </p:nvPicPr>
        <p:blipFill>
          <a:blip r:embed="rId2"/>
          <a:stretch>
            <a:fillRect/>
          </a:stretch>
        </p:blipFill>
        <p:spPr>
          <a:xfrm>
            <a:off x="895688" y="1974211"/>
            <a:ext cx="8497486" cy="3600953"/>
          </a:xfrm>
          <a:prstGeom prst="rect">
            <a:avLst/>
          </a:prstGeom>
        </p:spPr>
      </p:pic>
      <p:pic>
        <p:nvPicPr>
          <p:cNvPr id="7" name="Picture 6">
            <a:extLst>
              <a:ext uri="{FF2B5EF4-FFF2-40B4-BE49-F238E27FC236}">
                <a16:creationId xmlns:a16="http://schemas.microsoft.com/office/drawing/2014/main" id="{38841CCF-2480-D467-6E0A-F1EA84D4600B}"/>
              </a:ext>
            </a:extLst>
          </p:cNvPr>
          <p:cNvPicPr>
            <a:picLocks noChangeAspect="1"/>
          </p:cNvPicPr>
          <p:nvPr/>
        </p:nvPicPr>
        <p:blipFill>
          <a:blip r:embed="rId3"/>
          <a:stretch>
            <a:fillRect/>
          </a:stretch>
        </p:blipFill>
        <p:spPr>
          <a:xfrm>
            <a:off x="895688" y="6120394"/>
            <a:ext cx="8697539" cy="514422"/>
          </a:xfrm>
          <a:prstGeom prst="rect">
            <a:avLst/>
          </a:prstGeom>
        </p:spPr>
      </p:pic>
    </p:spTree>
    <p:extLst>
      <p:ext uri="{BB962C8B-B14F-4D97-AF65-F5344CB8AC3E}">
        <p14:creationId xmlns:p14="http://schemas.microsoft.com/office/powerpoint/2010/main" val="797706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190E-9129-1D99-A9DA-41CEE0F5AB46}"/>
              </a:ext>
            </a:extLst>
          </p:cNvPr>
          <p:cNvSpPr>
            <a:spLocks noGrp="1"/>
          </p:cNvSpPr>
          <p:nvPr>
            <p:ph type="title"/>
          </p:nvPr>
        </p:nvSpPr>
        <p:spPr/>
        <p:txBody>
          <a:bodyPr>
            <a:normAutofit fontScale="90000"/>
          </a:bodyPr>
          <a:lstStyle/>
          <a:p>
            <a:r>
              <a:rPr lang="en-US" dirty="0"/>
              <a:t>Code to force the agent to call the tool and to return the output from the tool instead of calling the LLM again </a:t>
            </a:r>
            <a:endParaRPr lang="en-PK" dirty="0"/>
          </a:p>
        </p:txBody>
      </p:sp>
      <p:sp>
        <p:nvSpPr>
          <p:cNvPr id="3" name="Content Placeholder 2">
            <a:extLst>
              <a:ext uri="{FF2B5EF4-FFF2-40B4-BE49-F238E27FC236}">
                <a16:creationId xmlns:a16="http://schemas.microsoft.com/office/drawing/2014/main" id="{9513C68B-B3DB-42CA-EC05-AB79ED9B7670}"/>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6AF0970C-1B98-0D86-345C-32754973C4C4}"/>
              </a:ext>
            </a:extLst>
          </p:cNvPr>
          <p:cNvPicPr>
            <a:picLocks noChangeAspect="1"/>
          </p:cNvPicPr>
          <p:nvPr/>
        </p:nvPicPr>
        <p:blipFill>
          <a:blip r:embed="rId3"/>
          <a:stretch>
            <a:fillRect/>
          </a:stretch>
        </p:blipFill>
        <p:spPr>
          <a:xfrm>
            <a:off x="1884556" y="2015525"/>
            <a:ext cx="6923962" cy="4724216"/>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E4E36BC0-5338-CE01-E565-0441695B7F3E}"/>
                  </a:ext>
                </a:extLst>
              </p14:cNvPr>
              <p14:cNvContentPartPr/>
              <p14:nvPr/>
            </p14:nvContentPartPr>
            <p14:xfrm>
              <a:off x="2408488" y="5162295"/>
              <a:ext cx="2029680" cy="360"/>
            </p14:xfrm>
          </p:contentPart>
        </mc:Choice>
        <mc:Fallback xmlns="">
          <p:pic>
            <p:nvPicPr>
              <p:cNvPr id="7" name="Ink 6">
                <a:extLst>
                  <a:ext uri="{FF2B5EF4-FFF2-40B4-BE49-F238E27FC236}">
                    <a16:creationId xmlns:a16="http://schemas.microsoft.com/office/drawing/2014/main" id="{E4E36BC0-5338-CE01-E565-0441695B7F3E}"/>
                  </a:ext>
                </a:extLst>
              </p:cNvPr>
              <p:cNvPicPr/>
              <p:nvPr/>
            </p:nvPicPr>
            <p:blipFill>
              <a:blip r:embed="rId5"/>
              <a:stretch>
                <a:fillRect/>
              </a:stretch>
            </p:blipFill>
            <p:spPr>
              <a:xfrm>
                <a:off x="2390485" y="5153295"/>
                <a:ext cx="2065326" cy="181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D107FEE-3475-804F-C587-1CF7EA674BF7}"/>
                  </a:ext>
                </a:extLst>
              </p14:cNvPr>
              <p14:cNvContentPartPr/>
              <p14:nvPr/>
            </p14:nvContentPartPr>
            <p14:xfrm>
              <a:off x="2413088" y="5550304"/>
              <a:ext cx="3456360" cy="720"/>
            </p14:xfrm>
          </p:contentPart>
        </mc:Choice>
        <mc:Fallback xmlns="">
          <p:pic>
            <p:nvPicPr>
              <p:cNvPr id="9" name="Ink 8">
                <a:extLst>
                  <a:ext uri="{FF2B5EF4-FFF2-40B4-BE49-F238E27FC236}">
                    <a16:creationId xmlns:a16="http://schemas.microsoft.com/office/drawing/2014/main" id="{5D107FEE-3475-804F-C587-1CF7EA674BF7}"/>
                  </a:ext>
                </a:extLst>
              </p:cNvPr>
              <p:cNvPicPr/>
              <p:nvPr/>
            </p:nvPicPr>
            <p:blipFill>
              <a:blip r:embed="rId7"/>
              <a:stretch>
                <a:fillRect/>
              </a:stretch>
            </p:blipFill>
            <p:spPr>
              <a:xfrm>
                <a:off x="2395448" y="5514304"/>
                <a:ext cx="349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4D84627-7DEB-754D-50AE-5F7B80DED376}"/>
                  </a:ext>
                </a:extLst>
              </p14:cNvPr>
              <p14:cNvContentPartPr/>
              <p14:nvPr/>
            </p14:nvContentPartPr>
            <p14:xfrm>
              <a:off x="3082688" y="5943064"/>
              <a:ext cx="2286720" cy="21600"/>
            </p14:xfrm>
          </p:contentPart>
        </mc:Choice>
        <mc:Fallback xmlns="">
          <p:pic>
            <p:nvPicPr>
              <p:cNvPr id="11" name="Ink 10">
                <a:extLst>
                  <a:ext uri="{FF2B5EF4-FFF2-40B4-BE49-F238E27FC236}">
                    <a16:creationId xmlns:a16="http://schemas.microsoft.com/office/drawing/2014/main" id="{E4D84627-7DEB-754D-50AE-5F7B80DED376}"/>
                  </a:ext>
                </a:extLst>
              </p:cNvPr>
              <p:cNvPicPr/>
              <p:nvPr/>
            </p:nvPicPr>
            <p:blipFill>
              <a:blip r:embed="rId9"/>
              <a:stretch>
                <a:fillRect/>
              </a:stretch>
            </p:blipFill>
            <p:spPr>
              <a:xfrm>
                <a:off x="3065048" y="5925424"/>
                <a:ext cx="2322360" cy="57240"/>
              </a:xfrm>
              <a:prstGeom prst="rect">
                <a:avLst/>
              </a:prstGeom>
            </p:spPr>
          </p:pic>
        </mc:Fallback>
      </mc:AlternateContent>
    </p:spTree>
    <p:extLst>
      <p:ext uri="{BB962C8B-B14F-4D97-AF65-F5344CB8AC3E}">
        <p14:creationId xmlns:p14="http://schemas.microsoft.com/office/powerpoint/2010/main" val="3206673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0659-037C-C8A9-855A-C2DC71523DFC}"/>
              </a:ext>
            </a:extLst>
          </p:cNvPr>
          <p:cNvSpPr>
            <a:spLocks noGrp="1"/>
          </p:cNvSpPr>
          <p:nvPr>
            <p:ph type="title"/>
          </p:nvPr>
        </p:nvSpPr>
        <p:spPr>
          <a:xfrm>
            <a:off x="838200" y="365125"/>
            <a:ext cx="2908610" cy="1325563"/>
          </a:xfrm>
        </p:spPr>
        <p:txBody>
          <a:bodyPr/>
          <a:lstStyle/>
          <a:p>
            <a:r>
              <a:rPr lang="en-US" dirty="0"/>
              <a:t>External API call tool</a:t>
            </a:r>
            <a:endParaRPr lang="en-PK" dirty="0"/>
          </a:p>
        </p:txBody>
      </p:sp>
      <p:pic>
        <p:nvPicPr>
          <p:cNvPr id="7" name="Content Placeholder 6">
            <a:extLst>
              <a:ext uri="{FF2B5EF4-FFF2-40B4-BE49-F238E27FC236}">
                <a16:creationId xmlns:a16="http://schemas.microsoft.com/office/drawing/2014/main" id="{A0569A98-E082-ED8D-66A3-E46F29428C04}"/>
              </a:ext>
            </a:extLst>
          </p:cNvPr>
          <p:cNvPicPr>
            <a:picLocks noGrp="1" noChangeAspect="1"/>
          </p:cNvPicPr>
          <p:nvPr>
            <p:ph idx="1"/>
          </p:nvPr>
        </p:nvPicPr>
        <p:blipFill>
          <a:blip r:embed="rId3"/>
          <a:stretch>
            <a:fillRect/>
          </a:stretch>
        </p:blipFill>
        <p:spPr>
          <a:xfrm>
            <a:off x="84663" y="3800292"/>
            <a:ext cx="3662147" cy="233897"/>
          </a:xfrm>
          <a:prstGeom prst="rect">
            <a:avLst/>
          </a:prstGeom>
        </p:spPr>
      </p:pic>
      <p:pic>
        <p:nvPicPr>
          <p:cNvPr id="5" name="Picture 4">
            <a:extLst>
              <a:ext uri="{FF2B5EF4-FFF2-40B4-BE49-F238E27FC236}">
                <a16:creationId xmlns:a16="http://schemas.microsoft.com/office/drawing/2014/main" id="{F8B27F5C-D72B-3602-58AE-7FAC8E261CE7}"/>
              </a:ext>
            </a:extLst>
          </p:cNvPr>
          <p:cNvPicPr>
            <a:picLocks noChangeAspect="1"/>
          </p:cNvPicPr>
          <p:nvPr/>
        </p:nvPicPr>
        <p:blipFill>
          <a:blip r:embed="rId4"/>
          <a:stretch>
            <a:fillRect/>
          </a:stretch>
        </p:blipFill>
        <p:spPr>
          <a:xfrm>
            <a:off x="3904395" y="0"/>
            <a:ext cx="7728576" cy="6772940"/>
          </a:xfrm>
          <a:prstGeom prst="rect">
            <a:avLst/>
          </a:prstGeom>
        </p:spPr>
      </p:pic>
    </p:spTree>
    <p:extLst>
      <p:ext uri="{BB962C8B-B14F-4D97-AF65-F5344CB8AC3E}">
        <p14:creationId xmlns:p14="http://schemas.microsoft.com/office/powerpoint/2010/main" val="1423113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275C1-9EFE-76EE-073F-32AEB5B024F4}"/>
              </a:ext>
            </a:extLst>
          </p:cNvPr>
          <p:cNvSpPr>
            <a:spLocks noGrp="1"/>
          </p:cNvSpPr>
          <p:nvPr>
            <p:ph type="title"/>
          </p:nvPr>
        </p:nvSpPr>
        <p:spPr>
          <a:xfrm>
            <a:off x="838200" y="365125"/>
            <a:ext cx="2936358" cy="1325563"/>
          </a:xfrm>
        </p:spPr>
        <p:txBody>
          <a:bodyPr/>
          <a:lstStyle/>
          <a:p>
            <a:r>
              <a:rPr lang="en-US" dirty="0"/>
              <a:t>Multiple coin query</a:t>
            </a:r>
            <a:endParaRPr lang="en-PK" dirty="0"/>
          </a:p>
        </p:txBody>
      </p:sp>
      <p:pic>
        <p:nvPicPr>
          <p:cNvPr id="5" name="Content Placeholder 4">
            <a:extLst>
              <a:ext uri="{FF2B5EF4-FFF2-40B4-BE49-F238E27FC236}">
                <a16:creationId xmlns:a16="http://schemas.microsoft.com/office/drawing/2014/main" id="{F6C0CECA-6F29-7F5E-45B0-2D40A020F6DF}"/>
              </a:ext>
            </a:extLst>
          </p:cNvPr>
          <p:cNvPicPr>
            <a:picLocks noGrp="1" noChangeAspect="1"/>
          </p:cNvPicPr>
          <p:nvPr>
            <p:ph idx="1"/>
          </p:nvPr>
        </p:nvPicPr>
        <p:blipFill>
          <a:blip r:embed="rId3"/>
          <a:stretch>
            <a:fillRect/>
          </a:stretch>
        </p:blipFill>
        <p:spPr>
          <a:xfrm>
            <a:off x="3955106" y="327911"/>
            <a:ext cx="7921462" cy="6164964"/>
          </a:xfrm>
          <a:prstGeom prst="rect">
            <a:avLst/>
          </a:prstGeom>
        </p:spPr>
      </p:pic>
    </p:spTree>
    <p:extLst>
      <p:ext uri="{BB962C8B-B14F-4D97-AF65-F5344CB8AC3E}">
        <p14:creationId xmlns:p14="http://schemas.microsoft.com/office/powerpoint/2010/main" val="3369328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D5ECD-0C01-E737-B2C1-07D877C8473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96A6DC2-7F11-4B98-3AE2-F7C4076750CE}"/>
              </a:ext>
            </a:extLst>
          </p:cNvPr>
          <p:cNvSpPr>
            <a:spLocks noGrp="1"/>
          </p:cNvSpPr>
          <p:nvPr>
            <p:ph idx="1"/>
          </p:nvPr>
        </p:nvSpPr>
        <p:spPr/>
        <p:txBody>
          <a:bodyPr/>
          <a:lstStyle/>
          <a:p>
            <a:endParaRPr lang="en-PK"/>
          </a:p>
        </p:txBody>
      </p:sp>
      <p:pic>
        <p:nvPicPr>
          <p:cNvPr id="4" name="Picture 3">
            <a:extLst>
              <a:ext uri="{FF2B5EF4-FFF2-40B4-BE49-F238E27FC236}">
                <a16:creationId xmlns:a16="http://schemas.microsoft.com/office/drawing/2014/main" id="{44F2931A-4F6B-D9D0-8DE5-4FBDD7DA854A}"/>
              </a:ext>
            </a:extLst>
          </p:cNvPr>
          <p:cNvPicPr>
            <a:picLocks noChangeAspect="1"/>
          </p:cNvPicPr>
          <p:nvPr/>
        </p:nvPicPr>
        <p:blipFill>
          <a:blip r:embed="rId3"/>
          <a:stretch>
            <a:fillRect/>
          </a:stretch>
        </p:blipFill>
        <p:spPr>
          <a:xfrm>
            <a:off x="1857643" y="1724240"/>
            <a:ext cx="8327858" cy="4554107"/>
          </a:xfrm>
          <a:prstGeom prst="rect">
            <a:avLst/>
          </a:prstGeom>
        </p:spPr>
      </p:pic>
    </p:spTree>
    <p:extLst>
      <p:ext uri="{BB962C8B-B14F-4D97-AF65-F5344CB8AC3E}">
        <p14:creationId xmlns:p14="http://schemas.microsoft.com/office/powerpoint/2010/main" val="4043645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19617-6314-2478-363F-A45D0F1FDBF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D45CCBB-8169-1268-8A50-2418F9E81AE1}"/>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B2F9D05-9DF1-EC9B-A2EB-5877F29DDD61}"/>
              </a:ext>
            </a:extLst>
          </p:cNvPr>
          <p:cNvPicPr>
            <a:picLocks noChangeAspect="1"/>
          </p:cNvPicPr>
          <p:nvPr/>
        </p:nvPicPr>
        <p:blipFill>
          <a:blip r:embed="rId2"/>
          <a:stretch>
            <a:fillRect/>
          </a:stretch>
        </p:blipFill>
        <p:spPr>
          <a:xfrm>
            <a:off x="838200" y="2339342"/>
            <a:ext cx="10132090" cy="2455942"/>
          </a:xfrm>
          <a:prstGeom prst="rect">
            <a:avLst/>
          </a:prstGeom>
        </p:spPr>
      </p:pic>
    </p:spTree>
    <p:extLst>
      <p:ext uri="{BB962C8B-B14F-4D97-AF65-F5344CB8AC3E}">
        <p14:creationId xmlns:p14="http://schemas.microsoft.com/office/powerpoint/2010/main" val="2959127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3A5B-B116-59EA-BD39-B71083318F2B}"/>
              </a:ext>
            </a:extLst>
          </p:cNvPr>
          <p:cNvSpPr>
            <a:spLocks noGrp="1"/>
          </p:cNvSpPr>
          <p:nvPr>
            <p:ph type="title"/>
          </p:nvPr>
        </p:nvSpPr>
        <p:spPr/>
        <p:txBody>
          <a:bodyPr/>
          <a:lstStyle/>
          <a:p>
            <a:r>
              <a:rPr lang="en-US" dirty="0"/>
              <a:t>Database query tool (database_query.py )</a:t>
            </a:r>
            <a:endParaRPr lang="en-PK" dirty="0"/>
          </a:p>
        </p:txBody>
      </p:sp>
      <p:sp>
        <p:nvSpPr>
          <p:cNvPr id="3" name="Content Placeholder 2">
            <a:extLst>
              <a:ext uri="{FF2B5EF4-FFF2-40B4-BE49-F238E27FC236}">
                <a16:creationId xmlns:a16="http://schemas.microsoft.com/office/drawing/2014/main" id="{41DFE2FB-2971-E5B1-5CA2-27A10E4A1007}"/>
              </a:ext>
            </a:extLst>
          </p:cNvPr>
          <p:cNvSpPr>
            <a:spLocks noGrp="1"/>
          </p:cNvSpPr>
          <p:nvPr>
            <p:ph idx="1"/>
          </p:nvPr>
        </p:nvSpPr>
        <p:spPr>
          <a:xfrm>
            <a:off x="7155712" y="1825625"/>
            <a:ext cx="4198088" cy="4351338"/>
          </a:xfrm>
        </p:spPr>
        <p:txBody>
          <a:bodyPr/>
          <a:lstStyle/>
          <a:p>
            <a:endParaRPr lang="en-PK" dirty="0"/>
          </a:p>
        </p:txBody>
      </p:sp>
      <p:pic>
        <p:nvPicPr>
          <p:cNvPr id="5" name="Picture 4">
            <a:extLst>
              <a:ext uri="{FF2B5EF4-FFF2-40B4-BE49-F238E27FC236}">
                <a16:creationId xmlns:a16="http://schemas.microsoft.com/office/drawing/2014/main" id="{186C7C64-7356-CDBF-319C-333789C0009E}"/>
              </a:ext>
            </a:extLst>
          </p:cNvPr>
          <p:cNvPicPr>
            <a:picLocks noChangeAspect="1"/>
          </p:cNvPicPr>
          <p:nvPr/>
        </p:nvPicPr>
        <p:blipFill>
          <a:blip r:embed="rId2"/>
          <a:stretch>
            <a:fillRect/>
          </a:stretch>
        </p:blipFill>
        <p:spPr>
          <a:xfrm>
            <a:off x="838200" y="1432411"/>
            <a:ext cx="5087060" cy="1505160"/>
          </a:xfrm>
          <a:prstGeom prst="rect">
            <a:avLst/>
          </a:prstGeom>
        </p:spPr>
      </p:pic>
      <p:pic>
        <p:nvPicPr>
          <p:cNvPr id="7" name="Picture 6">
            <a:extLst>
              <a:ext uri="{FF2B5EF4-FFF2-40B4-BE49-F238E27FC236}">
                <a16:creationId xmlns:a16="http://schemas.microsoft.com/office/drawing/2014/main" id="{B1967D86-44C7-BB44-D7E2-E7AFFC48E67E}"/>
              </a:ext>
            </a:extLst>
          </p:cNvPr>
          <p:cNvPicPr>
            <a:picLocks noChangeAspect="1"/>
          </p:cNvPicPr>
          <p:nvPr/>
        </p:nvPicPr>
        <p:blipFill>
          <a:blip r:embed="rId3"/>
          <a:stretch>
            <a:fillRect/>
          </a:stretch>
        </p:blipFill>
        <p:spPr>
          <a:xfrm>
            <a:off x="749690" y="2937571"/>
            <a:ext cx="6611273" cy="3753374"/>
          </a:xfrm>
          <a:prstGeom prst="rect">
            <a:avLst/>
          </a:prstGeom>
        </p:spPr>
      </p:pic>
    </p:spTree>
    <p:extLst>
      <p:ext uri="{BB962C8B-B14F-4D97-AF65-F5344CB8AC3E}">
        <p14:creationId xmlns:p14="http://schemas.microsoft.com/office/powerpoint/2010/main" val="3233480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AD4A-BDE4-66C6-75F4-8A3F0592FE00}"/>
              </a:ext>
            </a:extLst>
          </p:cNvPr>
          <p:cNvSpPr>
            <a:spLocks noGrp="1"/>
          </p:cNvSpPr>
          <p:nvPr>
            <p:ph type="title"/>
          </p:nvPr>
        </p:nvSpPr>
        <p:spPr/>
        <p:txBody>
          <a:bodyPr/>
          <a:lstStyle/>
          <a:p>
            <a:r>
              <a:rPr lang="en-US" dirty="0"/>
              <a:t>Database query tool</a:t>
            </a:r>
            <a:endParaRPr lang="en-PK" dirty="0"/>
          </a:p>
        </p:txBody>
      </p:sp>
      <p:sp>
        <p:nvSpPr>
          <p:cNvPr id="3" name="Content Placeholder 2">
            <a:extLst>
              <a:ext uri="{FF2B5EF4-FFF2-40B4-BE49-F238E27FC236}">
                <a16:creationId xmlns:a16="http://schemas.microsoft.com/office/drawing/2014/main" id="{55833251-9EA5-8D64-C653-73DBD19B8401}"/>
              </a:ext>
            </a:extLst>
          </p:cNvPr>
          <p:cNvSpPr>
            <a:spLocks noGrp="1"/>
          </p:cNvSpPr>
          <p:nvPr>
            <p:ph idx="1"/>
          </p:nvPr>
        </p:nvSpPr>
        <p:spPr>
          <a:xfrm>
            <a:off x="7549116" y="1825625"/>
            <a:ext cx="3804684" cy="4351338"/>
          </a:xfrm>
        </p:spPr>
        <p:txBody>
          <a:bodyPr/>
          <a:lstStyle/>
          <a:p>
            <a:endParaRPr lang="en-PK" dirty="0"/>
          </a:p>
        </p:txBody>
      </p:sp>
      <p:pic>
        <p:nvPicPr>
          <p:cNvPr id="5" name="Picture 4">
            <a:extLst>
              <a:ext uri="{FF2B5EF4-FFF2-40B4-BE49-F238E27FC236}">
                <a16:creationId xmlns:a16="http://schemas.microsoft.com/office/drawing/2014/main" id="{D0685D6C-6D2A-14EA-05F9-9648FD5B81CE}"/>
              </a:ext>
            </a:extLst>
          </p:cNvPr>
          <p:cNvPicPr>
            <a:picLocks noChangeAspect="1"/>
          </p:cNvPicPr>
          <p:nvPr/>
        </p:nvPicPr>
        <p:blipFill>
          <a:blip r:embed="rId2"/>
          <a:stretch>
            <a:fillRect/>
          </a:stretch>
        </p:blipFill>
        <p:spPr>
          <a:xfrm>
            <a:off x="756345" y="1486343"/>
            <a:ext cx="8021169" cy="5029902"/>
          </a:xfrm>
          <a:prstGeom prst="rect">
            <a:avLst/>
          </a:prstGeom>
        </p:spPr>
      </p:pic>
    </p:spTree>
    <p:extLst>
      <p:ext uri="{BB962C8B-B14F-4D97-AF65-F5344CB8AC3E}">
        <p14:creationId xmlns:p14="http://schemas.microsoft.com/office/powerpoint/2010/main" val="1024945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EF6B-4715-4347-664B-4162E5A97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078CB-3987-9D8A-262C-BB82FE3038E0}"/>
              </a:ext>
            </a:extLst>
          </p:cNvPr>
          <p:cNvSpPr>
            <a:spLocks noGrp="1"/>
          </p:cNvSpPr>
          <p:nvPr>
            <p:ph type="title"/>
          </p:nvPr>
        </p:nvSpPr>
        <p:spPr/>
        <p:txBody>
          <a:bodyPr/>
          <a:lstStyle/>
          <a:p>
            <a:r>
              <a:rPr lang="en-US" dirty="0"/>
              <a:t>Database query tool</a:t>
            </a:r>
            <a:endParaRPr lang="en-PK" dirty="0"/>
          </a:p>
        </p:txBody>
      </p:sp>
      <p:sp>
        <p:nvSpPr>
          <p:cNvPr id="3" name="Content Placeholder 2">
            <a:extLst>
              <a:ext uri="{FF2B5EF4-FFF2-40B4-BE49-F238E27FC236}">
                <a16:creationId xmlns:a16="http://schemas.microsoft.com/office/drawing/2014/main" id="{DC83F0BB-111C-7A72-1645-54699BA66AF6}"/>
              </a:ext>
            </a:extLst>
          </p:cNvPr>
          <p:cNvSpPr>
            <a:spLocks noGrp="1"/>
          </p:cNvSpPr>
          <p:nvPr>
            <p:ph idx="1"/>
          </p:nvPr>
        </p:nvSpPr>
        <p:spPr>
          <a:xfrm>
            <a:off x="7549116" y="1825625"/>
            <a:ext cx="3804684" cy="4351338"/>
          </a:xfrm>
        </p:spPr>
        <p:txBody>
          <a:bodyPr/>
          <a:lstStyle/>
          <a:p>
            <a:endParaRPr lang="en-PK" dirty="0"/>
          </a:p>
        </p:txBody>
      </p:sp>
      <p:pic>
        <p:nvPicPr>
          <p:cNvPr id="6" name="Picture 5">
            <a:extLst>
              <a:ext uri="{FF2B5EF4-FFF2-40B4-BE49-F238E27FC236}">
                <a16:creationId xmlns:a16="http://schemas.microsoft.com/office/drawing/2014/main" id="{E94E7DC5-A417-6C6E-3A40-1728779D0CD3}"/>
              </a:ext>
            </a:extLst>
          </p:cNvPr>
          <p:cNvPicPr>
            <a:picLocks noChangeAspect="1"/>
          </p:cNvPicPr>
          <p:nvPr/>
        </p:nvPicPr>
        <p:blipFill>
          <a:blip r:embed="rId3"/>
          <a:stretch>
            <a:fillRect/>
          </a:stretch>
        </p:blipFill>
        <p:spPr>
          <a:xfrm>
            <a:off x="163530" y="1308991"/>
            <a:ext cx="7783011" cy="2838846"/>
          </a:xfrm>
          <a:prstGeom prst="rect">
            <a:avLst/>
          </a:prstGeom>
        </p:spPr>
      </p:pic>
      <p:pic>
        <p:nvPicPr>
          <p:cNvPr id="8" name="Picture 7">
            <a:extLst>
              <a:ext uri="{FF2B5EF4-FFF2-40B4-BE49-F238E27FC236}">
                <a16:creationId xmlns:a16="http://schemas.microsoft.com/office/drawing/2014/main" id="{E70F6D11-063E-AF1C-86E2-F25F8FE7D219}"/>
              </a:ext>
            </a:extLst>
          </p:cNvPr>
          <p:cNvPicPr>
            <a:picLocks noChangeAspect="1"/>
          </p:cNvPicPr>
          <p:nvPr/>
        </p:nvPicPr>
        <p:blipFill>
          <a:blip r:embed="rId4"/>
          <a:stretch>
            <a:fillRect/>
          </a:stretch>
        </p:blipFill>
        <p:spPr>
          <a:xfrm>
            <a:off x="70948" y="4375661"/>
            <a:ext cx="7478169" cy="1019317"/>
          </a:xfrm>
          <a:prstGeom prst="rect">
            <a:avLst/>
          </a:prstGeom>
        </p:spPr>
      </p:pic>
      <p:pic>
        <p:nvPicPr>
          <p:cNvPr id="10" name="Picture 9">
            <a:extLst>
              <a:ext uri="{FF2B5EF4-FFF2-40B4-BE49-F238E27FC236}">
                <a16:creationId xmlns:a16="http://schemas.microsoft.com/office/drawing/2014/main" id="{09B342AB-6555-C004-AB4B-21F014FA78CB}"/>
              </a:ext>
            </a:extLst>
          </p:cNvPr>
          <p:cNvPicPr>
            <a:picLocks noChangeAspect="1"/>
          </p:cNvPicPr>
          <p:nvPr/>
        </p:nvPicPr>
        <p:blipFill>
          <a:blip r:embed="rId5"/>
          <a:stretch>
            <a:fillRect/>
          </a:stretch>
        </p:blipFill>
        <p:spPr>
          <a:xfrm>
            <a:off x="7607265" y="4282774"/>
            <a:ext cx="4421205" cy="2410823"/>
          </a:xfrm>
          <a:prstGeom prst="rect">
            <a:avLst/>
          </a:prstGeom>
        </p:spPr>
      </p:pic>
    </p:spTree>
    <p:extLst>
      <p:ext uri="{BB962C8B-B14F-4D97-AF65-F5344CB8AC3E}">
        <p14:creationId xmlns:p14="http://schemas.microsoft.com/office/powerpoint/2010/main" val="2078172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0F59-5DED-7FB1-79AA-ECE07F579E9F}"/>
              </a:ext>
            </a:extLst>
          </p:cNvPr>
          <p:cNvSpPr>
            <a:spLocks noGrp="1"/>
          </p:cNvSpPr>
          <p:nvPr>
            <p:ph type="title"/>
          </p:nvPr>
        </p:nvSpPr>
        <p:spPr/>
        <p:txBody>
          <a:bodyPr/>
          <a:lstStyle/>
          <a:p>
            <a:r>
              <a:rPr lang="en-US" dirty="0"/>
              <a:t>Chained tool calls</a:t>
            </a:r>
            <a:endParaRPr lang="en-PK" dirty="0"/>
          </a:p>
        </p:txBody>
      </p:sp>
      <p:sp>
        <p:nvSpPr>
          <p:cNvPr id="3" name="Content Placeholder 2">
            <a:extLst>
              <a:ext uri="{FF2B5EF4-FFF2-40B4-BE49-F238E27FC236}">
                <a16:creationId xmlns:a16="http://schemas.microsoft.com/office/drawing/2014/main" id="{C6FA92F7-13AF-8070-DD04-F7DDFE513C05}"/>
              </a:ext>
            </a:extLst>
          </p:cNvPr>
          <p:cNvSpPr>
            <a:spLocks noGrp="1"/>
          </p:cNvSpPr>
          <p:nvPr>
            <p:ph idx="1"/>
          </p:nvPr>
        </p:nvSpPr>
        <p:spPr>
          <a:xfrm>
            <a:off x="1052624" y="1772462"/>
            <a:ext cx="9994604" cy="4351338"/>
          </a:xfrm>
        </p:spPr>
        <p:txBody>
          <a:bodyPr>
            <a:normAutofit fontScale="92500" lnSpcReduction="10000"/>
          </a:bodyPr>
          <a:lstStyle/>
          <a:p>
            <a:pPr>
              <a:buNone/>
            </a:pPr>
            <a:r>
              <a:rPr lang="en-US" b="1" dirty="0"/>
              <a:t>Smart Tool Orchestration by the LLM</a:t>
            </a:r>
          </a:p>
          <a:p>
            <a:pPr>
              <a:buFont typeface="Arial" panose="020B0604020202020204" pitchFamily="34" charset="0"/>
              <a:buChar char="•"/>
            </a:pPr>
            <a:r>
              <a:rPr lang="en-US" dirty="0"/>
              <a:t>The LLM can </a:t>
            </a:r>
            <a:r>
              <a:rPr lang="en-US" b="1" dirty="0"/>
              <a:t>decide whether and when to use tools</a:t>
            </a:r>
            <a:endParaRPr lang="en-US" dirty="0"/>
          </a:p>
          <a:p>
            <a:pPr>
              <a:buFont typeface="Arial" panose="020B0604020202020204" pitchFamily="34" charset="0"/>
              <a:buChar char="•"/>
            </a:pPr>
            <a:r>
              <a:rPr lang="en-US" dirty="0"/>
              <a:t>It can also </a:t>
            </a:r>
            <a:r>
              <a:rPr lang="en-US" b="1" dirty="0"/>
              <a:t>choose the execution order of multiple tools</a:t>
            </a:r>
            <a:endParaRPr lang="en-US" dirty="0"/>
          </a:p>
          <a:p>
            <a:pPr>
              <a:buFont typeface="Arial" panose="020B0604020202020204" pitchFamily="34" charset="0"/>
              <a:buChar char="•"/>
            </a:pPr>
            <a:r>
              <a:rPr lang="en-US" dirty="0"/>
              <a:t>Supports </a:t>
            </a:r>
            <a:r>
              <a:rPr lang="en-US" b="1" dirty="0"/>
              <a:t>multi-step workflows</a:t>
            </a:r>
            <a:r>
              <a:rPr lang="en-US" dirty="0"/>
              <a:t>, where:</a:t>
            </a:r>
          </a:p>
          <a:p>
            <a:pPr marL="742950" lvl="1" indent="-285750">
              <a:buFont typeface="Arial" panose="020B0604020202020204" pitchFamily="34" charset="0"/>
              <a:buChar char="•"/>
            </a:pPr>
            <a:r>
              <a:rPr lang="en-US" dirty="0"/>
              <a:t>Output of one tool becomes input to another</a:t>
            </a:r>
          </a:p>
          <a:p>
            <a:pPr>
              <a:buFont typeface="Arial" panose="020B0604020202020204" pitchFamily="34" charset="0"/>
              <a:buChar char="•"/>
            </a:pPr>
            <a:r>
              <a:rPr lang="en-US" dirty="0"/>
              <a:t>The agent can </a:t>
            </a:r>
            <a:r>
              <a:rPr lang="en-US" b="1" dirty="0"/>
              <a:t>reuse the same tool multiple times</a:t>
            </a:r>
            <a:r>
              <a:rPr lang="en-US" dirty="0"/>
              <a:t> if needed</a:t>
            </a:r>
          </a:p>
          <a:p>
            <a:r>
              <a:rPr lang="en-US" dirty="0"/>
              <a:t>For example, following our customer service theme, we have a tool called </a:t>
            </a:r>
            <a:r>
              <a:rPr lang="en-US" b="1" dirty="0" err="1"/>
              <a:t>get_customer_orders</a:t>
            </a:r>
            <a:r>
              <a:rPr lang="en-US" b="1" dirty="0"/>
              <a:t> </a:t>
            </a:r>
            <a:r>
              <a:rPr lang="en-US" dirty="0"/>
              <a:t>(which retrieves all orders for a specific customer ID) and another tool called </a:t>
            </a:r>
            <a:r>
              <a:rPr lang="en-US" b="1" dirty="0" err="1"/>
              <a:t>get_order_information</a:t>
            </a:r>
            <a:r>
              <a:rPr lang="en-US" b="1" dirty="0"/>
              <a:t> </a:t>
            </a:r>
            <a:r>
              <a:rPr lang="en-US" dirty="0"/>
              <a:t>(which retrieves the status of an order ID). Create a new Python script called tool_chaining.py,</a:t>
            </a:r>
            <a:endParaRPr lang="en-PK" dirty="0"/>
          </a:p>
        </p:txBody>
      </p:sp>
    </p:spTree>
    <p:extLst>
      <p:ext uri="{BB962C8B-B14F-4D97-AF65-F5344CB8AC3E}">
        <p14:creationId xmlns:p14="http://schemas.microsoft.com/office/powerpoint/2010/main" val="3082479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07B72-43EA-F157-359E-4AD68EB37DFA}"/>
              </a:ext>
            </a:extLst>
          </p:cNvPr>
          <p:cNvSpPr>
            <a:spLocks noGrp="1"/>
          </p:cNvSpPr>
          <p:nvPr>
            <p:ph type="title"/>
          </p:nvPr>
        </p:nvSpPr>
        <p:spPr>
          <a:xfrm>
            <a:off x="7655442" y="365125"/>
            <a:ext cx="3698358" cy="1325563"/>
          </a:xfrm>
        </p:spPr>
        <p:txBody>
          <a:bodyPr/>
          <a:lstStyle/>
          <a:p>
            <a:endParaRPr lang="en-PK" dirty="0"/>
          </a:p>
        </p:txBody>
      </p:sp>
      <p:pic>
        <p:nvPicPr>
          <p:cNvPr id="5" name="Content Placeholder 4">
            <a:extLst>
              <a:ext uri="{FF2B5EF4-FFF2-40B4-BE49-F238E27FC236}">
                <a16:creationId xmlns:a16="http://schemas.microsoft.com/office/drawing/2014/main" id="{7F45EC29-B6AD-5EF7-D6CF-A4219657C909}"/>
              </a:ext>
            </a:extLst>
          </p:cNvPr>
          <p:cNvPicPr>
            <a:picLocks noGrp="1" noChangeAspect="1"/>
          </p:cNvPicPr>
          <p:nvPr>
            <p:ph idx="1"/>
          </p:nvPr>
        </p:nvPicPr>
        <p:blipFill>
          <a:blip r:embed="rId3"/>
          <a:stretch>
            <a:fillRect/>
          </a:stretch>
        </p:blipFill>
        <p:spPr>
          <a:xfrm>
            <a:off x="628106" y="695242"/>
            <a:ext cx="6677851" cy="1617387"/>
          </a:xfrm>
          <a:prstGeom prst="rect">
            <a:avLst/>
          </a:prstGeom>
        </p:spPr>
      </p:pic>
      <p:pic>
        <p:nvPicPr>
          <p:cNvPr id="7" name="Picture 6">
            <a:extLst>
              <a:ext uri="{FF2B5EF4-FFF2-40B4-BE49-F238E27FC236}">
                <a16:creationId xmlns:a16="http://schemas.microsoft.com/office/drawing/2014/main" id="{C3758CCD-CA61-0DE4-5E8E-6FC30477D7A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28106" y="2389157"/>
            <a:ext cx="7875010" cy="3942862"/>
          </a:xfrm>
          <a:prstGeom prst="rect">
            <a:avLst/>
          </a:prstGeom>
        </p:spPr>
      </p:pic>
    </p:spTree>
    <p:extLst>
      <p:ext uri="{BB962C8B-B14F-4D97-AF65-F5344CB8AC3E}">
        <p14:creationId xmlns:p14="http://schemas.microsoft.com/office/powerpoint/2010/main" val="3308061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756A-C31A-46DD-3A31-50D3789527CE}"/>
              </a:ext>
            </a:extLst>
          </p:cNvPr>
          <p:cNvSpPr>
            <a:spLocks noGrp="1"/>
          </p:cNvSpPr>
          <p:nvPr>
            <p:ph type="title"/>
          </p:nvPr>
        </p:nvSpPr>
        <p:spPr>
          <a:xfrm>
            <a:off x="8027580" y="365125"/>
            <a:ext cx="3326219" cy="1325563"/>
          </a:xfrm>
        </p:spPr>
        <p:txBody>
          <a:bodyPr/>
          <a:lstStyle/>
          <a:p>
            <a:endParaRPr lang="en-PK" dirty="0"/>
          </a:p>
        </p:txBody>
      </p:sp>
      <p:pic>
        <p:nvPicPr>
          <p:cNvPr id="5" name="Content Placeholder 4">
            <a:extLst>
              <a:ext uri="{FF2B5EF4-FFF2-40B4-BE49-F238E27FC236}">
                <a16:creationId xmlns:a16="http://schemas.microsoft.com/office/drawing/2014/main" id="{07F68E75-99D3-64B3-4F9B-39B020F8B85B}"/>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20133" y="1478332"/>
            <a:ext cx="9640555" cy="5379668"/>
          </a:xfrm>
          <a:prstGeom prst="rect">
            <a:avLst/>
          </a:prstGeom>
        </p:spPr>
      </p:pic>
    </p:spTree>
    <p:extLst>
      <p:ext uri="{BB962C8B-B14F-4D97-AF65-F5344CB8AC3E}">
        <p14:creationId xmlns:p14="http://schemas.microsoft.com/office/powerpoint/2010/main" val="4706793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4D5F-9772-41A7-EA48-D62B42235D5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1AAF27DB-671F-B391-35FA-66BCBE1D88B3}"/>
              </a:ext>
            </a:extLst>
          </p:cNvPr>
          <p:cNvSpPr>
            <a:spLocks noGrp="1"/>
          </p:cNvSpPr>
          <p:nvPr>
            <p:ph idx="1"/>
          </p:nvPr>
        </p:nvSpPr>
        <p:spPr>
          <a:xfrm>
            <a:off x="5051502" y="1825625"/>
            <a:ext cx="6302298" cy="4351338"/>
          </a:xfrm>
        </p:spPr>
        <p:txBody>
          <a:bodyPr/>
          <a:lstStyle/>
          <a:p>
            <a:endParaRPr lang="en-PK" dirty="0"/>
          </a:p>
        </p:txBody>
      </p:sp>
      <p:pic>
        <p:nvPicPr>
          <p:cNvPr id="5" name="Picture 4">
            <a:extLst>
              <a:ext uri="{FF2B5EF4-FFF2-40B4-BE49-F238E27FC236}">
                <a16:creationId xmlns:a16="http://schemas.microsoft.com/office/drawing/2014/main" id="{61535131-DA07-7239-551E-EA6C41F69B2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54427" y="1825625"/>
            <a:ext cx="10883146" cy="4486275"/>
          </a:xfrm>
          <a:prstGeom prst="rect">
            <a:avLst/>
          </a:prstGeom>
        </p:spPr>
      </p:pic>
    </p:spTree>
    <p:extLst>
      <p:ext uri="{BB962C8B-B14F-4D97-AF65-F5344CB8AC3E}">
        <p14:creationId xmlns:p14="http://schemas.microsoft.com/office/powerpoint/2010/main" val="2776113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2EF04-74A8-BED9-1B68-E163F53C5FDE}"/>
              </a:ext>
            </a:extLst>
          </p:cNvPr>
          <p:cNvSpPr>
            <a:spLocks noGrp="1"/>
          </p:cNvSpPr>
          <p:nvPr>
            <p:ph type="title"/>
          </p:nvPr>
        </p:nvSpPr>
        <p:spPr/>
        <p:txBody>
          <a:bodyPr/>
          <a:lstStyle/>
          <a:p>
            <a:r>
              <a:rPr lang="en-US" dirty="0"/>
              <a:t>OpenAI hosted tools</a:t>
            </a:r>
            <a:endParaRPr lang="en-PK" dirty="0"/>
          </a:p>
        </p:txBody>
      </p:sp>
      <p:sp>
        <p:nvSpPr>
          <p:cNvPr id="3" name="Content Placeholder 2">
            <a:extLst>
              <a:ext uri="{FF2B5EF4-FFF2-40B4-BE49-F238E27FC236}">
                <a16:creationId xmlns:a16="http://schemas.microsoft.com/office/drawing/2014/main" id="{69EC3854-F710-7C17-401A-129E5B0FD19A}"/>
              </a:ext>
            </a:extLst>
          </p:cNvPr>
          <p:cNvSpPr>
            <a:spLocks noGrp="1"/>
          </p:cNvSpPr>
          <p:nvPr>
            <p:ph idx="1"/>
          </p:nvPr>
        </p:nvSpPr>
        <p:spPr>
          <a:xfrm>
            <a:off x="838200" y="5528929"/>
            <a:ext cx="10515600" cy="648033"/>
          </a:xfrm>
        </p:spPr>
        <p:txBody>
          <a:bodyPr/>
          <a:lstStyle/>
          <a:p>
            <a:endParaRPr lang="en-PK"/>
          </a:p>
        </p:txBody>
      </p:sp>
      <p:pic>
        <p:nvPicPr>
          <p:cNvPr id="5" name="Picture 4">
            <a:extLst>
              <a:ext uri="{FF2B5EF4-FFF2-40B4-BE49-F238E27FC236}">
                <a16:creationId xmlns:a16="http://schemas.microsoft.com/office/drawing/2014/main" id="{23BF5934-F487-8BF9-1862-89C7C8C41000}"/>
              </a:ext>
            </a:extLst>
          </p:cNvPr>
          <p:cNvPicPr>
            <a:picLocks noChangeAspect="1"/>
          </p:cNvPicPr>
          <p:nvPr/>
        </p:nvPicPr>
        <p:blipFill>
          <a:blip r:embed="rId2"/>
          <a:stretch>
            <a:fillRect/>
          </a:stretch>
        </p:blipFill>
        <p:spPr>
          <a:xfrm>
            <a:off x="1685309" y="1590418"/>
            <a:ext cx="8821381" cy="3677163"/>
          </a:xfrm>
          <a:prstGeom prst="rect">
            <a:avLst/>
          </a:prstGeom>
        </p:spPr>
      </p:pic>
      <p:pic>
        <p:nvPicPr>
          <p:cNvPr id="7" name="Picture 6">
            <a:extLst>
              <a:ext uri="{FF2B5EF4-FFF2-40B4-BE49-F238E27FC236}">
                <a16:creationId xmlns:a16="http://schemas.microsoft.com/office/drawing/2014/main" id="{92714A89-C802-A556-5EB3-9788EE3454E2}"/>
              </a:ext>
            </a:extLst>
          </p:cNvPr>
          <p:cNvPicPr>
            <a:picLocks noChangeAspect="1"/>
          </p:cNvPicPr>
          <p:nvPr/>
        </p:nvPicPr>
        <p:blipFill>
          <a:blip r:embed="rId3"/>
          <a:stretch>
            <a:fillRect/>
          </a:stretch>
        </p:blipFill>
        <p:spPr>
          <a:xfrm>
            <a:off x="1842493" y="5314735"/>
            <a:ext cx="8507012" cy="1543265"/>
          </a:xfrm>
          <a:prstGeom prst="rect">
            <a:avLst/>
          </a:prstGeom>
        </p:spPr>
      </p:pic>
    </p:spTree>
    <p:extLst>
      <p:ext uri="{BB962C8B-B14F-4D97-AF65-F5344CB8AC3E}">
        <p14:creationId xmlns:p14="http://schemas.microsoft.com/office/powerpoint/2010/main" val="406571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72CE1A-98D7-88E3-DEAA-EE1F2FBD32FE}"/>
              </a:ext>
            </a:extLst>
          </p:cNvPr>
          <p:cNvSpPr>
            <a:spLocks noGrp="1"/>
          </p:cNvSpPr>
          <p:nvPr>
            <p:ph type="ctrTitle"/>
          </p:nvPr>
        </p:nvSpPr>
        <p:spPr/>
        <p:txBody>
          <a:bodyPr/>
          <a:lstStyle/>
          <a:p>
            <a:r>
              <a:rPr lang="en-US" dirty="0"/>
              <a:t>Agents as tools</a:t>
            </a:r>
            <a:endParaRPr lang="en-PK" dirty="0"/>
          </a:p>
        </p:txBody>
      </p:sp>
      <p:sp>
        <p:nvSpPr>
          <p:cNvPr id="5" name="Subtitle 4">
            <a:extLst>
              <a:ext uri="{FF2B5EF4-FFF2-40B4-BE49-F238E27FC236}">
                <a16:creationId xmlns:a16="http://schemas.microsoft.com/office/drawing/2014/main" id="{10AE8F7D-8EC0-1B77-6A90-2801D63B92DD}"/>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3337896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62C63-7BB7-2427-D545-2854467C37DF}"/>
              </a:ext>
            </a:extLst>
          </p:cNvPr>
          <p:cNvSpPr>
            <a:spLocks noGrp="1"/>
          </p:cNvSpPr>
          <p:nvPr>
            <p:ph type="title"/>
          </p:nvPr>
        </p:nvSpPr>
        <p:spPr/>
        <p:txBody>
          <a:bodyPr/>
          <a:lstStyle/>
          <a:p>
            <a:r>
              <a:rPr lang="en-US" dirty="0"/>
              <a:t>Agents as tools</a:t>
            </a:r>
            <a:endParaRPr lang="en-PK" dirty="0"/>
          </a:p>
        </p:txBody>
      </p:sp>
      <p:sp>
        <p:nvSpPr>
          <p:cNvPr id="3" name="Content Placeholder 2">
            <a:extLst>
              <a:ext uri="{FF2B5EF4-FFF2-40B4-BE49-F238E27FC236}">
                <a16:creationId xmlns:a16="http://schemas.microsoft.com/office/drawing/2014/main" id="{BD5EDB3A-7123-93BD-2AE6-CE12F34C8CE4}"/>
              </a:ext>
            </a:extLst>
          </p:cNvPr>
          <p:cNvSpPr>
            <a:spLocks noGrp="1"/>
          </p:cNvSpPr>
          <p:nvPr>
            <p:ph idx="1"/>
          </p:nvPr>
        </p:nvSpPr>
        <p:spPr/>
        <p:txBody>
          <a:bodyPr>
            <a:normAutofit fontScale="85000" lnSpcReduction="20000"/>
          </a:bodyPr>
          <a:lstStyle/>
          <a:p>
            <a:pPr>
              <a:buNone/>
            </a:pPr>
            <a:r>
              <a:rPr lang="en-US" b="1" dirty="0"/>
              <a:t>Agent-as-Tool Architecture</a:t>
            </a:r>
          </a:p>
          <a:p>
            <a:pPr>
              <a:buFont typeface="Arial" panose="020B0604020202020204" pitchFamily="34" charset="0"/>
              <a:buChar char="•"/>
            </a:pPr>
            <a:r>
              <a:rPr lang="en-US" dirty="0"/>
              <a:t>Agents SDK allows using </a:t>
            </a:r>
            <a:r>
              <a:rPr lang="en-US" b="1" dirty="0"/>
              <a:t>one agent as a tool for another agent</a:t>
            </a:r>
            <a:endParaRPr lang="en-US" dirty="0"/>
          </a:p>
          <a:p>
            <a:pPr>
              <a:buFont typeface="Arial" panose="020B0604020202020204" pitchFamily="34" charset="0"/>
              <a:buChar char="•"/>
            </a:pPr>
            <a:r>
              <a:rPr lang="en-US" dirty="0"/>
              <a:t>This creates a </a:t>
            </a:r>
            <a:r>
              <a:rPr lang="en-US" b="1" dirty="0"/>
              <a:t>hierarchical multi-agent architecture</a:t>
            </a:r>
            <a:endParaRPr lang="en-US" dirty="0"/>
          </a:p>
          <a:p>
            <a:pPr>
              <a:buNone/>
            </a:pPr>
            <a:r>
              <a:rPr lang="en-US" b="1" dirty="0"/>
              <a:t>Orchestrator vs Worker Agents</a:t>
            </a:r>
          </a:p>
          <a:p>
            <a:pPr>
              <a:buFont typeface="Arial" panose="020B0604020202020204" pitchFamily="34" charset="0"/>
              <a:buChar char="•"/>
            </a:pPr>
            <a:r>
              <a:rPr lang="en-US" b="1" dirty="0"/>
              <a:t>Orchestrator Agent</a:t>
            </a:r>
            <a:endParaRPr lang="en-US" dirty="0"/>
          </a:p>
          <a:p>
            <a:pPr marL="742950" lvl="1" indent="-285750">
              <a:buFont typeface="Arial" panose="020B0604020202020204" pitchFamily="34" charset="0"/>
              <a:buChar char="•"/>
            </a:pPr>
            <a:r>
              <a:rPr lang="en-US" dirty="0"/>
              <a:t>Controls workflow and decision-making</a:t>
            </a:r>
          </a:p>
          <a:p>
            <a:pPr marL="742950" lvl="1" indent="-285750">
              <a:buFont typeface="Arial" panose="020B0604020202020204" pitchFamily="34" charset="0"/>
              <a:buChar char="•"/>
            </a:pPr>
            <a:r>
              <a:rPr lang="en-US" dirty="0"/>
              <a:t>Delegates tasks to other agents</a:t>
            </a:r>
          </a:p>
          <a:p>
            <a:pPr>
              <a:buFont typeface="Arial" panose="020B0604020202020204" pitchFamily="34" charset="0"/>
              <a:buChar char="•"/>
            </a:pPr>
            <a:r>
              <a:rPr lang="en-US" b="1" dirty="0"/>
              <a:t>Worker Agents</a:t>
            </a:r>
            <a:endParaRPr lang="en-US" dirty="0"/>
          </a:p>
          <a:p>
            <a:pPr marL="742950" lvl="1" indent="-285750">
              <a:buFont typeface="Arial" panose="020B0604020202020204" pitchFamily="34" charset="0"/>
              <a:buChar char="•"/>
            </a:pPr>
            <a:r>
              <a:rPr lang="en-US" dirty="0"/>
              <a:t>Act as modular units with:</a:t>
            </a:r>
          </a:p>
          <a:p>
            <a:pPr marL="1143000" lvl="2" indent="-228600">
              <a:buFont typeface="Arial" panose="020B0604020202020204" pitchFamily="34" charset="0"/>
              <a:buChar char="•"/>
            </a:pPr>
            <a:r>
              <a:rPr lang="en-US" dirty="0"/>
              <a:t>Their own system prompts</a:t>
            </a:r>
          </a:p>
          <a:p>
            <a:pPr marL="1143000" lvl="2" indent="-228600">
              <a:buFont typeface="Arial" panose="020B0604020202020204" pitchFamily="34" charset="0"/>
              <a:buChar char="•"/>
            </a:pPr>
            <a:r>
              <a:rPr lang="en-US" dirty="0"/>
              <a:t>Individual reasoning process</a:t>
            </a:r>
          </a:p>
          <a:p>
            <a:pPr marL="1143000" lvl="2" indent="-228600">
              <a:buFont typeface="Arial" panose="020B0604020202020204" pitchFamily="34" charset="0"/>
              <a:buChar char="•"/>
            </a:pPr>
            <a:r>
              <a:rPr lang="en-US" dirty="0"/>
              <a:t>Their own tools or capabilities</a:t>
            </a:r>
          </a:p>
          <a:p>
            <a:pPr marL="742950" lvl="1" indent="-285750">
              <a:buFont typeface="Arial" panose="020B0604020202020204" pitchFamily="34" charset="0"/>
              <a:buChar char="•"/>
            </a:pPr>
            <a:r>
              <a:rPr lang="en-US" dirty="0"/>
              <a:t>From the orchestrator’s view, they are </a:t>
            </a:r>
            <a:r>
              <a:rPr lang="en-US" b="1" dirty="0"/>
              <a:t>invoked just like any tool</a:t>
            </a:r>
            <a:endParaRPr lang="en-US" dirty="0"/>
          </a:p>
          <a:p>
            <a:endParaRPr lang="en-PK" dirty="0"/>
          </a:p>
        </p:txBody>
      </p:sp>
    </p:spTree>
    <p:extLst>
      <p:ext uri="{BB962C8B-B14F-4D97-AF65-F5344CB8AC3E}">
        <p14:creationId xmlns:p14="http://schemas.microsoft.com/office/powerpoint/2010/main" val="647493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35B3-F386-85F9-3408-80B2D2CD67B0}"/>
              </a:ext>
            </a:extLst>
          </p:cNvPr>
          <p:cNvSpPr>
            <a:spLocks noGrp="1"/>
          </p:cNvSpPr>
          <p:nvPr>
            <p:ph type="title"/>
          </p:nvPr>
        </p:nvSpPr>
        <p:spPr/>
        <p:txBody>
          <a:bodyPr/>
          <a:lstStyle/>
          <a:p>
            <a:r>
              <a:rPr lang="en-US" dirty="0"/>
              <a:t>Handoff versus agent-as-tool patterns</a:t>
            </a:r>
            <a:endParaRPr lang="en-PK" dirty="0"/>
          </a:p>
        </p:txBody>
      </p:sp>
      <p:sp>
        <p:nvSpPr>
          <p:cNvPr id="3" name="Content Placeholder 2">
            <a:extLst>
              <a:ext uri="{FF2B5EF4-FFF2-40B4-BE49-F238E27FC236}">
                <a16:creationId xmlns:a16="http://schemas.microsoft.com/office/drawing/2014/main" id="{D9635B72-AEBB-A6B5-F8CE-1AC7EF5ED3AD}"/>
              </a:ext>
            </a:extLst>
          </p:cNvPr>
          <p:cNvSpPr>
            <a:spLocks noGrp="1"/>
          </p:cNvSpPr>
          <p:nvPr>
            <p:ph idx="1"/>
          </p:nvPr>
        </p:nvSpPr>
        <p:spPr>
          <a:xfrm>
            <a:off x="838200" y="1573620"/>
            <a:ext cx="10515600" cy="5167422"/>
          </a:xfrm>
        </p:spPr>
        <p:txBody>
          <a:bodyPr>
            <a:normAutofit fontScale="70000" lnSpcReduction="20000"/>
          </a:bodyPr>
          <a:lstStyle/>
          <a:p>
            <a:pPr marL="0" indent="0">
              <a:buNone/>
            </a:pPr>
            <a:r>
              <a:rPr lang="en-US" b="1" dirty="0"/>
              <a:t>Agent-as-Tool Pattern</a:t>
            </a:r>
            <a:endParaRPr lang="en-US" dirty="0"/>
          </a:p>
          <a:p>
            <a:pPr marL="742950" lvl="1" indent="-285750">
              <a:buFont typeface="Arial" panose="020B0604020202020204" pitchFamily="34" charset="0"/>
              <a:buChar char="•"/>
            </a:pPr>
            <a:r>
              <a:rPr lang="en-US" dirty="0"/>
              <a:t>One agent calls another agent </a:t>
            </a:r>
            <a:r>
              <a:rPr lang="en-US" b="1" dirty="0"/>
              <a:t>like a tool</a:t>
            </a:r>
            <a:endParaRPr lang="en-US" dirty="0"/>
          </a:p>
          <a:p>
            <a:pPr marL="742950" lvl="1" indent="-285750">
              <a:buFont typeface="Arial" panose="020B0604020202020204" pitchFamily="34" charset="0"/>
              <a:buChar char="•"/>
            </a:pPr>
            <a:r>
              <a:rPr lang="en-US" dirty="0"/>
              <a:t>The first agent </a:t>
            </a:r>
            <a:r>
              <a:rPr lang="en-US" b="1" dirty="0"/>
              <a:t>remains in control</a:t>
            </a:r>
            <a:r>
              <a:rPr lang="en-US" dirty="0"/>
              <a:t> of the workflow</a:t>
            </a:r>
          </a:p>
          <a:p>
            <a:pPr marL="742950" lvl="1" indent="-285750">
              <a:buFont typeface="Arial" panose="020B0604020202020204" pitchFamily="34" charset="0"/>
              <a:buChar char="•"/>
            </a:pPr>
            <a:r>
              <a:rPr lang="en-US" dirty="0"/>
              <a:t>The called agent only performs a </a:t>
            </a:r>
            <a:r>
              <a:rPr lang="en-US" b="1" dirty="0"/>
              <a:t>specific subtask</a:t>
            </a:r>
            <a:endParaRPr lang="en-US" dirty="0"/>
          </a:p>
          <a:p>
            <a:pPr>
              <a:buNone/>
            </a:pPr>
            <a:r>
              <a:rPr lang="en-US" b="1" dirty="0"/>
              <a:t> Handoff Pattern</a:t>
            </a:r>
          </a:p>
          <a:p>
            <a:pPr>
              <a:buFont typeface="Arial" panose="020B0604020202020204" pitchFamily="34" charset="0"/>
              <a:buChar char="•"/>
            </a:pPr>
            <a:r>
              <a:rPr lang="en-US" dirty="0"/>
              <a:t>One agent </a:t>
            </a:r>
            <a:r>
              <a:rPr lang="en-US" b="1" dirty="0"/>
              <a:t>fully transfers control</a:t>
            </a:r>
            <a:r>
              <a:rPr lang="en-US" dirty="0"/>
              <a:t> to another agent</a:t>
            </a:r>
          </a:p>
          <a:p>
            <a:pPr>
              <a:buFont typeface="Arial" panose="020B0604020202020204" pitchFamily="34" charset="0"/>
              <a:buChar char="•"/>
            </a:pPr>
            <a:r>
              <a:rPr lang="en-US" dirty="0"/>
              <a:t>The second agent takes over the </a:t>
            </a:r>
            <a:r>
              <a:rPr lang="en-US" b="1" dirty="0"/>
              <a:t>entire interaction or task</a:t>
            </a:r>
            <a:endParaRPr lang="en-US" dirty="0"/>
          </a:p>
          <a:p>
            <a:pPr>
              <a:buFont typeface="Arial" panose="020B0604020202020204" pitchFamily="34" charset="0"/>
              <a:buChar char="•"/>
            </a:pPr>
            <a:r>
              <a:rPr lang="en-US" dirty="0"/>
              <a:t>It remains in charge until:</a:t>
            </a:r>
          </a:p>
          <a:p>
            <a:pPr marL="742950" lvl="1" indent="-285750">
              <a:buFont typeface="Arial" panose="020B0604020202020204" pitchFamily="34" charset="0"/>
              <a:buChar char="•"/>
            </a:pPr>
            <a:r>
              <a:rPr lang="en-US" dirty="0"/>
              <a:t>The task is completed </a:t>
            </a:r>
            <a:r>
              <a:rPr lang="en-US" b="1" dirty="0"/>
              <a:t>or</a:t>
            </a:r>
            <a:endParaRPr lang="en-US" dirty="0"/>
          </a:p>
          <a:p>
            <a:pPr marL="742950" lvl="1" indent="-285750">
              <a:buFont typeface="Arial" panose="020B0604020202020204" pitchFamily="34" charset="0"/>
              <a:buChar char="•"/>
            </a:pPr>
            <a:r>
              <a:rPr lang="en-US" dirty="0"/>
              <a:t>It chooses to hand control back</a:t>
            </a:r>
          </a:p>
          <a:p>
            <a:pPr>
              <a:buNone/>
            </a:pPr>
            <a:r>
              <a:rPr lang="en-US" b="1" dirty="0"/>
              <a:t>Key Difference Slide</a:t>
            </a:r>
          </a:p>
          <a:p>
            <a:pPr>
              <a:buFont typeface="Arial" panose="020B0604020202020204" pitchFamily="34" charset="0"/>
              <a:buChar char="•"/>
            </a:pPr>
            <a:r>
              <a:rPr lang="en-US" b="1" dirty="0"/>
              <a:t>Agent-as-Tool:</a:t>
            </a:r>
            <a:endParaRPr lang="en-US" dirty="0"/>
          </a:p>
          <a:p>
            <a:pPr marL="742950" lvl="1" indent="-285750">
              <a:buFont typeface="Arial" panose="020B0604020202020204" pitchFamily="34" charset="0"/>
              <a:buChar char="•"/>
            </a:pPr>
            <a:r>
              <a:rPr lang="en-US" dirty="0"/>
              <a:t>Controlled invocation</a:t>
            </a:r>
          </a:p>
          <a:p>
            <a:pPr marL="742950" lvl="1" indent="-285750">
              <a:buFont typeface="Arial" panose="020B0604020202020204" pitchFamily="34" charset="0"/>
              <a:buChar char="•"/>
            </a:pPr>
            <a:r>
              <a:rPr lang="en-US" dirty="0"/>
              <a:t>Caller stays in charge</a:t>
            </a:r>
          </a:p>
          <a:p>
            <a:pPr>
              <a:buFont typeface="Arial" panose="020B0604020202020204" pitchFamily="34" charset="0"/>
              <a:buChar char="•"/>
            </a:pPr>
            <a:r>
              <a:rPr lang="en-US" b="1" dirty="0"/>
              <a:t>Handoff:</a:t>
            </a:r>
            <a:endParaRPr lang="en-US" dirty="0"/>
          </a:p>
          <a:p>
            <a:pPr marL="742950" lvl="1" indent="-285750">
              <a:buFont typeface="Arial" panose="020B0604020202020204" pitchFamily="34" charset="0"/>
              <a:buChar char="•"/>
            </a:pPr>
            <a:r>
              <a:rPr lang="en-US" dirty="0"/>
              <a:t>Full delegation</a:t>
            </a:r>
          </a:p>
          <a:p>
            <a:pPr marL="742950" lvl="1" indent="-285750">
              <a:buFont typeface="Arial" panose="020B0604020202020204" pitchFamily="34" charset="0"/>
              <a:buChar char="•"/>
            </a:pPr>
            <a:r>
              <a:rPr lang="en-US" dirty="0"/>
              <a:t>Control moves to another agent</a:t>
            </a:r>
          </a:p>
        </p:txBody>
      </p:sp>
    </p:spTree>
    <p:extLst>
      <p:ext uri="{BB962C8B-B14F-4D97-AF65-F5344CB8AC3E}">
        <p14:creationId xmlns:p14="http://schemas.microsoft.com/office/powerpoint/2010/main" val="5676327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46ABC-E488-8C78-5887-610BC351D25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D13E05D-3979-D4C0-0482-46F86B8279C4}"/>
              </a:ext>
            </a:extLst>
          </p:cNvPr>
          <p:cNvSpPr>
            <a:spLocks noGrp="1"/>
          </p:cNvSpPr>
          <p:nvPr>
            <p:ph idx="1"/>
          </p:nvPr>
        </p:nvSpPr>
        <p:spPr>
          <a:xfrm>
            <a:off x="7432158" y="1825625"/>
            <a:ext cx="3921642" cy="4351338"/>
          </a:xfrm>
        </p:spPr>
        <p:txBody>
          <a:bodyPr/>
          <a:lstStyle/>
          <a:p>
            <a:endParaRPr lang="en-PK" dirty="0"/>
          </a:p>
        </p:txBody>
      </p:sp>
      <p:pic>
        <p:nvPicPr>
          <p:cNvPr id="5" name="Picture 4">
            <a:extLst>
              <a:ext uri="{FF2B5EF4-FFF2-40B4-BE49-F238E27FC236}">
                <a16:creationId xmlns:a16="http://schemas.microsoft.com/office/drawing/2014/main" id="{960905A7-7259-2E41-021A-7E7ECD39575E}"/>
              </a:ext>
            </a:extLst>
          </p:cNvPr>
          <p:cNvPicPr>
            <a:picLocks noChangeAspect="1"/>
          </p:cNvPicPr>
          <p:nvPr/>
        </p:nvPicPr>
        <p:blipFill>
          <a:blip r:embed="rId2"/>
          <a:stretch>
            <a:fillRect/>
          </a:stretch>
        </p:blipFill>
        <p:spPr>
          <a:xfrm>
            <a:off x="838200" y="1690688"/>
            <a:ext cx="8878539" cy="4896533"/>
          </a:xfrm>
          <a:prstGeom prst="rect">
            <a:avLst/>
          </a:prstGeom>
        </p:spPr>
      </p:pic>
    </p:spTree>
    <p:extLst>
      <p:ext uri="{BB962C8B-B14F-4D97-AF65-F5344CB8AC3E}">
        <p14:creationId xmlns:p14="http://schemas.microsoft.com/office/powerpoint/2010/main" val="29348455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4F844-6765-892B-459D-F98BCF41E93C}"/>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487A736-D60C-F6BE-EA44-8BD12FF63CA9}"/>
              </a:ext>
            </a:extLst>
          </p:cNvPr>
          <p:cNvSpPr>
            <a:spLocks noGrp="1"/>
          </p:cNvSpPr>
          <p:nvPr>
            <p:ph idx="1"/>
          </p:nvPr>
        </p:nvSpPr>
        <p:spPr/>
        <p:txBody>
          <a:bodyPr>
            <a:normAutofit fontScale="55000" lnSpcReduction="20000"/>
          </a:bodyPr>
          <a:lstStyle/>
          <a:p>
            <a:pPr>
              <a:buFont typeface="Arial" panose="020B0604020202020204" pitchFamily="34" charset="0"/>
              <a:buChar char="•"/>
            </a:pPr>
            <a:r>
              <a:rPr lang="en-US" dirty="0"/>
              <a:t>Calling customer service illustrates the two patterns:</a:t>
            </a:r>
          </a:p>
          <a:p>
            <a:pPr marL="742950" lvl="1" indent="-285750">
              <a:buFont typeface="Arial" panose="020B0604020202020204" pitchFamily="34" charset="0"/>
              <a:buChar char="•"/>
            </a:pPr>
            <a:r>
              <a:rPr lang="en-US" b="1" dirty="0"/>
              <a:t>Handoff pattern:</a:t>
            </a:r>
            <a:endParaRPr lang="en-US" dirty="0"/>
          </a:p>
          <a:p>
            <a:pPr marL="1143000" lvl="2" indent="-228600">
              <a:buFont typeface="Arial" panose="020B0604020202020204" pitchFamily="34" charset="0"/>
              <a:buChar char="•"/>
            </a:pPr>
            <a:r>
              <a:rPr lang="en-US" dirty="0"/>
              <a:t>Manager </a:t>
            </a:r>
            <a:r>
              <a:rPr lang="en-US" i="1" dirty="0"/>
              <a:t>transfers</a:t>
            </a:r>
            <a:r>
              <a:rPr lang="en-US" dirty="0"/>
              <a:t> you to another department</a:t>
            </a:r>
          </a:p>
          <a:p>
            <a:pPr marL="1143000" lvl="2" indent="-228600">
              <a:buFont typeface="Arial" panose="020B0604020202020204" pitchFamily="34" charset="0"/>
              <a:buChar char="•"/>
            </a:pPr>
            <a:r>
              <a:rPr lang="en-US" dirty="0"/>
              <a:t>The new agent continues the entire conversation</a:t>
            </a:r>
          </a:p>
          <a:p>
            <a:pPr marL="742950" lvl="1" indent="-285750">
              <a:buFont typeface="Arial" panose="020B0604020202020204" pitchFamily="34" charset="0"/>
              <a:buChar char="•"/>
            </a:pPr>
            <a:r>
              <a:rPr lang="en-US" b="1" dirty="0"/>
              <a:t>Agent-as-Tool pattern:</a:t>
            </a:r>
            <a:endParaRPr lang="en-US" dirty="0"/>
          </a:p>
          <a:p>
            <a:pPr marL="1143000" lvl="2" indent="-228600">
              <a:buFont typeface="Arial" panose="020B0604020202020204" pitchFamily="34" charset="0"/>
              <a:buChar char="•"/>
            </a:pPr>
            <a:r>
              <a:rPr lang="en-US" dirty="0"/>
              <a:t>Manager puts you </a:t>
            </a:r>
            <a:r>
              <a:rPr lang="en-US" i="1" dirty="0"/>
              <a:t>on hold</a:t>
            </a:r>
            <a:endParaRPr lang="en-US" dirty="0"/>
          </a:p>
          <a:p>
            <a:pPr marL="1143000" lvl="2" indent="-228600">
              <a:buFont typeface="Arial" panose="020B0604020202020204" pitchFamily="34" charset="0"/>
              <a:buChar char="•"/>
            </a:pPr>
            <a:r>
              <a:rPr lang="en-US" dirty="0"/>
              <a:t>Gathers info from coworkers</a:t>
            </a:r>
          </a:p>
          <a:p>
            <a:pPr marL="1143000" lvl="2" indent="-228600">
              <a:buFont typeface="Arial" panose="020B0604020202020204" pitchFamily="34" charset="0"/>
              <a:buChar char="•"/>
            </a:pPr>
            <a:r>
              <a:rPr lang="en-US" dirty="0"/>
              <a:t>Returns to continue the conversation</a:t>
            </a:r>
          </a:p>
          <a:p>
            <a:pPr>
              <a:buNone/>
            </a:pPr>
            <a:r>
              <a:rPr lang="en-US" b="1" dirty="0"/>
              <a:t>Slide — Workflow Support in the SDK</a:t>
            </a:r>
          </a:p>
          <a:p>
            <a:pPr>
              <a:buFont typeface="Arial" panose="020B0604020202020204" pitchFamily="34" charset="0"/>
              <a:buChar char="•"/>
            </a:pPr>
            <a:r>
              <a:rPr lang="en-US" dirty="0"/>
              <a:t>Both </a:t>
            </a:r>
            <a:r>
              <a:rPr lang="en-US" b="1" dirty="0"/>
              <a:t>handoff</a:t>
            </a:r>
            <a:r>
              <a:rPr lang="en-US" dirty="0"/>
              <a:t> and </a:t>
            </a:r>
            <a:r>
              <a:rPr lang="en-US" b="1" dirty="0"/>
              <a:t>agent-as-tool</a:t>
            </a:r>
            <a:r>
              <a:rPr lang="en-US" dirty="0"/>
              <a:t> patterns are fully supported</a:t>
            </a:r>
          </a:p>
          <a:p>
            <a:pPr>
              <a:buFont typeface="Arial" panose="020B0604020202020204" pitchFamily="34" charset="0"/>
              <a:buChar char="•"/>
            </a:pPr>
            <a:r>
              <a:rPr lang="en-US" dirty="0"/>
              <a:t>They can be </a:t>
            </a:r>
            <a:r>
              <a:rPr lang="en-US" b="1" dirty="0"/>
              <a:t>combined</a:t>
            </a:r>
            <a:r>
              <a:rPr lang="en-US" dirty="0"/>
              <a:t> for advanced workflows</a:t>
            </a:r>
          </a:p>
          <a:p>
            <a:pPr>
              <a:buNone/>
            </a:pPr>
            <a:r>
              <a:rPr lang="en-US" b="1" dirty="0"/>
              <a:t>Slide — Key Trade-Off: Control</a:t>
            </a:r>
          </a:p>
          <a:p>
            <a:pPr>
              <a:buFont typeface="Arial" panose="020B0604020202020204" pitchFamily="34" charset="0"/>
              <a:buChar char="•"/>
            </a:pPr>
            <a:r>
              <a:rPr lang="en-US" b="1" dirty="0"/>
              <a:t>Handoff:</a:t>
            </a:r>
            <a:endParaRPr lang="en-US" dirty="0"/>
          </a:p>
          <a:p>
            <a:pPr marL="742950" lvl="1" indent="-285750">
              <a:buFont typeface="Arial" panose="020B0604020202020204" pitchFamily="34" charset="0"/>
              <a:buChar char="•"/>
            </a:pPr>
            <a:r>
              <a:rPr lang="en-US" dirty="0"/>
              <a:t>More </a:t>
            </a:r>
            <a:r>
              <a:rPr lang="en-US" b="1" dirty="0"/>
              <a:t>autonomous</a:t>
            </a:r>
            <a:r>
              <a:rPr lang="en-US" dirty="0"/>
              <a:t>, modular workflow</a:t>
            </a:r>
          </a:p>
          <a:p>
            <a:pPr marL="742950" lvl="1" indent="-285750">
              <a:buFont typeface="Arial" panose="020B0604020202020204" pitchFamily="34" charset="0"/>
              <a:buChar char="•"/>
            </a:pPr>
            <a:r>
              <a:rPr lang="en-US" dirty="0"/>
              <a:t>Control moves to another agent</a:t>
            </a:r>
          </a:p>
          <a:p>
            <a:pPr>
              <a:buFont typeface="Arial" panose="020B0604020202020204" pitchFamily="34" charset="0"/>
              <a:buChar char="•"/>
            </a:pPr>
            <a:r>
              <a:rPr lang="en-US" b="1" dirty="0"/>
              <a:t>Agent-as-Tool:</a:t>
            </a:r>
            <a:endParaRPr lang="en-US" dirty="0"/>
          </a:p>
          <a:p>
            <a:pPr marL="742950" lvl="1" indent="-285750">
              <a:buFont typeface="Arial" panose="020B0604020202020204" pitchFamily="34" charset="0"/>
              <a:buChar char="•"/>
            </a:pPr>
            <a:r>
              <a:rPr lang="en-US" dirty="0"/>
              <a:t>More </a:t>
            </a:r>
            <a:r>
              <a:rPr lang="en-US" b="1" dirty="0"/>
              <a:t>centralized coordination</a:t>
            </a:r>
            <a:endParaRPr lang="en-US" dirty="0"/>
          </a:p>
          <a:p>
            <a:pPr marL="742950" lvl="1" indent="-285750">
              <a:buFont typeface="Arial" panose="020B0604020202020204" pitchFamily="34" charset="0"/>
              <a:buChar char="•"/>
            </a:pPr>
            <a:r>
              <a:rPr lang="en-US" dirty="0"/>
              <a:t>Original agent keeps control</a:t>
            </a:r>
          </a:p>
          <a:p>
            <a:endParaRPr lang="en-PK" dirty="0"/>
          </a:p>
        </p:txBody>
      </p:sp>
    </p:spTree>
    <p:extLst>
      <p:ext uri="{BB962C8B-B14F-4D97-AF65-F5344CB8AC3E}">
        <p14:creationId xmlns:p14="http://schemas.microsoft.com/office/powerpoint/2010/main" val="2330044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79A5-8D7E-EEF4-DC11-3C277D23E2CE}"/>
              </a:ext>
            </a:extLst>
          </p:cNvPr>
          <p:cNvSpPr>
            <a:spLocks noGrp="1"/>
          </p:cNvSpPr>
          <p:nvPr>
            <p:ph type="title"/>
          </p:nvPr>
        </p:nvSpPr>
        <p:spPr/>
        <p:txBody>
          <a:bodyPr/>
          <a:lstStyle/>
          <a:p>
            <a:r>
              <a:rPr lang="en-US" dirty="0"/>
              <a:t>When to Use the Handoff Pattern</a:t>
            </a:r>
            <a:endParaRPr lang="en-PK" dirty="0"/>
          </a:p>
        </p:txBody>
      </p:sp>
      <p:sp>
        <p:nvSpPr>
          <p:cNvPr id="3" name="Content Placeholder 2">
            <a:extLst>
              <a:ext uri="{FF2B5EF4-FFF2-40B4-BE49-F238E27FC236}">
                <a16:creationId xmlns:a16="http://schemas.microsoft.com/office/drawing/2014/main" id="{19AC6A1D-09E1-B121-E32A-505EEF64A58C}"/>
              </a:ext>
            </a:extLst>
          </p:cNvPr>
          <p:cNvSpPr>
            <a:spLocks noGrp="1"/>
          </p:cNvSpPr>
          <p:nvPr>
            <p:ph idx="1"/>
          </p:nvPr>
        </p:nvSpPr>
        <p:spPr/>
        <p:txBody>
          <a:bodyPr/>
          <a:lstStyle/>
          <a:p>
            <a:pPr>
              <a:buFont typeface="Arial" panose="020B0604020202020204" pitchFamily="34" charset="0"/>
              <a:buChar char="•"/>
            </a:pPr>
            <a:r>
              <a:rPr lang="en-US" dirty="0"/>
              <a:t>Fits naturally into another agent’s domain</a:t>
            </a:r>
          </a:p>
          <a:p>
            <a:pPr>
              <a:buFont typeface="Arial" panose="020B0604020202020204" pitchFamily="34" charset="0"/>
              <a:buChar char="•"/>
            </a:pPr>
            <a:r>
              <a:rPr lang="en-US" dirty="0"/>
              <a:t> Worker agent should handle the entire user interaction for that segment</a:t>
            </a:r>
          </a:p>
          <a:p>
            <a:pPr>
              <a:buFont typeface="Arial" panose="020B0604020202020204" pitchFamily="34" charset="0"/>
              <a:buChar char="•"/>
            </a:pPr>
            <a:r>
              <a:rPr lang="en-US" dirty="0"/>
              <a:t>Intermediate steps do not require tight oversight</a:t>
            </a:r>
          </a:p>
          <a:p>
            <a:endParaRPr lang="en-PK" dirty="0"/>
          </a:p>
        </p:txBody>
      </p:sp>
    </p:spTree>
    <p:extLst>
      <p:ext uri="{BB962C8B-B14F-4D97-AF65-F5344CB8AC3E}">
        <p14:creationId xmlns:p14="http://schemas.microsoft.com/office/powerpoint/2010/main" val="549613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1B55-D304-DF80-D696-42A72B89865F}"/>
              </a:ext>
            </a:extLst>
          </p:cNvPr>
          <p:cNvSpPr>
            <a:spLocks noGrp="1"/>
          </p:cNvSpPr>
          <p:nvPr>
            <p:ph type="title"/>
          </p:nvPr>
        </p:nvSpPr>
        <p:spPr/>
        <p:txBody>
          <a:bodyPr/>
          <a:lstStyle/>
          <a:p>
            <a:r>
              <a:rPr lang="en-US" dirty="0"/>
              <a:t>when to use the </a:t>
            </a:r>
            <a:r>
              <a:rPr lang="en-US" b="1" dirty="0"/>
              <a:t>agent-as-tool pattern</a:t>
            </a:r>
            <a:r>
              <a:rPr lang="en-US" dirty="0"/>
              <a:t>,</a:t>
            </a:r>
            <a:endParaRPr lang="en-PK" dirty="0"/>
          </a:p>
        </p:txBody>
      </p:sp>
      <p:sp>
        <p:nvSpPr>
          <p:cNvPr id="3" name="Content Placeholder 2">
            <a:extLst>
              <a:ext uri="{FF2B5EF4-FFF2-40B4-BE49-F238E27FC236}">
                <a16:creationId xmlns:a16="http://schemas.microsoft.com/office/drawing/2014/main" id="{45A70986-FCFB-61B0-C2CF-B76C68226DAA}"/>
              </a:ext>
            </a:extLst>
          </p:cNvPr>
          <p:cNvSpPr>
            <a:spLocks noGrp="1"/>
          </p:cNvSpPr>
          <p:nvPr>
            <p:ph idx="1"/>
          </p:nvPr>
        </p:nvSpPr>
        <p:spPr/>
        <p:txBody>
          <a:bodyPr/>
          <a:lstStyle/>
          <a:p>
            <a:pPr>
              <a:buFont typeface="Arial" panose="020B0604020202020204" pitchFamily="34" charset="0"/>
              <a:buChar char="•"/>
            </a:pPr>
            <a:r>
              <a:rPr lang="en-US" b="1" dirty="0"/>
              <a:t>You need to stay in control</a:t>
            </a:r>
            <a:r>
              <a:rPr lang="en-US" dirty="0"/>
              <a:t> of the overall logic or conversation</a:t>
            </a:r>
            <a:br>
              <a:rPr lang="en-US" dirty="0"/>
            </a:br>
            <a:r>
              <a:rPr lang="en-US" i="1" dirty="0"/>
              <a:t>(The main/orchestrator agent should supervise and guide the process.)</a:t>
            </a:r>
            <a:endParaRPr lang="en-US" dirty="0"/>
          </a:p>
          <a:p>
            <a:pPr>
              <a:buFont typeface="Arial" panose="020B0604020202020204" pitchFamily="34" charset="0"/>
              <a:buChar char="•"/>
            </a:pPr>
            <a:r>
              <a:rPr lang="en-US" b="1" dirty="0"/>
              <a:t>You must combine information from multiple worker agents</a:t>
            </a:r>
            <a:br>
              <a:rPr lang="en-US" dirty="0"/>
            </a:br>
            <a:r>
              <a:rPr lang="en-US" i="1" dirty="0"/>
              <a:t>(Each worker does a small part, and the orchestrator puts everything together into one final answer.)</a:t>
            </a:r>
            <a:endParaRPr lang="en-US" dirty="0"/>
          </a:p>
          <a:p>
            <a:pPr>
              <a:buFont typeface="Arial" panose="020B0604020202020204" pitchFamily="34" charset="0"/>
              <a:buChar char="•"/>
            </a:pPr>
            <a:r>
              <a:rPr lang="en-US" b="1" dirty="0"/>
              <a:t>You require full visibility of all intermediate steps</a:t>
            </a:r>
            <a:br>
              <a:rPr lang="en-US" dirty="0"/>
            </a:br>
            <a:r>
              <a:rPr lang="en-US" i="1" dirty="0"/>
              <a:t>(The orchestrator needs to see every tool call, every response, and every action for correctness, compliance, or debugging.)</a:t>
            </a:r>
            <a:endParaRPr lang="en-US" dirty="0"/>
          </a:p>
          <a:p>
            <a:endParaRPr lang="en-PK" dirty="0"/>
          </a:p>
        </p:txBody>
      </p:sp>
    </p:spTree>
    <p:extLst>
      <p:ext uri="{BB962C8B-B14F-4D97-AF65-F5344CB8AC3E}">
        <p14:creationId xmlns:p14="http://schemas.microsoft.com/office/powerpoint/2010/main" val="1655871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C5E96-4602-7901-2404-616C094031CF}"/>
              </a:ext>
            </a:extLst>
          </p:cNvPr>
          <p:cNvSpPr>
            <a:spLocks noGrp="1"/>
          </p:cNvSpPr>
          <p:nvPr>
            <p:ph type="title"/>
          </p:nvPr>
        </p:nvSpPr>
        <p:spPr/>
        <p:txBody>
          <a:bodyPr/>
          <a:lstStyle/>
          <a:p>
            <a:r>
              <a:rPr lang="en-US" dirty="0"/>
              <a:t>Turning an Agent into a Tool (</a:t>
            </a:r>
            <a:r>
              <a:rPr lang="en-US" dirty="0" err="1"/>
              <a:t>as_tool</a:t>
            </a:r>
            <a:r>
              <a:rPr lang="en-US" dirty="0"/>
              <a:t>())</a:t>
            </a:r>
            <a:endParaRPr lang="en-PK" dirty="0"/>
          </a:p>
        </p:txBody>
      </p:sp>
      <p:sp>
        <p:nvSpPr>
          <p:cNvPr id="3" name="Content Placeholder 2">
            <a:extLst>
              <a:ext uri="{FF2B5EF4-FFF2-40B4-BE49-F238E27FC236}">
                <a16:creationId xmlns:a16="http://schemas.microsoft.com/office/drawing/2014/main" id="{6240DFE9-6B9F-5194-CD46-4AD0BE233634}"/>
              </a:ext>
            </a:extLst>
          </p:cNvPr>
          <p:cNvSpPr>
            <a:spLocks noGrp="1"/>
          </p:cNvSpPr>
          <p:nvPr>
            <p:ph idx="1"/>
          </p:nvPr>
        </p:nvSpPr>
        <p:spPr/>
        <p:txBody>
          <a:bodyPr>
            <a:normAutofit lnSpcReduction="10000"/>
          </a:bodyPr>
          <a:lstStyle/>
          <a:p>
            <a:pPr>
              <a:buFont typeface="Arial" panose="020B0604020202020204" pitchFamily="34" charset="0"/>
              <a:buChar char="•"/>
            </a:pPr>
            <a:r>
              <a:rPr lang="en-US" b="1" dirty="0"/>
              <a:t>Any agent can be converted into a tool</a:t>
            </a:r>
            <a:r>
              <a:rPr lang="en-US" dirty="0"/>
              <a:t> using the </a:t>
            </a:r>
            <a:r>
              <a:rPr lang="en-US" dirty="0" err="1">
                <a:latin typeface="Courier New" panose="02070309020205020404" pitchFamily="49" charset="0"/>
              </a:rPr>
              <a:t>as_tool</a:t>
            </a:r>
            <a:r>
              <a:rPr lang="en-US" dirty="0">
                <a:latin typeface="Courier New" panose="02070309020205020404" pitchFamily="49" charset="0"/>
              </a:rPr>
              <a:t>()</a:t>
            </a:r>
            <a:r>
              <a:rPr lang="en-US" dirty="0"/>
              <a:t> function.</a:t>
            </a:r>
          </a:p>
          <a:p>
            <a:pPr>
              <a:buFont typeface="Arial" panose="020B0604020202020204" pitchFamily="34" charset="0"/>
              <a:buChar char="•"/>
            </a:pPr>
            <a:r>
              <a:rPr lang="en-US" dirty="0" err="1">
                <a:latin typeface="Courier New" panose="02070309020205020404" pitchFamily="49" charset="0"/>
              </a:rPr>
              <a:t>as_tool</a:t>
            </a:r>
            <a:r>
              <a:rPr lang="en-US" dirty="0">
                <a:latin typeface="Courier New" panose="02070309020205020404" pitchFamily="49" charset="0"/>
              </a:rPr>
              <a:t>()</a:t>
            </a:r>
            <a:r>
              <a:rPr lang="en-US" dirty="0"/>
              <a:t> returns a </a:t>
            </a:r>
            <a:r>
              <a:rPr lang="en-US" b="1" dirty="0" err="1"/>
              <a:t>FunctionTool</a:t>
            </a:r>
            <a:r>
              <a:rPr lang="en-US" b="1" dirty="0"/>
              <a:t> object</a:t>
            </a:r>
            <a:r>
              <a:rPr lang="en-US" dirty="0"/>
              <a:t>, which can be added to another agent’s </a:t>
            </a:r>
            <a:r>
              <a:rPr lang="en-US" dirty="0">
                <a:latin typeface="Courier New" panose="02070309020205020404" pitchFamily="49" charset="0"/>
              </a:rPr>
              <a:t>tools</a:t>
            </a:r>
            <a:r>
              <a:rPr lang="en-US" dirty="0"/>
              <a:t> list.</a:t>
            </a:r>
          </a:p>
          <a:p>
            <a:pPr>
              <a:buFont typeface="Arial" panose="020B0604020202020204" pitchFamily="34" charset="0"/>
              <a:buChar char="•"/>
            </a:pPr>
            <a:r>
              <a:rPr lang="en-US" dirty="0"/>
              <a:t>You must provide a </a:t>
            </a:r>
            <a:r>
              <a:rPr lang="en-US" b="1" dirty="0"/>
              <a:t>name</a:t>
            </a:r>
            <a:r>
              <a:rPr lang="en-US" dirty="0"/>
              <a:t> and </a:t>
            </a:r>
            <a:r>
              <a:rPr lang="en-US" b="1" dirty="0"/>
              <a:t>description</a:t>
            </a:r>
            <a:r>
              <a:rPr lang="en-US" dirty="0"/>
              <a:t>, just like when defining custom function tools.</a:t>
            </a:r>
          </a:p>
          <a:p>
            <a:pPr>
              <a:buFont typeface="Arial" panose="020B0604020202020204" pitchFamily="34" charset="0"/>
              <a:buChar char="•"/>
            </a:pPr>
            <a:r>
              <a:rPr lang="en-US" dirty="0"/>
              <a:t>The </a:t>
            </a:r>
            <a:r>
              <a:rPr lang="en-US" b="1" dirty="0"/>
              <a:t>orchestrator agent relies on the name and description</a:t>
            </a:r>
            <a:r>
              <a:rPr lang="en-US" dirty="0"/>
              <a:t> to decide </a:t>
            </a:r>
            <a:r>
              <a:rPr lang="en-US" i="1" dirty="0"/>
              <a:t>when</a:t>
            </a:r>
            <a:r>
              <a:rPr lang="en-US" dirty="0"/>
              <a:t> and </a:t>
            </a:r>
            <a:r>
              <a:rPr lang="en-US" i="1" dirty="0"/>
              <a:t>why</a:t>
            </a:r>
            <a:r>
              <a:rPr lang="en-US" dirty="0"/>
              <a:t> to call this agent-tool.</a:t>
            </a:r>
          </a:p>
          <a:p>
            <a:pPr>
              <a:buFont typeface="Arial" panose="020B0604020202020204" pitchFamily="34" charset="0"/>
              <a:buChar char="•"/>
            </a:pPr>
            <a:r>
              <a:rPr lang="en-US" dirty="0"/>
              <a:t>Therefore, </a:t>
            </a:r>
            <a:r>
              <a:rPr lang="en-US" b="1" dirty="0"/>
              <a:t>clear, descriptive naming and documentation are critical</a:t>
            </a:r>
            <a:r>
              <a:rPr lang="en-US" dirty="0"/>
              <a:t> for correct tool selection.</a:t>
            </a:r>
          </a:p>
          <a:p>
            <a:endParaRPr lang="en-PK" dirty="0"/>
          </a:p>
        </p:txBody>
      </p:sp>
    </p:spTree>
    <p:extLst>
      <p:ext uri="{BB962C8B-B14F-4D97-AF65-F5344CB8AC3E}">
        <p14:creationId xmlns:p14="http://schemas.microsoft.com/office/powerpoint/2010/main" val="251650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CF889-FBEE-2211-ABA4-43578C7D6219}"/>
              </a:ext>
            </a:extLst>
          </p:cNvPr>
          <p:cNvSpPr>
            <a:spLocks noGrp="1"/>
          </p:cNvSpPr>
          <p:nvPr>
            <p:ph type="title"/>
          </p:nvPr>
        </p:nvSpPr>
        <p:spPr/>
        <p:txBody>
          <a:bodyPr/>
          <a:lstStyle/>
          <a:p>
            <a:r>
              <a:rPr lang="en-US" dirty="0"/>
              <a:t>agents_as_tool.py</a:t>
            </a:r>
            <a:endParaRPr lang="en-PK" dirty="0"/>
          </a:p>
        </p:txBody>
      </p:sp>
      <p:sp>
        <p:nvSpPr>
          <p:cNvPr id="3" name="Content Placeholder 2">
            <a:extLst>
              <a:ext uri="{FF2B5EF4-FFF2-40B4-BE49-F238E27FC236}">
                <a16:creationId xmlns:a16="http://schemas.microsoft.com/office/drawing/2014/main" id="{C02526CF-F562-7B3C-0ABF-73CD47327096}"/>
              </a:ext>
            </a:extLst>
          </p:cNvPr>
          <p:cNvSpPr>
            <a:spLocks noGrp="1"/>
          </p:cNvSpPr>
          <p:nvPr>
            <p:ph idx="1"/>
          </p:nvPr>
        </p:nvSpPr>
        <p:spPr/>
        <p:txBody>
          <a:bodyPr/>
          <a:lstStyle/>
          <a:p>
            <a:r>
              <a:rPr lang="en-US" dirty="0"/>
              <a:t>LocationAgent, whose sole purpose is to retrieve latitude and longitude values for a given city, using </a:t>
            </a:r>
            <a:r>
              <a:rPr lang="en-US" dirty="0" err="1"/>
              <a:t>WebSearchTool</a:t>
            </a:r>
            <a:endParaRPr lang="en-US" dirty="0"/>
          </a:p>
          <a:p>
            <a:r>
              <a:rPr lang="en-US" dirty="0" err="1"/>
              <a:t>DistanceCalculatorAgent</a:t>
            </a:r>
            <a:r>
              <a:rPr lang="en-US" dirty="0"/>
              <a:t>,</a:t>
            </a:r>
            <a:endParaRPr lang="en-PK" dirty="0"/>
          </a:p>
        </p:txBody>
      </p:sp>
    </p:spTree>
    <p:extLst>
      <p:ext uri="{BB962C8B-B14F-4D97-AF65-F5344CB8AC3E}">
        <p14:creationId xmlns:p14="http://schemas.microsoft.com/office/powerpoint/2010/main" val="101074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F6A61-CE20-8A4B-9A96-B8A8194F5B87}"/>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17890C82-5A63-361E-698C-E096D2FAAE1D}"/>
              </a:ext>
            </a:extLst>
          </p:cNvPr>
          <p:cNvPicPr>
            <a:picLocks noGrp="1" noChangeAspect="1"/>
          </p:cNvPicPr>
          <p:nvPr>
            <p:ph idx="1"/>
          </p:nvPr>
        </p:nvPicPr>
        <p:blipFill>
          <a:blip r:embed="rId2"/>
          <a:stretch>
            <a:fillRect/>
          </a:stretch>
        </p:blipFill>
        <p:spPr>
          <a:xfrm>
            <a:off x="1743740" y="610681"/>
            <a:ext cx="7999227" cy="6181675"/>
          </a:xfrm>
          <a:prstGeom prst="rect">
            <a:avLst/>
          </a:prstGeom>
        </p:spPr>
      </p:pic>
    </p:spTree>
    <p:extLst>
      <p:ext uri="{BB962C8B-B14F-4D97-AF65-F5344CB8AC3E}">
        <p14:creationId xmlns:p14="http://schemas.microsoft.com/office/powerpoint/2010/main" val="4913576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C2152-75AC-0CC8-2FEA-42084738E3E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1F9C104-A8B1-9DE3-6EB9-CDCB597234BA}"/>
              </a:ext>
            </a:extLst>
          </p:cNvPr>
          <p:cNvSpPr>
            <a:spLocks noGrp="1"/>
          </p:cNvSpPr>
          <p:nvPr>
            <p:ph idx="1"/>
          </p:nvPr>
        </p:nvSpPr>
        <p:spPr/>
        <p:txBody>
          <a:bodyPr/>
          <a:lstStyle/>
          <a:p>
            <a:r>
              <a:rPr lang="en-US" dirty="0"/>
              <a:t>built-in capability that lets the model execute Python code in a secure sandbox during a conversation</a:t>
            </a:r>
            <a:endParaRPr lang="en-PK" dirty="0"/>
          </a:p>
        </p:txBody>
      </p:sp>
      <p:pic>
        <p:nvPicPr>
          <p:cNvPr id="5" name="Picture 4">
            <a:extLst>
              <a:ext uri="{FF2B5EF4-FFF2-40B4-BE49-F238E27FC236}">
                <a16:creationId xmlns:a16="http://schemas.microsoft.com/office/drawing/2014/main" id="{0135733B-C239-356F-0DFC-2AA9761AD643}"/>
              </a:ext>
            </a:extLst>
          </p:cNvPr>
          <p:cNvPicPr>
            <a:picLocks noChangeAspect="1"/>
          </p:cNvPicPr>
          <p:nvPr/>
        </p:nvPicPr>
        <p:blipFill>
          <a:blip r:embed="rId2"/>
          <a:stretch>
            <a:fillRect/>
          </a:stretch>
        </p:blipFill>
        <p:spPr>
          <a:xfrm>
            <a:off x="1409184" y="1825625"/>
            <a:ext cx="9944616" cy="3648744"/>
          </a:xfrm>
          <a:prstGeom prst="rect">
            <a:avLst/>
          </a:prstGeom>
        </p:spPr>
      </p:pic>
      <p:sp>
        <p:nvSpPr>
          <p:cNvPr id="6" name="TextBox 5">
            <a:extLst>
              <a:ext uri="{FF2B5EF4-FFF2-40B4-BE49-F238E27FC236}">
                <a16:creationId xmlns:a16="http://schemas.microsoft.com/office/drawing/2014/main" id="{11AF1F22-BF17-1473-F206-416AF9752470}"/>
              </a:ext>
            </a:extLst>
          </p:cNvPr>
          <p:cNvSpPr txBox="1"/>
          <p:nvPr/>
        </p:nvSpPr>
        <p:spPr>
          <a:xfrm>
            <a:off x="5513825" y="2202068"/>
            <a:ext cx="6094140" cy="646331"/>
          </a:xfrm>
          <a:prstGeom prst="rect">
            <a:avLst/>
          </a:prstGeom>
          <a:noFill/>
        </p:spPr>
        <p:txBody>
          <a:bodyPr wrap="square">
            <a:spAutoFit/>
          </a:bodyPr>
          <a:lstStyle/>
          <a:p>
            <a:r>
              <a:rPr lang="en-US" dirty="0"/>
              <a:t>built-in capability that lets the model execute Python code in a secure sandbox during a conversation</a:t>
            </a:r>
            <a:endParaRPr lang="en-PK" dirty="0"/>
          </a:p>
        </p:txBody>
      </p:sp>
    </p:spTree>
    <p:extLst>
      <p:ext uri="{BB962C8B-B14F-4D97-AF65-F5344CB8AC3E}">
        <p14:creationId xmlns:p14="http://schemas.microsoft.com/office/powerpoint/2010/main" val="3537794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6CA3-C37E-1976-47A0-560C4E53D79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50D9ADD-BE7D-932A-5DF1-CAF67901EA69}"/>
              </a:ext>
            </a:extLst>
          </p:cNvPr>
          <p:cNvSpPr>
            <a:spLocks noGrp="1"/>
          </p:cNvSpPr>
          <p:nvPr>
            <p:ph idx="1"/>
          </p:nvPr>
        </p:nvSpPr>
        <p:spPr>
          <a:xfrm>
            <a:off x="10002643" y="6331182"/>
            <a:ext cx="1652239" cy="323385"/>
          </a:xfrm>
        </p:spPr>
        <p:txBody>
          <a:bodyPr>
            <a:normAutofit fontScale="70000" lnSpcReduction="20000"/>
          </a:bodyPr>
          <a:lstStyle/>
          <a:p>
            <a:r>
              <a:rPr lang="en-US" dirty="0"/>
              <a:t>Page 94</a:t>
            </a:r>
            <a:endParaRPr lang="en-PK" dirty="0"/>
          </a:p>
        </p:txBody>
      </p:sp>
      <p:pic>
        <p:nvPicPr>
          <p:cNvPr id="5" name="Picture 4">
            <a:extLst>
              <a:ext uri="{FF2B5EF4-FFF2-40B4-BE49-F238E27FC236}">
                <a16:creationId xmlns:a16="http://schemas.microsoft.com/office/drawing/2014/main" id="{CD8F4F76-B67D-C566-BA31-5A116E4D65D9}"/>
              </a:ext>
            </a:extLst>
          </p:cNvPr>
          <p:cNvPicPr>
            <a:picLocks noChangeAspect="1"/>
          </p:cNvPicPr>
          <p:nvPr/>
        </p:nvPicPr>
        <p:blipFill>
          <a:blip r:embed="rId3"/>
          <a:stretch>
            <a:fillRect/>
          </a:stretch>
        </p:blipFill>
        <p:spPr>
          <a:xfrm>
            <a:off x="1994915" y="-128180"/>
            <a:ext cx="8202170" cy="6782747"/>
          </a:xfrm>
          <a:prstGeom prst="rect">
            <a:avLst/>
          </a:prstGeom>
        </p:spPr>
      </p:pic>
    </p:spTree>
    <p:extLst>
      <p:ext uri="{BB962C8B-B14F-4D97-AF65-F5344CB8AC3E}">
        <p14:creationId xmlns:p14="http://schemas.microsoft.com/office/powerpoint/2010/main" val="244072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D4C2DC-C815-2D37-E2B0-8CA767CE2906}"/>
              </a:ext>
            </a:extLst>
          </p:cNvPr>
          <p:cNvSpPr>
            <a:spLocks noGrp="1"/>
          </p:cNvSpPr>
          <p:nvPr>
            <p:ph type="ctrTitle"/>
          </p:nvPr>
        </p:nvSpPr>
        <p:spPr/>
        <p:txBody>
          <a:bodyPr/>
          <a:lstStyle/>
          <a:p>
            <a:r>
              <a:rPr lang="en-US" dirty="0"/>
              <a:t>Model Context Protocol</a:t>
            </a:r>
            <a:endParaRPr lang="en-PK" dirty="0"/>
          </a:p>
        </p:txBody>
      </p:sp>
      <p:sp>
        <p:nvSpPr>
          <p:cNvPr id="5" name="Subtitle 4">
            <a:extLst>
              <a:ext uri="{FF2B5EF4-FFF2-40B4-BE49-F238E27FC236}">
                <a16:creationId xmlns:a16="http://schemas.microsoft.com/office/drawing/2014/main" id="{D2705FE4-D27C-6CA8-8831-B12D239A9B99}"/>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2753201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19D2-1BAA-AED0-6912-8277A35C92D9}"/>
              </a:ext>
            </a:extLst>
          </p:cNvPr>
          <p:cNvSpPr>
            <a:spLocks noGrp="1"/>
          </p:cNvSpPr>
          <p:nvPr>
            <p:ph type="title"/>
          </p:nvPr>
        </p:nvSpPr>
        <p:spPr/>
        <p:txBody>
          <a:bodyPr/>
          <a:lstStyle/>
          <a:p>
            <a:r>
              <a:rPr lang="en-US" dirty="0"/>
              <a:t>Why MCP Was Created</a:t>
            </a:r>
            <a:endParaRPr lang="en-PK" dirty="0"/>
          </a:p>
        </p:txBody>
      </p:sp>
      <p:sp>
        <p:nvSpPr>
          <p:cNvPr id="3" name="Content Placeholder 2">
            <a:extLst>
              <a:ext uri="{FF2B5EF4-FFF2-40B4-BE49-F238E27FC236}">
                <a16:creationId xmlns:a16="http://schemas.microsoft.com/office/drawing/2014/main" id="{932A7E62-927F-5427-B69D-4FEF25CDD5F9}"/>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Agentic AI is rapidly growing, but </a:t>
            </a:r>
            <a:r>
              <a:rPr lang="en-US" b="1" dirty="0"/>
              <a:t>each framework originally connected tools to agents differently</a:t>
            </a:r>
            <a:r>
              <a:rPr lang="en-US" dirty="0"/>
              <a:t>.</a:t>
            </a:r>
          </a:p>
          <a:p>
            <a:pPr>
              <a:buFont typeface="Arial" panose="020B0604020202020204" pitchFamily="34" charset="0"/>
              <a:buChar char="•"/>
            </a:pPr>
            <a:r>
              <a:rPr lang="en-US" dirty="0"/>
              <a:t>This lack of standardization made it </a:t>
            </a:r>
            <a:r>
              <a:rPr lang="en-US" b="1" dirty="0"/>
              <a:t>hard to reuse or share tools</a:t>
            </a:r>
            <a:r>
              <a:rPr lang="en-US" dirty="0"/>
              <a:t> across platforms like Agents SDK, </a:t>
            </a:r>
            <a:r>
              <a:rPr lang="en-US" dirty="0" err="1"/>
              <a:t>LangGraph</a:t>
            </a:r>
            <a:r>
              <a:rPr lang="en-US" dirty="0"/>
              <a:t>, and </a:t>
            </a:r>
            <a:r>
              <a:rPr lang="en-US" dirty="0" err="1"/>
              <a:t>CrewAI</a:t>
            </a:r>
            <a:r>
              <a:rPr lang="en-US" dirty="0"/>
              <a:t>.</a:t>
            </a:r>
          </a:p>
          <a:p>
            <a:pPr>
              <a:buFont typeface="Arial" panose="020B0604020202020204" pitchFamily="34" charset="0"/>
              <a:buChar char="•"/>
            </a:pPr>
            <a:r>
              <a:rPr lang="en-US" dirty="0"/>
              <a:t>Developers often had to </a:t>
            </a:r>
            <a:r>
              <a:rPr lang="en-US" b="1" dirty="0"/>
              <a:t>rebuild the same tool multiple times</a:t>
            </a:r>
            <a:r>
              <a:rPr lang="en-US" dirty="0"/>
              <a:t> for different ecosystems.</a:t>
            </a:r>
          </a:p>
          <a:p>
            <a:pPr>
              <a:buFont typeface="Arial" panose="020B0604020202020204" pitchFamily="34" charset="0"/>
              <a:buChar char="•"/>
            </a:pPr>
            <a:r>
              <a:rPr lang="en-US" dirty="0"/>
              <a:t>High-quality tools built in one framework were </a:t>
            </a:r>
            <a:r>
              <a:rPr lang="en-US" b="1" dirty="0"/>
              <a:t>not easily portable</a:t>
            </a:r>
            <a:r>
              <a:rPr lang="en-US" dirty="0"/>
              <a:t> to another.</a:t>
            </a:r>
          </a:p>
          <a:p>
            <a:pPr>
              <a:buFont typeface="Arial" panose="020B0604020202020204" pitchFamily="34" charset="0"/>
              <a:buChar char="•"/>
            </a:pPr>
            <a:r>
              <a:rPr lang="en-US" dirty="0"/>
              <a:t>The industry needed a </a:t>
            </a:r>
            <a:r>
              <a:rPr lang="en-US" b="1" dirty="0"/>
              <a:t>universal protocol</a:t>
            </a:r>
            <a:r>
              <a:rPr lang="en-US" dirty="0"/>
              <a:t> for tool–agent communication.</a:t>
            </a:r>
          </a:p>
          <a:p>
            <a:pPr>
              <a:buFont typeface="Arial" panose="020B0604020202020204" pitchFamily="34" charset="0"/>
              <a:buChar char="•"/>
            </a:pPr>
            <a:r>
              <a:rPr lang="en-US" b="1" dirty="0"/>
              <a:t>MCP (Model Context Protocol)</a:t>
            </a:r>
            <a:r>
              <a:rPr lang="en-US" dirty="0"/>
              <a:t> was created to provide this </a:t>
            </a:r>
            <a:r>
              <a:rPr lang="en-US" b="1" dirty="0"/>
              <a:t>cross-framework standard</a:t>
            </a:r>
            <a:r>
              <a:rPr lang="en-US" dirty="0"/>
              <a:t>, enabling interoperability and tool reusability.</a:t>
            </a:r>
          </a:p>
          <a:p>
            <a:endParaRPr lang="en-PK" dirty="0"/>
          </a:p>
        </p:txBody>
      </p:sp>
    </p:spTree>
    <p:extLst>
      <p:ext uri="{BB962C8B-B14F-4D97-AF65-F5344CB8AC3E}">
        <p14:creationId xmlns:p14="http://schemas.microsoft.com/office/powerpoint/2010/main" val="4169837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40ECE-AF6C-B51B-58F3-B04F8545E3DD}"/>
              </a:ext>
            </a:extLst>
          </p:cNvPr>
          <p:cNvSpPr>
            <a:spLocks noGrp="1"/>
          </p:cNvSpPr>
          <p:nvPr>
            <p:ph type="title"/>
          </p:nvPr>
        </p:nvSpPr>
        <p:spPr/>
        <p:txBody>
          <a:bodyPr/>
          <a:lstStyle/>
          <a:p>
            <a:r>
              <a:rPr lang="en-US" dirty="0"/>
              <a:t>What MCP Is and Why It Matters</a:t>
            </a:r>
            <a:endParaRPr lang="en-PK" dirty="0"/>
          </a:p>
        </p:txBody>
      </p:sp>
      <p:sp>
        <p:nvSpPr>
          <p:cNvPr id="3" name="Content Placeholder 2">
            <a:extLst>
              <a:ext uri="{FF2B5EF4-FFF2-40B4-BE49-F238E27FC236}">
                <a16:creationId xmlns:a16="http://schemas.microsoft.com/office/drawing/2014/main" id="{71459829-EEAA-DE95-A8F3-D0189CCB0606}"/>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b="1" dirty="0"/>
              <a:t>MCP is a standardized protocol</a:t>
            </a:r>
            <a:r>
              <a:rPr lang="en-US" dirty="0"/>
              <a:t> that defines how AI agents discover and call tools—whether local or remote.</a:t>
            </a:r>
          </a:p>
          <a:p>
            <a:pPr>
              <a:buFont typeface="Arial" panose="020B0604020202020204" pitchFamily="34" charset="0"/>
              <a:buChar char="•"/>
            </a:pPr>
            <a:r>
              <a:rPr lang="en-US" dirty="0"/>
              <a:t>It works like a </a:t>
            </a:r>
            <a:r>
              <a:rPr lang="en-US" b="1" dirty="0"/>
              <a:t>universal adapter (USB-C for agents)</a:t>
            </a:r>
            <a:r>
              <a:rPr lang="en-US" dirty="0"/>
              <a:t>, allowing any MCP-compatible tool to connect to any MCP-compatible agent.</a:t>
            </a:r>
          </a:p>
          <a:p>
            <a:pPr>
              <a:buFont typeface="Arial" panose="020B0604020202020204" pitchFamily="34" charset="0"/>
              <a:buChar char="•"/>
            </a:pPr>
            <a:r>
              <a:rPr lang="en-US" dirty="0"/>
              <a:t>Tool developers can build an </a:t>
            </a:r>
            <a:r>
              <a:rPr lang="en-US" b="1" dirty="0"/>
              <a:t>MCP server once</a:t>
            </a:r>
            <a:r>
              <a:rPr lang="en-US" dirty="0"/>
              <a:t>, and it becomes compatible with multiple AI frameworks (OpenAI Agents SDK, Anthropic, etc.).</a:t>
            </a:r>
          </a:p>
          <a:p>
            <a:pPr>
              <a:buFont typeface="Arial" panose="020B0604020202020204" pitchFamily="34" charset="0"/>
              <a:buChar char="•"/>
            </a:pPr>
            <a:r>
              <a:rPr lang="en-US" dirty="0"/>
              <a:t>MCP ensures </a:t>
            </a:r>
            <a:r>
              <a:rPr lang="en-US" b="1" dirty="0"/>
              <a:t>interoperability across models and ecosystems</a:t>
            </a:r>
            <a:r>
              <a:rPr lang="en-US" dirty="0"/>
              <a:t> without rewriting or re-integrating tools.</a:t>
            </a:r>
          </a:p>
          <a:p>
            <a:pPr>
              <a:buFont typeface="Arial" panose="020B0604020202020204" pitchFamily="34" charset="0"/>
              <a:buChar char="•"/>
            </a:pPr>
            <a:r>
              <a:rPr lang="en-US" dirty="0"/>
              <a:t>The result is a </a:t>
            </a:r>
            <a:r>
              <a:rPr lang="en-US" b="1" dirty="0"/>
              <a:t>plug-and-play tool ecosystem</a:t>
            </a:r>
            <a:r>
              <a:rPr lang="en-US" dirty="0"/>
              <a:t>, enabling faster development, reuse, and sharing of tools.</a:t>
            </a:r>
          </a:p>
          <a:p>
            <a:endParaRPr lang="en-PK" dirty="0"/>
          </a:p>
        </p:txBody>
      </p:sp>
    </p:spTree>
    <p:extLst>
      <p:ext uri="{BB962C8B-B14F-4D97-AF65-F5344CB8AC3E}">
        <p14:creationId xmlns:p14="http://schemas.microsoft.com/office/powerpoint/2010/main" val="8594794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6C44-9655-D77C-D618-4439B8B6C790}"/>
              </a:ext>
            </a:extLst>
          </p:cNvPr>
          <p:cNvSpPr>
            <a:spLocks noGrp="1"/>
          </p:cNvSpPr>
          <p:nvPr>
            <p:ph type="title"/>
          </p:nvPr>
        </p:nvSpPr>
        <p:spPr/>
        <p:txBody>
          <a:bodyPr/>
          <a:lstStyle/>
          <a:p>
            <a:r>
              <a:rPr lang="en-US" dirty="0"/>
              <a:t>Adding an MCP server as a tool</a:t>
            </a:r>
            <a:endParaRPr lang="en-PK" dirty="0"/>
          </a:p>
        </p:txBody>
      </p:sp>
      <p:sp>
        <p:nvSpPr>
          <p:cNvPr id="3" name="Content Placeholder 2">
            <a:extLst>
              <a:ext uri="{FF2B5EF4-FFF2-40B4-BE49-F238E27FC236}">
                <a16:creationId xmlns:a16="http://schemas.microsoft.com/office/drawing/2014/main" id="{2C30A379-09A6-ABFA-993F-745520A6EA23}"/>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The </a:t>
            </a:r>
            <a:r>
              <a:rPr lang="en-US" b="1" dirty="0"/>
              <a:t>Agents SDK </a:t>
            </a:r>
            <a:r>
              <a:rPr lang="en-US" dirty="0"/>
              <a:t>provides </a:t>
            </a:r>
            <a:r>
              <a:rPr lang="en-US" b="1" dirty="0"/>
              <a:t>built-in support</a:t>
            </a:r>
            <a:r>
              <a:rPr lang="en-US" dirty="0"/>
              <a:t> for consuming tools from an MCP server.</a:t>
            </a:r>
          </a:p>
          <a:p>
            <a:pPr>
              <a:buFont typeface="Arial" panose="020B0604020202020204" pitchFamily="34" charset="0"/>
              <a:buChar char="•"/>
            </a:pPr>
            <a:r>
              <a:rPr lang="en-US" dirty="0"/>
              <a:t>developers simply </a:t>
            </a:r>
            <a:r>
              <a:rPr lang="en-US" b="1" dirty="0"/>
              <a:t>create a connection</a:t>
            </a:r>
            <a:r>
              <a:rPr lang="en-US" dirty="0"/>
              <a:t> to the MCP server (local or remote).</a:t>
            </a:r>
          </a:p>
          <a:p>
            <a:pPr>
              <a:buFont typeface="Arial" panose="020B0604020202020204" pitchFamily="34" charset="0"/>
              <a:buChar char="•"/>
            </a:pPr>
            <a:r>
              <a:rPr lang="en-US" dirty="0"/>
              <a:t>This connection is then </a:t>
            </a:r>
            <a:r>
              <a:rPr lang="en-US" b="1" dirty="0"/>
              <a:t>passed to the agent as a tool</a:t>
            </a:r>
            <a:r>
              <a:rPr lang="en-US" dirty="0"/>
              <a:t>—just like any other tool object.</a:t>
            </a:r>
          </a:p>
          <a:p>
            <a:pPr>
              <a:buFont typeface="Arial" panose="020B0604020202020204" pitchFamily="34" charset="0"/>
              <a:buChar char="•"/>
            </a:pPr>
            <a:r>
              <a:rPr lang="en-US" dirty="0"/>
              <a:t>The SDK automatically </a:t>
            </a:r>
            <a:r>
              <a:rPr lang="en-US" b="1" dirty="0"/>
              <a:t>manages the MCP connection</a:t>
            </a:r>
            <a:r>
              <a:rPr lang="en-US" dirty="0"/>
              <a:t>, including tool discovery and communication.</a:t>
            </a:r>
          </a:p>
          <a:p>
            <a:pPr>
              <a:buFont typeface="Arial" panose="020B0604020202020204" pitchFamily="34" charset="0"/>
              <a:buChar char="•"/>
            </a:pPr>
            <a:r>
              <a:rPr lang="en-US" dirty="0"/>
              <a:t>All tools exposed by the MCP server become </a:t>
            </a:r>
            <a:r>
              <a:rPr lang="en-US" b="1" dirty="0"/>
              <a:t>instantly available to the agent</a:t>
            </a:r>
            <a:r>
              <a:rPr lang="en-US" dirty="0"/>
              <a:t>, without extra configuration.</a:t>
            </a:r>
          </a:p>
          <a:p>
            <a:pPr>
              <a:buFont typeface="Arial" panose="020B0604020202020204" pitchFamily="34" charset="0"/>
              <a:buChar char="•"/>
            </a:pPr>
            <a:r>
              <a:rPr lang="en-US" dirty="0"/>
              <a:t>This allows agents to seamlessly use </a:t>
            </a:r>
            <a:r>
              <a:rPr lang="en-US" b="1" dirty="0"/>
              <a:t>external, third-party, or shared tools</a:t>
            </a:r>
            <a:r>
              <a:rPr lang="en-US" dirty="0"/>
              <a:t> with minimal setup.</a:t>
            </a:r>
          </a:p>
          <a:p>
            <a:endParaRPr lang="en-PK" dirty="0"/>
          </a:p>
        </p:txBody>
      </p:sp>
    </p:spTree>
    <p:extLst>
      <p:ext uri="{BB962C8B-B14F-4D97-AF65-F5344CB8AC3E}">
        <p14:creationId xmlns:p14="http://schemas.microsoft.com/office/powerpoint/2010/main" val="7474187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3AD99-5C14-3CCD-61B1-953793B60B7A}"/>
              </a:ext>
            </a:extLst>
          </p:cNvPr>
          <p:cNvSpPr>
            <a:spLocks noGrp="1"/>
          </p:cNvSpPr>
          <p:nvPr>
            <p:ph type="title"/>
          </p:nvPr>
        </p:nvSpPr>
        <p:spPr>
          <a:xfrm>
            <a:off x="838200" y="365125"/>
            <a:ext cx="3423050" cy="1325563"/>
          </a:xfrm>
        </p:spPr>
        <p:txBody>
          <a:bodyPr/>
          <a:lstStyle/>
          <a:p>
            <a:r>
              <a:rPr lang="en-US" dirty="0"/>
              <a:t>mcp_tool.py</a:t>
            </a:r>
            <a:endParaRPr lang="en-PK" dirty="0"/>
          </a:p>
        </p:txBody>
      </p:sp>
      <p:sp>
        <p:nvSpPr>
          <p:cNvPr id="3" name="Content Placeholder 2">
            <a:extLst>
              <a:ext uri="{FF2B5EF4-FFF2-40B4-BE49-F238E27FC236}">
                <a16:creationId xmlns:a16="http://schemas.microsoft.com/office/drawing/2014/main" id="{11C02841-95FD-13E1-B591-097C9477603D}"/>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D1EB04D2-1A05-F338-FCF7-0AFEE4B86937}"/>
              </a:ext>
            </a:extLst>
          </p:cNvPr>
          <p:cNvPicPr>
            <a:picLocks noChangeAspect="1"/>
          </p:cNvPicPr>
          <p:nvPr/>
        </p:nvPicPr>
        <p:blipFill>
          <a:blip r:embed="rId3"/>
          <a:stretch>
            <a:fillRect/>
          </a:stretch>
        </p:blipFill>
        <p:spPr>
          <a:xfrm>
            <a:off x="4261250" y="56201"/>
            <a:ext cx="7497221" cy="6801799"/>
          </a:xfrm>
          <a:prstGeom prst="rect">
            <a:avLst/>
          </a:prstGeom>
        </p:spPr>
      </p:pic>
    </p:spTree>
    <p:extLst>
      <p:ext uri="{BB962C8B-B14F-4D97-AF65-F5344CB8AC3E}">
        <p14:creationId xmlns:p14="http://schemas.microsoft.com/office/powerpoint/2010/main" val="1353211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B307-7A90-BFCA-64E0-BE426660C96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078D005-714E-7689-513F-151172DC1B88}"/>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468779B1-42FC-7F96-E712-6D1805F55279}"/>
              </a:ext>
            </a:extLst>
          </p:cNvPr>
          <p:cNvPicPr>
            <a:picLocks noChangeAspect="1"/>
          </p:cNvPicPr>
          <p:nvPr/>
        </p:nvPicPr>
        <p:blipFill>
          <a:blip r:embed="rId2"/>
          <a:stretch>
            <a:fillRect/>
          </a:stretch>
        </p:blipFill>
        <p:spPr>
          <a:xfrm>
            <a:off x="713624" y="1749167"/>
            <a:ext cx="10764752" cy="3915321"/>
          </a:xfrm>
          <a:prstGeom prst="rect">
            <a:avLst/>
          </a:prstGeom>
        </p:spPr>
      </p:pic>
    </p:spTree>
    <p:extLst>
      <p:ext uri="{BB962C8B-B14F-4D97-AF65-F5344CB8AC3E}">
        <p14:creationId xmlns:p14="http://schemas.microsoft.com/office/powerpoint/2010/main" val="1161939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5CA1-5B7F-082F-7EF0-0E3D59E07F2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C217B2B-AE19-F67C-A2C0-5B574ABA7DBB}"/>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621607A4-67D6-5ECF-BDD4-B4825EC03A11}"/>
              </a:ext>
            </a:extLst>
          </p:cNvPr>
          <p:cNvPicPr>
            <a:picLocks noChangeAspect="1"/>
          </p:cNvPicPr>
          <p:nvPr/>
        </p:nvPicPr>
        <p:blipFill>
          <a:blip r:embed="rId2"/>
          <a:stretch>
            <a:fillRect/>
          </a:stretch>
        </p:blipFill>
        <p:spPr>
          <a:xfrm>
            <a:off x="1170887" y="1825625"/>
            <a:ext cx="9850225" cy="3829584"/>
          </a:xfrm>
          <a:prstGeom prst="rect">
            <a:avLst/>
          </a:prstGeom>
        </p:spPr>
      </p:pic>
    </p:spTree>
    <p:extLst>
      <p:ext uri="{BB962C8B-B14F-4D97-AF65-F5344CB8AC3E}">
        <p14:creationId xmlns:p14="http://schemas.microsoft.com/office/powerpoint/2010/main" val="4913205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A529-70AF-719A-AD0F-97668AA21C6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DB66E45-B8A0-C845-CF7C-0022C5A910A7}"/>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34ACF678-E20C-4BFC-66BA-635F7FE27C7C}"/>
              </a:ext>
            </a:extLst>
          </p:cNvPr>
          <p:cNvPicPr>
            <a:picLocks noChangeAspect="1"/>
          </p:cNvPicPr>
          <p:nvPr/>
        </p:nvPicPr>
        <p:blipFill>
          <a:blip r:embed="rId2"/>
          <a:stretch>
            <a:fillRect/>
          </a:stretch>
        </p:blipFill>
        <p:spPr>
          <a:xfrm>
            <a:off x="1027992" y="1779838"/>
            <a:ext cx="10136015" cy="3277057"/>
          </a:xfrm>
          <a:prstGeom prst="rect">
            <a:avLst/>
          </a:prstGeom>
        </p:spPr>
      </p:pic>
    </p:spTree>
    <p:extLst>
      <p:ext uri="{BB962C8B-B14F-4D97-AF65-F5344CB8AC3E}">
        <p14:creationId xmlns:p14="http://schemas.microsoft.com/office/powerpoint/2010/main" val="2899742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1408</TotalTime>
  <Words>2890</Words>
  <Application>Microsoft Office PowerPoint</Application>
  <PresentationFormat>Widescreen</PresentationFormat>
  <Paragraphs>280</Paragraphs>
  <Slides>54</Slides>
  <Notes>16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Aptos Display</vt:lpstr>
      <vt:lpstr>Arial</vt:lpstr>
      <vt:lpstr>Consolas</vt:lpstr>
      <vt:lpstr>Courier New</vt:lpstr>
      <vt:lpstr>Crimson Pro ExtraLight</vt:lpstr>
      <vt:lpstr>Jost*</vt:lpstr>
      <vt:lpstr>Office Theme</vt:lpstr>
      <vt:lpstr>Agent Tools and MCPs</vt:lpstr>
      <vt:lpstr>what you will learn as part of this chapter:</vt:lpstr>
      <vt:lpstr>Defining a new tool</vt:lpstr>
      <vt:lpstr>Overriding the default characteristics of the function.</vt:lpstr>
      <vt:lpstr>When Overriding the default characteristics of the function required.</vt:lpstr>
      <vt:lpstr>Agent and tool behavior</vt:lpstr>
      <vt:lpstr>ModelSettings  Controlling Tool Usage</vt:lpstr>
      <vt:lpstr>Example</vt:lpstr>
      <vt:lpstr>Tool use behavior   (run_llm_again (default)</vt:lpstr>
      <vt:lpstr>Tool use behavior   (stop_on_first_tool)</vt:lpstr>
      <vt:lpstr>Tool use behavior  ( stop_at_tool_names)</vt:lpstr>
      <vt:lpstr>Tool use behavior Why does this matter?</vt:lpstr>
      <vt:lpstr>Example</vt:lpstr>
      <vt:lpstr>Complex tool inputs with Pydantic</vt:lpstr>
      <vt:lpstr>Why Pydantic matters in agent tools</vt:lpstr>
      <vt:lpstr>Example</vt:lpstr>
      <vt:lpstr>Validation Safety</vt:lpstr>
      <vt:lpstr>Examples of custom tools</vt:lpstr>
      <vt:lpstr>Arithmetic computation tool(mortgage example 1/3)</vt:lpstr>
      <vt:lpstr>Mortgage Example ( 2/3)</vt:lpstr>
      <vt:lpstr>Mortgage Example ( 3/3)</vt:lpstr>
      <vt:lpstr>Code to force the agent to call the tool and to return the output from the tool instead of calling the LLM again </vt:lpstr>
      <vt:lpstr>External API call tool</vt:lpstr>
      <vt:lpstr>Multiple coin query</vt:lpstr>
      <vt:lpstr>PowerPoint Presentation</vt:lpstr>
      <vt:lpstr>PowerPoint Presentation</vt:lpstr>
      <vt:lpstr>Database query tool (database_query.py )</vt:lpstr>
      <vt:lpstr>Database query tool</vt:lpstr>
      <vt:lpstr>Database query tool</vt:lpstr>
      <vt:lpstr>Chained tool calls</vt:lpstr>
      <vt:lpstr>PowerPoint Presentation</vt:lpstr>
      <vt:lpstr>PowerPoint Presentation</vt:lpstr>
      <vt:lpstr>PowerPoint Presentation</vt:lpstr>
      <vt:lpstr>OpenAI hosted tools</vt:lpstr>
      <vt:lpstr>Agents as tools</vt:lpstr>
      <vt:lpstr>Agents as tools</vt:lpstr>
      <vt:lpstr>Handoff versus agent-as-tool patterns</vt:lpstr>
      <vt:lpstr>PowerPoint Presentation</vt:lpstr>
      <vt:lpstr>PowerPoint Presentation</vt:lpstr>
      <vt:lpstr>When to Use the Handoff Pattern</vt:lpstr>
      <vt:lpstr>when to use the agent-as-tool pattern,</vt:lpstr>
      <vt:lpstr>Turning an Agent into a Tool (as_tool())</vt:lpstr>
      <vt:lpstr>agents_as_tool.py</vt:lpstr>
      <vt:lpstr>PowerPoint Presentation</vt:lpstr>
      <vt:lpstr>PowerPoint Presentation</vt:lpstr>
      <vt:lpstr>PowerPoint Presentation</vt:lpstr>
      <vt:lpstr>Model Context Protocol</vt:lpstr>
      <vt:lpstr>Why MCP Was Created</vt:lpstr>
      <vt:lpstr>What MCP Is and Why It Matters</vt:lpstr>
      <vt:lpstr>Adding an MCP server as a tool</vt:lpstr>
      <vt:lpstr>mcp_tool.py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Muhammad Abdul Qayum</dc:creator>
  <cp:lastModifiedBy>Dr. Muhammad Abdul Qayum</cp:lastModifiedBy>
  <cp:revision>1</cp:revision>
  <dcterms:created xsi:type="dcterms:W3CDTF">2025-12-05T16:44:10Z</dcterms:created>
  <dcterms:modified xsi:type="dcterms:W3CDTF">2026-01-05T18:41:02Z</dcterms:modified>
</cp:coreProperties>
</file>