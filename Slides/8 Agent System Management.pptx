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2" r:id="rId15"/>
    <p:sldId id="273" r:id="rId16"/>
    <p:sldId id="270" r:id="rId17"/>
    <p:sldId id="274" r:id="rId18"/>
    <p:sldId id="271" r:id="rId19"/>
    <p:sldId id="275" r:id="rId20"/>
    <p:sldId id="276" r:id="rId21"/>
    <p:sldId id="277" r:id="rId22"/>
    <p:sldId id="279" r:id="rId23"/>
    <p:sldId id="280" r:id="rId24"/>
    <p:sldId id="282" r:id="rId25"/>
    <p:sldId id="281" r:id="rId26"/>
    <p:sldId id="283" r:id="rId27"/>
    <p:sldId id="284" r:id="rId28"/>
    <p:sldId id="285" r:id="rId29"/>
    <p:sldId id="286" r:id="rId30"/>
    <p:sldId id="287" r:id="rId31"/>
    <p:sldId id="288" r:id="rId32"/>
    <p:sldId id="289" r:id="rId33"/>
    <p:sldId id="290" r:id="rId34"/>
    <p:sldId id="291" r:id="rId35"/>
    <p:sldId id="278" r:id="rId36"/>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F94F195-0323-4D62-938E-69C8DCF60E76}">
          <p14:sldIdLst>
            <p14:sldId id="256"/>
            <p14:sldId id="257"/>
            <p14:sldId id="258"/>
            <p14:sldId id="259"/>
            <p14:sldId id="260"/>
            <p14:sldId id="261"/>
            <p14:sldId id="262"/>
            <p14:sldId id="263"/>
            <p14:sldId id="264"/>
            <p14:sldId id="265"/>
            <p14:sldId id="266"/>
            <p14:sldId id="267"/>
            <p14:sldId id="268"/>
            <p14:sldId id="272"/>
            <p14:sldId id="273"/>
            <p14:sldId id="270"/>
            <p14:sldId id="274"/>
            <p14:sldId id="271"/>
            <p14:sldId id="275"/>
            <p14:sldId id="276"/>
            <p14:sldId id="277"/>
            <p14:sldId id="279"/>
            <p14:sldId id="280"/>
            <p14:sldId id="282"/>
            <p14:sldId id="281"/>
            <p14:sldId id="283"/>
            <p14:sldId id="284"/>
          </p14:sldIdLst>
        </p14:section>
        <p14:section name="Output guardrails" id="{59F262CA-0FD1-4310-A54E-95778CB44299}">
          <p14:sldIdLst>
            <p14:sldId id="285"/>
            <p14:sldId id="286"/>
            <p14:sldId id="287"/>
            <p14:sldId id="288"/>
            <p14:sldId id="289"/>
            <p14:sldId id="290"/>
            <p14:sldId id="291"/>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EFA228-659F-49BB-81A0-CBA003DC1F7B}" v="13" dt="2026-01-01T19:45:34.8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01" autoAdjust="0"/>
  </p:normalViewPr>
  <p:slideViewPr>
    <p:cSldViewPr snapToGrid="0">
      <p:cViewPr varScale="1">
        <p:scale>
          <a:sx n="69" d="100"/>
          <a:sy n="69" d="100"/>
        </p:scale>
        <p:origin x="45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Muhammad Abdul Qayum" userId="6f99b717-c1e2-49a4-bfbb-35fff60aea46" providerId="ADAL" clId="{F84136B0-B444-4051-A6EC-C9B7961F7407}"/>
    <pc:docChg chg="undo custSel addSld delSld modSld sldOrd addSection modSection">
      <pc:chgData name="Dr. Muhammad Abdul Qayum" userId="6f99b717-c1e2-49a4-bfbb-35fff60aea46" providerId="ADAL" clId="{F84136B0-B444-4051-A6EC-C9B7961F7407}" dt="2026-01-06T11:09:53.386" v="304" actId="1035"/>
      <pc:docMkLst>
        <pc:docMk/>
      </pc:docMkLst>
      <pc:sldChg chg="modSp mod">
        <pc:chgData name="Dr. Muhammad Abdul Qayum" userId="6f99b717-c1e2-49a4-bfbb-35fff60aea46" providerId="ADAL" clId="{F84136B0-B444-4051-A6EC-C9B7961F7407}" dt="2025-12-29T14:06:18.042" v="18" actId="114"/>
        <pc:sldMkLst>
          <pc:docMk/>
          <pc:sldMk cId="2516372910" sldId="257"/>
        </pc:sldMkLst>
        <pc:spChg chg="mod">
          <ac:chgData name="Dr. Muhammad Abdul Qayum" userId="6f99b717-c1e2-49a4-bfbb-35fff60aea46" providerId="ADAL" clId="{F84136B0-B444-4051-A6EC-C9B7961F7407}" dt="2025-12-29T14:06:18.042" v="18" actId="114"/>
          <ac:spMkLst>
            <pc:docMk/>
            <pc:sldMk cId="2516372910" sldId="257"/>
            <ac:spMk id="3" creationId="{2ECFA2A9-21E6-F018-0D4F-09C0BBE05151}"/>
          </ac:spMkLst>
        </pc:spChg>
      </pc:sldChg>
      <pc:sldChg chg="addSp delSp modSp new mod">
        <pc:chgData name="Dr. Muhammad Abdul Qayum" userId="6f99b717-c1e2-49a4-bfbb-35fff60aea46" providerId="ADAL" clId="{F84136B0-B444-4051-A6EC-C9B7961F7407}" dt="2025-12-29T14:09:10.906" v="59" actId="6549"/>
        <pc:sldMkLst>
          <pc:docMk/>
          <pc:sldMk cId="274510429" sldId="258"/>
        </pc:sldMkLst>
        <pc:spChg chg="mod">
          <ac:chgData name="Dr. Muhammad Abdul Qayum" userId="6f99b717-c1e2-49a4-bfbb-35fff60aea46" providerId="ADAL" clId="{F84136B0-B444-4051-A6EC-C9B7961F7407}" dt="2025-12-29T14:07:18.108" v="48" actId="6549"/>
          <ac:spMkLst>
            <pc:docMk/>
            <pc:sldMk cId="274510429" sldId="258"/>
            <ac:spMk id="2" creationId="{10DAA380-101C-1086-E50B-26B33CAB4945}"/>
          </ac:spMkLst>
        </pc:spChg>
        <pc:spChg chg="add mod">
          <ac:chgData name="Dr. Muhammad Abdul Qayum" userId="6f99b717-c1e2-49a4-bfbb-35fff60aea46" providerId="ADAL" clId="{F84136B0-B444-4051-A6EC-C9B7961F7407}" dt="2025-12-29T14:09:10.906" v="59" actId="6549"/>
          <ac:spMkLst>
            <pc:docMk/>
            <pc:sldMk cId="274510429" sldId="258"/>
            <ac:spMk id="4" creationId="{7CEA9746-EEFA-C179-CA52-9DE1E416B3BA}"/>
          </ac:spMkLst>
        </pc:spChg>
      </pc:sldChg>
      <pc:sldChg chg="modSp new mod">
        <pc:chgData name="Dr. Muhammad Abdul Qayum" userId="6f99b717-c1e2-49a4-bfbb-35fff60aea46" providerId="ADAL" clId="{F84136B0-B444-4051-A6EC-C9B7961F7407}" dt="2025-12-29T15:54:46.701" v="66" actId="13926"/>
        <pc:sldMkLst>
          <pc:docMk/>
          <pc:sldMk cId="2489121243" sldId="259"/>
        </pc:sldMkLst>
        <pc:spChg chg="mod">
          <ac:chgData name="Dr. Muhammad Abdul Qayum" userId="6f99b717-c1e2-49a4-bfbb-35fff60aea46" providerId="ADAL" clId="{F84136B0-B444-4051-A6EC-C9B7961F7407}" dt="2025-12-29T15:53:22.914" v="61"/>
          <ac:spMkLst>
            <pc:docMk/>
            <pc:sldMk cId="2489121243" sldId="259"/>
            <ac:spMk id="2" creationId="{78ABEE9A-7313-C130-E86A-D79B977084A4}"/>
          </ac:spMkLst>
        </pc:spChg>
        <pc:spChg chg="mod">
          <ac:chgData name="Dr. Muhammad Abdul Qayum" userId="6f99b717-c1e2-49a4-bfbb-35fff60aea46" providerId="ADAL" clId="{F84136B0-B444-4051-A6EC-C9B7961F7407}" dt="2025-12-29T15:54:46.701" v="66" actId="13926"/>
          <ac:spMkLst>
            <pc:docMk/>
            <pc:sldMk cId="2489121243" sldId="259"/>
            <ac:spMk id="3" creationId="{23337C07-249A-155D-6E1F-A99D3CADE77C}"/>
          </ac:spMkLst>
        </pc:spChg>
      </pc:sldChg>
      <pc:sldChg chg="addSp delSp modSp new mod">
        <pc:chgData name="Dr. Muhammad Abdul Qayum" userId="6f99b717-c1e2-49a4-bfbb-35fff60aea46" providerId="ADAL" clId="{F84136B0-B444-4051-A6EC-C9B7961F7407}" dt="2025-12-29T15:57:58.665" v="72" actId="1076"/>
        <pc:sldMkLst>
          <pc:docMk/>
          <pc:sldMk cId="1948004977" sldId="260"/>
        </pc:sldMkLst>
        <pc:picChg chg="add mod ord">
          <ac:chgData name="Dr. Muhammad Abdul Qayum" userId="6f99b717-c1e2-49a4-bfbb-35fff60aea46" providerId="ADAL" clId="{F84136B0-B444-4051-A6EC-C9B7961F7407}" dt="2025-12-29T15:57:58.665" v="72" actId="1076"/>
          <ac:picMkLst>
            <pc:docMk/>
            <pc:sldMk cId="1948004977" sldId="260"/>
            <ac:picMk id="5" creationId="{2C6B346F-D594-2CD3-1E00-AA71E872A943}"/>
          </ac:picMkLst>
        </pc:picChg>
      </pc:sldChg>
      <pc:sldChg chg="addSp modSp new mod">
        <pc:chgData name="Dr. Muhammad Abdul Qayum" userId="6f99b717-c1e2-49a4-bfbb-35fff60aea46" providerId="ADAL" clId="{F84136B0-B444-4051-A6EC-C9B7961F7407}" dt="2025-12-29T15:58:09.858" v="75" actId="1076"/>
        <pc:sldMkLst>
          <pc:docMk/>
          <pc:sldMk cId="3080467263" sldId="261"/>
        </pc:sldMkLst>
        <pc:picChg chg="add mod">
          <ac:chgData name="Dr. Muhammad Abdul Qayum" userId="6f99b717-c1e2-49a4-bfbb-35fff60aea46" providerId="ADAL" clId="{F84136B0-B444-4051-A6EC-C9B7961F7407}" dt="2025-12-29T15:58:09.858" v="75" actId="1076"/>
          <ac:picMkLst>
            <pc:docMk/>
            <pc:sldMk cId="3080467263" sldId="261"/>
            <ac:picMk id="5" creationId="{0A7C1647-B3DE-8407-A064-E9924579F60D}"/>
          </ac:picMkLst>
        </pc:picChg>
      </pc:sldChg>
      <pc:sldChg chg="addSp modSp new mod">
        <pc:chgData name="Dr. Muhammad Abdul Qayum" userId="6f99b717-c1e2-49a4-bfbb-35fff60aea46" providerId="ADAL" clId="{F84136B0-B444-4051-A6EC-C9B7961F7407}" dt="2025-12-29T15:58:54.213" v="78" actId="1076"/>
        <pc:sldMkLst>
          <pc:docMk/>
          <pc:sldMk cId="2402781578" sldId="262"/>
        </pc:sldMkLst>
        <pc:picChg chg="add mod">
          <ac:chgData name="Dr. Muhammad Abdul Qayum" userId="6f99b717-c1e2-49a4-bfbb-35fff60aea46" providerId="ADAL" clId="{F84136B0-B444-4051-A6EC-C9B7961F7407}" dt="2025-12-29T15:58:54.213" v="78" actId="1076"/>
          <ac:picMkLst>
            <pc:docMk/>
            <pc:sldMk cId="2402781578" sldId="262"/>
            <ac:picMk id="5" creationId="{4B0F0B6B-49CC-D16F-FE5F-9E9D48A25E4A}"/>
          </ac:picMkLst>
        </pc:picChg>
      </pc:sldChg>
      <pc:sldChg chg="addSp modSp new mod">
        <pc:chgData name="Dr. Muhammad Abdul Qayum" userId="6f99b717-c1e2-49a4-bfbb-35fff60aea46" providerId="ADAL" clId="{F84136B0-B444-4051-A6EC-C9B7961F7407}" dt="2025-12-29T15:59:31.020" v="82" actId="1076"/>
        <pc:sldMkLst>
          <pc:docMk/>
          <pc:sldMk cId="1105613097" sldId="263"/>
        </pc:sldMkLst>
        <pc:picChg chg="add mod">
          <ac:chgData name="Dr. Muhammad Abdul Qayum" userId="6f99b717-c1e2-49a4-bfbb-35fff60aea46" providerId="ADAL" clId="{F84136B0-B444-4051-A6EC-C9B7961F7407}" dt="2025-12-29T15:59:31.020" v="82" actId="1076"/>
          <ac:picMkLst>
            <pc:docMk/>
            <pc:sldMk cId="1105613097" sldId="263"/>
            <ac:picMk id="5" creationId="{8D65D4DF-945E-FE2E-852A-20A9C9517F2F}"/>
          </ac:picMkLst>
        </pc:picChg>
      </pc:sldChg>
      <pc:sldChg chg="addSp modSp new mod">
        <pc:chgData name="Dr. Muhammad Abdul Qayum" userId="6f99b717-c1e2-49a4-bfbb-35fff60aea46" providerId="ADAL" clId="{F84136B0-B444-4051-A6EC-C9B7961F7407}" dt="2025-12-29T16:00:46.746" v="87" actId="1076"/>
        <pc:sldMkLst>
          <pc:docMk/>
          <pc:sldMk cId="1308145695" sldId="264"/>
        </pc:sldMkLst>
        <pc:spChg chg="mod">
          <ac:chgData name="Dr. Muhammad Abdul Qayum" userId="6f99b717-c1e2-49a4-bfbb-35fff60aea46" providerId="ADAL" clId="{F84136B0-B444-4051-A6EC-C9B7961F7407}" dt="2025-12-29T16:00:29.562" v="85" actId="1076"/>
          <ac:spMkLst>
            <pc:docMk/>
            <pc:sldMk cId="1308145695" sldId="264"/>
            <ac:spMk id="3" creationId="{7AE1E665-4770-D04D-AB0C-D6881876C7C5}"/>
          </ac:spMkLst>
        </pc:spChg>
        <pc:picChg chg="add mod">
          <ac:chgData name="Dr. Muhammad Abdul Qayum" userId="6f99b717-c1e2-49a4-bfbb-35fff60aea46" providerId="ADAL" clId="{F84136B0-B444-4051-A6EC-C9B7961F7407}" dt="2025-12-29T16:00:46.746" v="87" actId="1076"/>
          <ac:picMkLst>
            <pc:docMk/>
            <pc:sldMk cId="1308145695" sldId="264"/>
            <ac:picMk id="5" creationId="{3EB2E3E6-FEC3-F292-D449-5085995FB165}"/>
          </ac:picMkLst>
        </pc:picChg>
      </pc:sldChg>
      <pc:sldChg chg="modSp new mod modNotesTx">
        <pc:chgData name="Dr. Muhammad Abdul Qayum" userId="6f99b717-c1e2-49a4-bfbb-35fff60aea46" providerId="ADAL" clId="{F84136B0-B444-4051-A6EC-C9B7961F7407}" dt="2025-12-29T16:19:40.239" v="93"/>
        <pc:sldMkLst>
          <pc:docMk/>
          <pc:sldMk cId="2927200667" sldId="265"/>
        </pc:sldMkLst>
        <pc:spChg chg="mod">
          <ac:chgData name="Dr. Muhammad Abdul Qayum" userId="6f99b717-c1e2-49a4-bfbb-35fff60aea46" providerId="ADAL" clId="{F84136B0-B444-4051-A6EC-C9B7961F7407}" dt="2025-12-29T16:15:49.675" v="89"/>
          <ac:spMkLst>
            <pc:docMk/>
            <pc:sldMk cId="2927200667" sldId="265"/>
            <ac:spMk id="2" creationId="{421E72BA-5C97-CD93-37BC-D3536507DB25}"/>
          </ac:spMkLst>
        </pc:spChg>
        <pc:spChg chg="mod">
          <ac:chgData name="Dr. Muhammad Abdul Qayum" userId="6f99b717-c1e2-49a4-bfbb-35fff60aea46" providerId="ADAL" clId="{F84136B0-B444-4051-A6EC-C9B7961F7407}" dt="2025-12-29T16:19:40.239" v="93"/>
          <ac:spMkLst>
            <pc:docMk/>
            <pc:sldMk cId="2927200667" sldId="265"/>
            <ac:spMk id="3" creationId="{54F839A9-F9C8-5046-CD36-A2F13D4193F4}"/>
          </ac:spMkLst>
        </pc:spChg>
      </pc:sldChg>
      <pc:sldChg chg="modSp new mod">
        <pc:chgData name="Dr. Muhammad Abdul Qayum" userId="6f99b717-c1e2-49a4-bfbb-35fff60aea46" providerId="ADAL" clId="{F84136B0-B444-4051-A6EC-C9B7961F7407}" dt="2025-12-29T16:20:30.602" v="97" actId="27636"/>
        <pc:sldMkLst>
          <pc:docMk/>
          <pc:sldMk cId="280025554" sldId="266"/>
        </pc:sldMkLst>
        <pc:spChg chg="mod">
          <ac:chgData name="Dr. Muhammad Abdul Qayum" userId="6f99b717-c1e2-49a4-bfbb-35fff60aea46" providerId="ADAL" clId="{F84136B0-B444-4051-A6EC-C9B7961F7407}" dt="2025-12-29T16:20:07.231" v="95"/>
          <ac:spMkLst>
            <pc:docMk/>
            <pc:sldMk cId="280025554" sldId="266"/>
            <ac:spMk id="2" creationId="{579F3414-9334-78B1-A2B7-3D99AF84B0B8}"/>
          </ac:spMkLst>
        </pc:spChg>
        <pc:spChg chg="mod">
          <ac:chgData name="Dr. Muhammad Abdul Qayum" userId="6f99b717-c1e2-49a4-bfbb-35fff60aea46" providerId="ADAL" clId="{F84136B0-B444-4051-A6EC-C9B7961F7407}" dt="2025-12-29T16:20:30.602" v="97" actId="27636"/>
          <ac:spMkLst>
            <pc:docMk/>
            <pc:sldMk cId="280025554" sldId="266"/>
            <ac:spMk id="3" creationId="{72366CA0-3995-60EB-B37B-68D7BA1CF7A4}"/>
          </ac:spMkLst>
        </pc:spChg>
      </pc:sldChg>
      <pc:sldChg chg="modSp new mod modNotesTx">
        <pc:chgData name="Dr. Muhammad Abdul Qayum" userId="6f99b717-c1e2-49a4-bfbb-35fff60aea46" providerId="ADAL" clId="{F84136B0-B444-4051-A6EC-C9B7961F7407}" dt="2025-12-29T16:25:51.044" v="111" actId="27636"/>
        <pc:sldMkLst>
          <pc:docMk/>
          <pc:sldMk cId="3870042127" sldId="267"/>
        </pc:sldMkLst>
        <pc:spChg chg="mod">
          <ac:chgData name="Dr. Muhammad Abdul Qayum" userId="6f99b717-c1e2-49a4-bfbb-35fff60aea46" providerId="ADAL" clId="{F84136B0-B444-4051-A6EC-C9B7961F7407}" dt="2025-12-29T16:22:38.633" v="99"/>
          <ac:spMkLst>
            <pc:docMk/>
            <pc:sldMk cId="3870042127" sldId="267"/>
            <ac:spMk id="2" creationId="{3CCE999B-B4C3-8C3D-F0F9-59955E3FB268}"/>
          </ac:spMkLst>
        </pc:spChg>
        <pc:spChg chg="mod">
          <ac:chgData name="Dr. Muhammad Abdul Qayum" userId="6f99b717-c1e2-49a4-bfbb-35fff60aea46" providerId="ADAL" clId="{F84136B0-B444-4051-A6EC-C9B7961F7407}" dt="2025-12-29T16:25:51.044" v="111" actId="27636"/>
          <ac:spMkLst>
            <pc:docMk/>
            <pc:sldMk cId="3870042127" sldId="267"/>
            <ac:spMk id="3" creationId="{E82E18B5-677D-80BD-6476-DE998D215C45}"/>
          </ac:spMkLst>
        </pc:spChg>
      </pc:sldChg>
      <pc:sldChg chg="addSp modSp new mod modNotesTx">
        <pc:chgData name="Dr. Muhammad Abdul Qayum" userId="6f99b717-c1e2-49a4-bfbb-35fff60aea46" providerId="ADAL" clId="{F84136B0-B444-4051-A6EC-C9B7961F7407}" dt="2025-12-29T16:28:09.841" v="120"/>
        <pc:sldMkLst>
          <pc:docMk/>
          <pc:sldMk cId="1526078778" sldId="268"/>
        </pc:sldMkLst>
        <pc:spChg chg="mod">
          <ac:chgData name="Dr. Muhammad Abdul Qayum" userId="6f99b717-c1e2-49a4-bfbb-35fff60aea46" providerId="ADAL" clId="{F84136B0-B444-4051-A6EC-C9B7961F7407}" dt="2025-12-29T16:26:31.209" v="113"/>
          <ac:spMkLst>
            <pc:docMk/>
            <pc:sldMk cId="1526078778" sldId="268"/>
            <ac:spMk id="2" creationId="{7676F29D-046C-19DF-BE8C-915E29833018}"/>
          </ac:spMkLst>
        </pc:spChg>
        <pc:spChg chg="mod">
          <ac:chgData name="Dr. Muhammad Abdul Qayum" userId="6f99b717-c1e2-49a4-bfbb-35fff60aea46" providerId="ADAL" clId="{F84136B0-B444-4051-A6EC-C9B7961F7407}" dt="2025-12-29T16:27:28.077" v="114" actId="14100"/>
          <ac:spMkLst>
            <pc:docMk/>
            <pc:sldMk cId="1526078778" sldId="268"/>
            <ac:spMk id="3" creationId="{C23A1EC7-1D53-6FA7-2AC7-24C7592388AC}"/>
          </ac:spMkLst>
        </pc:spChg>
        <pc:picChg chg="add mod">
          <ac:chgData name="Dr. Muhammad Abdul Qayum" userId="6f99b717-c1e2-49a4-bfbb-35fff60aea46" providerId="ADAL" clId="{F84136B0-B444-4051-A6EC-C9B7961F7407}" dt="2025-12-29T16:27:45.514" v="119" actId="1076"/>
          <ac:picMkLst>
            <pc:docMk/>
            <pc:sldMk cId="1526078778" sldId="268"/>
            <ac:picMk id="5" creationId="{68A659F9-9E89-CB80-87B3-E886E8A820E4}"/>
          </ac:picMkLst>
        </pc:picChg>
      </pc:sldChg>
      <pc:sldChg chg="addSp modSp new mod ord">
        <pc:chgData name="Dr. Muhammad Abdul Qayum" userId="6f99b717-c1e2-49a4-bfbb-35fff60aea46" providerId="ADAL" clId="{F84136B0-B444-4051-A6EC-C9B7961F7407}" dt="2025-12-29T20:14:24.111" v="141"/>
        <pc:sldMkLst>
          <pc:docMk/>
          <pc:sldMk cId="2678801870" sldId="270"/>
        </pc:sldMkLst>
        <pc:picChg chg="add mod">
          <ac:chgData name="Dr. Muhammad Abdul Qayum" userId="6f99b717-c1e2-49a4-bfbb-35fff60aea46" providerId="ADAL" clId="{F84136B0-B444-4051-A6EC-C9B7961F7407}" dt="2025-12-29T17:00:13.697" v="131" actId="1076"/>
          <ac:picMkLst>
            <pc:docMk/>
            <pc:sldMk cId="2678801870" sldId="270"/>
            <ac:picMk id="5" creationId="{F499D584-1A2F-183D-AF3D-EDD629D7A931}"/>
          </ac:picMkLst>
        </pc:picChg>
      </pc:sldChg>
      <pc:sldChg chg="addSp modSp new mod ord">
        <pc:chgData name="Dr. Muhammad Abdul Qayum" userId="6f99b717-c1e2-49a4-bfbb-35fff60aea46" providerId="ADAL" clId="{F84136B0-B444-4051-A6EC-C9B7961F7407}" dt="2025-12-29T20:16:28.443" v="145"/>
        <pc:sldMkLst>
          <pc:docMk/>
          <pc:sldMk cId="4100803923" sldId="271"/>
        </pc:sldMkLst>
        <pc:picChg chg="add mod">
          <ac:chgData name="Dr. Muhammad Abdul Qayum" userId="6f99b717-c1e2-49a4-bfbb-35fff60aea46" providerId="ADAL" clId="{F84136B0-B444-4051-A6EC-C9B7961F7407}" dt="2025-12-29T20:09:50.902" v="134" actId="1076"/>
          <ac:picMkLst>
            <pc:docMk/>
            <pc:sldMk cId="4100803923" sldId="271"/>
            <ac:picMk id="5" creationId="{19CF0E8A-9167-B58F-38F0-89B5A3541DC5}"/>
          </ac:picMkLst>
        </pc:picChg>
      </pc:sldChg>
      <pc:sldChg chg="addSp modSp new mod">
        <pc:chgData name="Dr. Muhammad Abdul Qayum" userId="6f99b717-c1e2-49a4-bfbb-35fff60aea46" providerId="ADAL" clId="{F84136B0-B444-4051-A6EC-C9B7961F7407}" dt="2025-12-29T20:11:17.126" v="137" actId="14100"/>
        <pc:sldMkLst>
          <pc:docMk/>
          <pc:sldMk cId="4143865878" sldId="272"/>
        </pc:sldMkLst>
        <pc:picChg chg="add mod">
          <ac:chgData name="Dr. Muhammad Abdul Qayum" userId="6f99b717-c1e2-49a4-bfbb-35fff60aea46" providerId="ADAL" clId="{F84136B0-B444-4051-A6EC-C9B7961F7407}" dt="2025-12-29T20:11:17.126" v="137" actId="14100"/>
          <ac:picMkLst>
            <pc:docMk/>
            <pc:sldMk cId="4143865878" sldId="272"/>
            <ac:picMk id="5" creationId="{28499964-272B-F7C0-EEEC-BD24C61FB46C}"/>
          </ac:picMkLst>
        </pc:picChg>
      </pc:sldChg>
      <pc:sldChg chg="addSp new mod">
        <pc:chgData name="Dr. Muhammad Abdul Qayum" userId="6f99b717-c1e2-49a4-bfbb-35fff60aea46" providerId="ADAL" clId="{F84136B0-B444-4051-A6EC-C9B7961F7407}" dt="2025-12-29T20:13:07.623" v="139" actId="22"/>
        <pc:sldMkLst>
          <pc:docMk/>
          <pc:sldMk cId="2026418103" sldId="273"/>
        </pc:sldMkLst>
        <pc:picChg chg="add">
          <ac:chgData name="Dr. Muhammad Abdul Qayum" userId="6f99b717-c1e2-49a4-bfbb-35fff60aea46" providerId="ADAL" clId="{F84136B0-B444-4051-A6EC-C9B7961F7407}" dt="2025-12-29T20:13:07.623" v="139" actId="22"/>
          <ac:picMkLst>
            <pc:docMk/>
            <pc:sldMk cId="2026418103" sldId="273"/>
            <ac:picMk id="5" creationId="{77E39FFF-E5AC-002C-07A8-4DC30B77302B}"/>
          </ac:picMkLst>
        </pc:picChg>
      </pc:sldChg>
      <pc:sldChg chg="addSp new mod">
        <pc:chgData name="Dr. Muhammad Abdul Qayum" userId="6f99b717-c1e2-49a4-bfbb-35fff60aea46" providerId="ADAL" clId="{F84136B0-B444-4051-A6EC-C9B7961F7407}" dt="2025-12-29T20:19:09.134" v="147" actId="22"/>
        <pc:sldMkLst>
          <pc:docMk/>
          <pc:sldMk cId="4180254601" sldId="274"/>
        </pc:sldMkLst>
        <pc:picChg chg="add">
          <ac:chgData name="Dr. Muhammad Abdul Qayum" userId="6f99b717-c1e2-49a4-bfbb-35fff60aea46" providerId="ADAL" clId="{F84136B0-B444-4051-A6EC-C9B7961F7407}" dt="2025-12-29T20:19:09.134" v="147" actId="22"/>
          <ac:picMkLst>
            <pc:docMk/>
            <pc:sldMk cId="4180254601" sldId="274"/>
            <ac:picMk id="5" creationId="{9271CFB7-893E-7CA0-3176-78F9418BA651}"/>
          </ac:picMkLst>
        </pc:picChg>
      </pc:sldChg>
      <pc:sldChg chg="addSp new mod">
        <pc:chgData name="Dr. Muhammad Abdul Qayum" userId="6f99b717-c1e2-49a4-bfbb-35fff60aea46" providerId="ADAL" clId="{F84136B0-B444-4051-A6EC-C9B7961F7407}" dt="2025-12-29T20:20:29.155" v="150" actId="22"/>
        <pc:sldMkLst>
          <pc:docMk/>
          <pc:sldMk cId="866135718" sldId="275"/>
        </pc:sldMkLst>
        <pc:picChg chg="add">
          <ac:chgData name="Dr. Muhammad Abdul Qayum" userId="6f99b717-c1e2-49a4-bfbb-35fff60aea46" providerId="ADAL" clId="{F84136B0-B444-4051-A6EC-C9B7961F7407}" dt="2025-12-29T20:20:29.155" v="150" actId="22"/>
          <ac:picMkLst>
            <pc:docMk/>
            <pc:sldMk cId="866135718" sldId="275"/>
            <ac:picMk id="5" creationId="{D6E894C3-2A48-D70A-8204-6A68F8E3F81D}"/>
          </ac:picMkLst>
        </pc:picChg>
      </pc:sldChg>
      <pc:sldChg chg="modSp new mod modNotesTx">
        <pc:chgData name="Dr. Muhammad Abdul Qayum" userId="6f99b717-c1e2-49a4-bfbb-35fff60aea46" providerId="ADAL" clId="{F84136B0-B444-4051-A6EC-C9B7961F7407}" dt="2026-01-01T17:26:22.106" v="195" actId="6549"/>
        <pc:sldMkLst>
          <pc:docMk/>
          <pc:sldMk cId="199463555" sldId="276"/>
        </pc:sldMkLst>
        <pc:spChg chg="mod">
          <ac:chgData name="Dr. Muhammad Abdul Qayum" userId="6f99b717-c1e2-49a4-bfbb-35fff60aea46" providerId="ADAL" clId="{F84136B0-B444-4051-A6EC-C9B7961F7407}" dt="2026-01-01T17:23:54.606" v="186"/>
          <ac:spMkLst>
            <pc:docMk/>
            <pc:sldMk cId="199463555" sldId="276"/>
            <ac:spMk id="2" creationId="{45108F96-A1F8-EEBA-CCE7-4857649E0787}"/>
          </ac:spMkLst>
        </pc:spChg>
        <pc:spChg chg="mod">
          <ac:chgData name="Dr. Muhammad Abdul Qayum" userId="6f99b717-c1e2-49a4-bfbb-35fff60aea46" providerId="ADAL" clId="{F84136B0-B444-4051-A6EC-C9B7961F7407}" dt="2026-01-01T17:24:35.290" v="189" actId="6549"/>
          <ac:spMkLst>
            <pc:docMk/>
            <pc:sldMk cId="199463555" sldId="276"/>
            <ac:spMk id="3" creationId="{1018AD34-FE72-0DEC-E46D-4A0FA4B36519}"/>
          </ac:spMkLst>
        </pc:spChg>
      </pc:sldChg>
      <pc:sldChg chg="addSp modSp new mod">
        <pc:chgData name="Dr. Muhammad Abdul Qayum" userId="6f99b717-c1e2-49a4-bfbb-35fff60aea46" providerId="ADAL" clId="{F84136B0-B444-4051-A6EC-C9B7961F7407}" dt="2026-01-01T17:27:58.546" v="198" actId="1076"/>
        <pc:sldMkLst>
          <pc:docMk/>
          <pc:sldMk cId="1432037401" sldId="277"/>
        </pc:sldMkLst>
        <pc:spChg chg="mod">
          <ac:chgData name="Dr. Muhammad Abdul Qayum" userId="6f99b717-c1e2-49a4-bfbb-35fff60aea46" providerId="ADAL" clId="{F84136B0-B444-4051-A6EC-C9B7961F7407}" dt="2026-01-01T17:27:25.357" v="196"/>
          <ac:spMkLst>
            <pc:docMk/>
            <pc:sldMk cId="1432037401" sldId="277"/>
            <ac:spMk id="2" creationId="{435F06E4-1F59-4532-C126-86AAE0F6EE95}"/>
          </ac:spMkLst>
        </pc:spChg>
        <pc:picChg chg="add mod">
          <ac:chgData name="Dr. Muhammad Abdul Qayum" userId="6f99b717-c1e2-49a4-bfbb-35fff60aea46" providerId="ADAL" clId="{F84136B0-B444-4051-A6EC-C9B7961F7407}" dt="2026-01-01T17:27:58.546" v="198" actId="1076"/>
          <ac:picMkLst>
            <pc:docMk/>
            <pc:sldMk cId="1432037401" sldId="277"/>
            <ac:picMk id="5" creationId="{12F8F047-F2E9-B112-478D-B9AB0BE30709}"/>
          </ac:picMkLst>
        </pc:picChg>
      </pc:sldChg>
      <pc:sldChg chg="addSp new">
        <pc:chgData name="Dr. Muhammad Abdul Qayum" userId="6f99b717-c1e2-49a4-bfbb-35fff60aea46" providerId="ADAL" clId="{F84136B0-B444-4051-A6EC-C9B7961F7407}" dt="2026-01-01T17:16:15.767" v="185"/>
        <pc:sldMkLst>
          <pc:docMk/>
          <pc:sldMk cId="3000053682" sldId="278"/>
        </pc:sldMkLst>
        <pc:picChg chg="add">
          <ac:chgData name="Dr. Muhammad Abdul Qayum" userId="6f99b717-c1e2-49a4-bfbb-35fff60aea46" providerId="ADAL" clId="{F84136B0-B444-4051-A6EC-C9B7961F7407}" dt="2026-01-01T17:16:15.767" v="185"/>
          <ac:picMkLst>
            <pc:docMk/>
            <pc:sldMk cId="3000053682" sldId="278"/>
            <ac:picMk id="4" creationId="{ACB546ED-2DBC-4FA7-BD4E-9CFD2F17B4EC}"/>
          </ac:picMkLst>
        </pc:picChg>
      </pc:sldChg>
      <pc:sldChg chg="addSp new mod">
        <pc:chgData name="Dr. Muhammad Abdul Qayum" userId="6f99b717-c1e2-49a4-bfbb-35fff60aea46" providerId="ADAL" clId="{F84136B0-B444-4051-A6EC-C9B7961F7407}" dt="2026-01-01T17:48:17.142" v="203" actId="22"/>
        <pc:sldMkLst>
          <pc:docMk/>
          <pc:sldMk cId="2918584009" sldId="279"/>
        </pc:sldMkLst>
        <pc:picChg chg="add">
          <ac:chgData name="Dr. Muhammad Abdul Qayum" userId="6f99b717-c1e2-49a4-bfbb-35fff60aea46" providerId="ADAL" clId="{F84136B0-B444-4051-A6EC-C9B7961F7407}" dt="2026-01-01T17:48:17.142" v="203" actId="22"/>
          <ac:picMkLst>
            <pc:docMk/>
            <pc:sldMk cId="2918584009" sldId="279"/>
            <ac:picMk id="5" creationId="{0D9E1DCD-5E8D-704B-48A3-F0D22ED5D00E}"/>
          </ac:picMkLst>
        </pc:picChg>
      </pc:sldChg>
      <pc:sldChg chg="addSp new mod">
        <pc:chgData name="Dr. Muhammad Abdul Qayum" userId="6f99b717-c1e2-49a4-bfbb-35fff60aea46" providerId="ADAL" clId="{F84136B0-B444-4051-A6EC-C9B7961F7407}" dt="2026-01-01T17:49:04.128" v="204" actId="22"/>
        <pc:sldMkLst>
          <pc:docMk/>
          <pc:sldMk cId="3978447048" sldId="280"/>
        </pc:sldMkLst>
        <pc:picChg chg="add">
          <ac:chgData name="Dr. Muhammad Abdul Qayum" userId="6f99b717-c1e2-49a4-bfbb-35fff60aea46" providerId="ADAL" clId="{F84136B0-B444-4051-A6EC-C9B7961F7407}" dt="2026-01-01T17:49:04.128" v="204" actId="22"/>
          <ac:picMkLst>
            <pc:docMk/>
            <pc:sldMk cId="3978447048" sldId="280"/>
            <ac:picMk id="5" creationId="{F9FC9C95-FE36-3CCD-7D6C-32C8C038FC69}"/>
          </ac:picMkLst>
        </pc:picChg>
      </pc:sldChg>
      <pc:sldChg chg="addSp new mod">
        <pc:chgData name="Dr. Muhammad Abdul Qayum" userId="6f99b717-c1e2-49a4-bfbb-35fff60aea46" providerId="ADAL" clId="{F84136B0-B444-4051-A6EC-C9B7961F7407}" dt="2026-01-01T17:52:04.190" v="206" actId="22"/>
        <pc:sldMkLst>
          <pc:docMk/>
          <pc:sldMk cId="542505301" sldId="281"/>
        </pc:sldMkLst>
        <pc:picChg chg="add">
          <ac:chgData name="Dr. Muhammad Abdul Qayum" userId="6f99b717-c1e2-49a4-bfbb-35fff60aea46" providerId="ADAL" clId="{F84136B0-B444-4051-A6EC-C9B7961F7407}" dt="2026-01-01T17:52:04.190" v="206" actId="22"/>
          <ac:picMkLst>
            <pc:docMk/>
            <pc:sldMk cId="542505301" sldId="281"/>
            <ac:picMk id="5" creationId="{91764491-45CB-0B45-6BA7-E3EDDCE3528F}"/>
          </ac:picMkLst>
        </pc:picChg>
      </pc:sldChg>
      <pc:sldChg chg="addSp modSp new mod">
        <pc:chgData name="Dr. Muhammad Abdul Qayum" userId="6f99b717-c1e2-49a4-bfbb-35fff60aea46" providerId="ADAL" clId="{F84136B0-B444-4051-A6EC-C9B7961F7407}" dt="2026-01-06T11:09:53.386" v="304" actId="1035"/>
        <pc:sldMkLst>
          <pc:docMk/>
          <pc:sldMk cId="4164116083" sldId="282"/>
        </pc:sldMkLst>
        <pc:picChg chg="add mod">
          <ac:chgData name="Dr. Muhammad Abdul Qayum" userId="6f99b717-c1e2-49a4-bfbb-35fff60aea46" providerId="ADAL" clId="{F84136B0-B444-4051-A6EC-C9B7961F7407}" dt="2026-01-06T11:09:53.386" v="304" actId="1035"/>
          <ac:picMkLst>
            <pc:docMk/>
            <pc:sldMk cId="4164116083" sldId="282"/>
            <ac:picMk id="5" creationId="{87DCE47E-5E4C-CA57-8ADA-235B4B2302EB}"/>
          </ac:picMkLst>
        </pc:picChg>
      </pc:sldChg>
      <pc:sldChg chg="addSp modSp new mod">
        <pc:chgData name="Dr. Muhammad Abdul Qayum" userId="6f99b717-c1e2-49a4-bfbb-35fff60aea46" providerId="ADAL" clId="{F84136B0-B444-4051-A6EC-C9B7961F7407}" dt="2026-01-01T18:51:25.766" v="216" actId="1076"/>
        <pc:sldMkLst>
          <pc:docMk/>
          <pc:sldMk cId="3229055936" sldId="283"/>
        </pc:sldMkLst>
        <pc:picChg chg="add mod">
          <ac:chgData name="Dr. Muhammad Abdul Qayum" userId="6f99b717-c1e2-49a4-bfbb-35fff60aea46" providerId="ADAL" clId="{F84136B0-B444-4051-A6EC-C9B7961F7407}" dt="2026-01-01T18:51:25.766" v="216" actId="1076"/>
          <ac:picMkLst>
            <pc:docMk/>
            <pc:sldMk cId="3229055936" sldId="283"/>
            <ac:picMk id="5" creationId="{CE833B34-5280-002D-4764-EAF35BAFD77A}"/>
          </ac:picMkLst>
        </pc:picChg>
      </pc:sldChg>
      <pc:sldChg chg="addSp new mod">
        <pc:chgData name="Dr. Muhammad Abdul Qayum" userId="6f99b717-c1e2-49a4-bfbb-35fff60aea46" providerId="ADAL" clId="{F84136B0-B444-4051-A6EC-C9B7961F7407}" dt="2026-01-01T18:17:07.399" v="209" actId="22"/>
        <pc:sldMkLst>
          <pc:docMk/>
          <pc:sldMk cId="102039787" sldId="284"/>
        </pc:sldMkLst>
        <pc:picChg chg="add">
          <ac:chgData name="Dr. Muhammad Abdul Qayum" userId="6f99b717-c1e2-49a4-bfbb-35fff60aea46" providerId="ADAL" clId="{F84136B0-B444-4051-A6EC-C9B7961F7407}" dt="2026-01-01T18:17:07.399" v="209" actId="22"/>
          <ac:picMkLst>
            <pc:docMk/>
            <pc:sldMk cId="102039787" sldId="284"/>
            <ac:picMk id="5" creationId="{EE6E2249-1845-C5DE-162E-135D021B0869}"/>
          </ac:picMkLst>
        </pc:picChg>
      </pc:sldChg>
      <pc:sldChg chg="modSp new mod">
        <pc:chgData name="Dr. Muhammad Abdul Qayum" userId="6f99b717-c1e2-49a4-bfbb-35fff60aea46" providerId="ADAL" clId="{F84136B0-B444-4051-A6EC-C9B7961F7407}" dt="2026-01-01T19:22:48.577" v="244" actId="27636"/>
        <pc:sldMkLst>
          <pc:docMk/>
          <pc:sldMk cId="398451664" sldId="285"/>
        </pc:sldMkLst>
        <pc:spChg chg="mod">
          <ac:chgData name="Dr. Muhammad Abdul Qayum" userId="6f99b717-c1e2-49a4-bfbb-35fff60aea46" providerId="ADAL" clId="{F84136B0-B444-4051-A6EC-C9B7961F7407}" dt="2026-01-01T18:50:40.385" v="211"/>
          <ac:spMkLst>
            <pc:docMk/>
            <pc:sldMk cId="398451664" sldId="285"/>
            <ac:spMk id="2" creationId="{B988A043-5E9B-CDDC-01D2-FDD24DF3100C}"/>
          </ac:spMkLst>
        </pc:spChg>
        <pc:spChg chg="mod">
          <ac:chgData name="Dr. Muhammad Abdul Qayum" userId="6f99b717-c1e2-49a4-bfbb-35fff60aea46" providerId="ADAL" clId="{F84136B0-B444-4051-A6EC-C9B7961F7407}" dt="2026-01-01T19:22:48.577" v="244" actId="27636"/>
          <ac:spMkLst>
            <pc:docMk/>
            <pc:sldMk cId="398451664" sldId="285"/>
            <ac:spMk id="3" creationId="{62EDD8CD-9146-53C3-1AC3-08FCA4DEF80B}"/>
          </ac:spMkLst>
        </pc:spChg>
      </pc:sldChg>
      <pc:sldChg chg="modSp new mod">
        <pc:chgData name="Dr. Muhammad Abdul Qayum" userId="6f99b717-c1e2-49a4-bfbb-35fff60aea46" providerId="ADAL" clId="{F84136B0-B444-4051-A6EC-C9B7961F7407}" dt="2026-01-02T02:58:53.981" v="303" actId="20577"/>
        <pc:sldMkLst>
          <pc:docMk/>
          <pc:sldMk cId="154957725" sldId="286"/>
        </pc:sldMkLst>
        <pc:spChg chg="mod">
          <ac:chgData name="Dr. Muhammad Abdul Qayum" userId="6f99b717-c1e2-49a4-bfbb-35fff60aea46" providerId="ADAL" clId="{F84136B0-B444-4051-A6EC-C9B7961F7407}" dt="2026-01-01T19:23:50.346" v="248"/>
          <ac:spMkLst>
            <pc:docMk/>
            <pc:sldMk cId="154957725" sldId="286"/>
            <ac:spMk id="2" creationId="{04FADBE9-669A-C2C9-2774-C14EF2143373}"/>
          </ac:spMkLst>
        </pc:spChg>
        <pc:spChg chg="mod">
          <ac:chgData name="Dr. Muhammad Abdul Qayum" userId="6f99b717-c1e2-49a4-bfbb-35fff60aea46" providerId="ADAL" clId="{F84136B0-B444-4051-A6EC-C9B7961F7407}" dt="2026-01-02T02:58:53.981" v="303" actId="20577"/>
          <ac:spMkLst>
            <pc:docMk/>
            <pc:sldMk cId="154957725" sldId="286"/>
            <ac:spMk id="3" creationId="{D770D7BE-1610-CC68-AFAA-C0C3D437E2F1}"/>
          </ac:spMkLst>
        </pc:spChg>
      </pc:sldChg>
      <pc:sldChg chg="addSp delSp modSp new mod">
        <pc:chgData name="Dr. Muhammad Abdul Qayum" userId="6f99b717-c1e2-49a4-bfbb-35fff60aea46" providerId="ADAL" clId="{F84136B0-B444-4051-A6EC-C9B7961F7407}" dt="2026-01-01T19:42:51.279" v="268" actId="1076"/>
        <pc:sldMkLst>
          <pc:docMk/>
          <pc:sldMk cId="2855680391" sldId="287"/>
        </pc:sldMkLst>
        <pc:spChg chg="mod">
          <ac:chgData name="Dr. Muhammad Abdul Qayum" userId="6f99b717-c1e2-49a4-bfbb-35fff60aea46" providerId="ADAL" clId="{F84136B0-B444-4051-A6EC-C9B7961F7407}" dt="2026-01-01T19:24:20.501" v="258"/>
          <ac:spMkLst>
            <pc:docMk/>
            <pc:sldMk cId="2855680391" sldId="287"/>
            <ac:spMk id="2" creationId="{9222BFE1-7853-1534-B20C-9A594C3E165B}"/>
          </ac:spMkLst>
        </pc:spChg>
        <pc:picChg chg="add mod ord">
          <ac:chgData name="Dr. Muhammad Abdul Qayum" userId="6f99b717-c1e2-49a4-bfbb-35fff60aea46" providerId="ADAL" clId="{F84136B0-B444-4051-A6EC-C9B7961F7407}" dt="2026-01-01T19:41:37.477" v="263" actId="1076"/>
          <ac:picMkLst>
            <pc:docMk/>
            <pc:sldMk cId="2855680391" sldId="287"/>
            <ac:picMk id="6" creationId="{A47302E3-619D-F5DC-DB81-5FBA43DBEC42}"/>
          </ac:picMkLst>
        </pc:picChg>
        <pc:picChg chg="add mod">
          <ac:chgData name="Dr. Muhammad Abdul Qayum" userId="6f99b717-c1e2-49a4-bfbb-35fff60aea46" providerId="ADAL" clId="{F84136B0-B444-4051-A6EC-C9B7961F7407}" dt="2026-01-01T19:42:51.279" v="268" actId="1076"/>
          <ac:picMkLst>
            <pc:docMk/>
            <pc:sldMk cId="2855680391" sldId="287"/>
            <ac:picMk id="10" creationId="{5705624E-B1E8-57F1-8EE5-71F00D2FCE7A}"/>
          </ac:picMkLst>
        </pc:picChg>
      </pc:sldChg>
      <pc:sldChg chg="addSp modSp new mod">
        <pc:chgData name="Dr. Muhammad Abdul Qayum" userId="6f99b717-c1e2-49a4-bfbb-35fff60aea46" providerId="ADAL" clId="{F84136B0-B444-4051-A6EC-C9B7961F7407}" dt="2026-01-01T19:43:26.523" v="271" actId="1076"/>
        <pc:sldMkLst>
          <pc:docMk/>
          <pc:sldMk cId="3290175388" sldId="288"/>
        </pc:sldMkLst>
        <pc:picChg chg="add mod">
          <ac:chgData name="Dr. Muhammad Abdul Qayum" userId="6f99b717-c1e2-49a4-bfbb-35fff60aea46" providerId="ADAL" clId="{F84136B0-B444-4051-A6EC-C9B7961F7407}" dt="2026-01-01T19:43:26.523" v="271" actId="1076"/>
          <ac:picMkLst>
            <pc:docMk/>
            <pc:sldMk cId="3290175388" sldId="288"/>
            <ac:picMk id="5" creationId="{A7EDD34A-18B9-2A95-1A26-A6C85AC40AC3}"/>
          </ac:picMkLst>
        </pc:picChg>
      </pc:sldChg>
      <pc:sldChg chg="addSp delSp modSp new mod">
        <pc:chgData name="Dr. Muhammad Abdul Qayum" userId="6f99b717-c1e2-49a4-bfbb-35fff60aea46" providerId="ADAL" clId="{F84136B0-B444-4051-A6EC-C9B7961F7407}" dt="2026-01-01T19:45:42.865" v="282" actId="1076"/>
        <pc:sldMkLst>
          <pc:docMk/>
          <pc:sldMk cId="2231250772" sldId="289"/>
        </pc:sldMkLst>
        <pc:picChg chg="add mod">
          <ac:chgData name="Dr. Muhammad Abdul Qayum" userId="6f99b717-c1e2-49a4-bfbb-35fff60aea46" providerId="ADAL" clId="{F84136B0-B444-4051-A6EC-C9B7961F7407}" dt="2026-01-01T19:45:23.144" v="279" actId="1076"/>
          <ac:picMkLst>
            <pc:docMk/>
            <pc:sldMk cId="2231250772" sldId="289"/>
            <ac:picMk id="5" creationId="{C0D4D783-DCA2-EB23-911A-84CCA791F9B3}"/>
          </ac:picMkLst>
        </pc:picChg>
        <pc:picChg chg="add mod">
          <ac:chgData name="Dr. Muhammad Abdul Qayum" userId="6f99b717-c1e2-49a4-bfbb-35fff60aea46" providerId="ADAL" clId="{F84136B0-B444-4051-A6EC-C9B7961F7407}" dt="2026-01-01T19:45:42.865" v="282" actId="1076"/>
          <ac:picMkLst>
            <pc:docMk/>
            <pc:sldMk cId="2231250772" sldId="289"/>
            <ac:picMk id="6" creationId="{5170A9D8-C7B5-D16E-5FE3-7FFBAC001BE9}"/>
          </ac:picMkLst>
        </pc:picChg>
      </pc:sldChg>
      <pc:sldChg chg="addSp delSp modSp new mod modNotesTx">
        <pc:chgData name="Dr. Muhammad Abdul Qayum" userId="6f99b717-c1e2-49a4-bfbb-35fff60aea46" providerId="ADAL" clId="{F84136B0-B444-4051-A6EC-C9B7961F7407}" dt="2026-01-01T19:49:26.670" v="285"/>
        <pc:sldMkLst>
          <pc:docMk/>
          <pc:sldMk cId="2644774342" sldId="290"/>
        </pc:sldMkLst>
        <pc:picChg chg="add">
          <ac:chgData name="Dr. Muhammad Abdul Qayum" userId="6f99b717-c1e2-49a4-bfbb-35fff60aea46" providerId="ADAL" clId="{F84136B0-B444-4051-A6EC-C9B7961F7407}" dt="2026-01-01T19:47:14.934" v="283" actId="22"/>
          <ac:picMkLst>
            <pc:docMk/>
            <pc:sldMk cId="2644774342" sldId="290"/>
            <ac:picMk id="7" creationId="{53C466C9-3DF2-DD54-BC1B-B2502D83B864}"/>
          </ac:picMkLst>
        </pc:picChg>
      </pc:sldChg>
      <pc:sldChg chg="addSp modSp new mod">
        <pc:chgData name="Dr. Muhammad Abdul Qayum" userId="6f99b717-c1e2-49a4-bfbb-35fff60aea46" providerId="ADAL" clId="{F84136B0-B444-4051-A6EC-C9B7961F7407}" dt="2026-01-01T19:49:54.933" v="287" actId="1076"/>
        <pc:sldMkLst>
          <pc:docMk/>
          <pc:sldMk cId="3065103048" sldId="291"/>
        </pc:sldMkLst>
        <pc:picChg chg="add mod">
          <ac:chgData name="Dr. Muhammad Abdul Qayum" userId="6f99b717-c1e2-49a4-bfbb-35fff60aea46" providerId="ADAL" clId="{F84136B0-B444-4051-A6EC-C9B7961F7407}" dt="2026-01-01T19:49:54.933" v="287" actId="1076"/>
          <ac:picMkLst>
            <pc:docMk/>
            <pc:sldMk cId="3065103048" sldId="291"/>
            <ac:picMk id="5" creationId="{E6288958-98F8-C39D-0711-E35C17264D9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096CFC-EBC0-4BDC-90CB-AFC39ADA42EB}" type="datetimeFigureOut">
              <a:rPr lang="en-PK" smtClean="0"/>
              <a:t>06/01/2026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84D38F-8B65-4254-B325-DFFE6F28D9BB}" type="slidenum">
              <a:rPr lang="en-PK" smtClean="0"/>
              <a:t>‹#›</a:t>
            </a:fld>
            <a:endParaRPr lang="en-PK"/>
          </a:p>
        </p:txBody>
      </p:sp>
    </p:spTree>
    <p:extLst>
      <p:ext uri="{BB962C8B-B14F-4D97-AF65-F5344CB8AC3E}">
        <p14:creationId xmlns:p14="http://schemas.microsoft.com/office/powerpoint/2010/main" val="182580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Why Guardrails Matter</a:t>
            </a:r>
          </a:p>
          <a:p>
            <a:pPr>
              <a:buFont typeface="Arial" panose="020B0604020202020204" pitchFamily="34" charset="0"/>
              <a:buChar char="•"/>
            </a:pPr>
            <a:r>
              <a:rPr lang="en-US" dirty="0"/>
              <a:t>Prevent </a:t>
            </a:r>
            <a:r>
              <a:rPr lang="en-US" b="1" dirty="0"/>
              <a:t>invalid, unsafe, or undesirable</a:t>
            </a:r>
            <a:r>
              <a:rPr lang="en-US" dirty="0"/>
              <a:t> inputs and outputs</a:t>
            </a:r>
          </a:p>
          <a:p>
            <a:pPr>
              <a:buFont typeface="Arial" panose="020B0604020202020204" pitchFamily="34" charset="0"/>
              <a:buChar char="•"/>
            </a:pPr>
            <a:r>
              <a:rPr lang="en-US" dirty="0"/>
              <a:t>Improve </a:t>
            </a:r>
            <a:r>
              <a:rPr lang="en-US" b="1" dirty="0"/>
              <a:t>system resilience</a:t>
            </a:r>
            <a:r>
              <a:rPr lang="en-US" dirty="0"/>
              <a:t> in multi-agent workflows</a:t>
            </a:r>
          </a:p>
          <a:p>
            <a:pPr>
              <a:buFont typeface="Arial" panose="020B0604020202020204" pitchFamily="34" charset="0"/>
              <a:buChar char="•"/>
            </a:pPr>
            <a:r>
              <a:rPr lang="en-US" dirty="0"/>
              <a:t>Enforce </a:t>
            </a:r>
            <a:r>
              <a:rPr lang="en-US" b="1" dirty="0"/>
              <a:t>organizational policies</a:t>
            </a:r>
            <a:r>
              <a:rPr lang="en-US" dirty="0"/>
              <a:t> and domain rules</a:t>
            </a:r>
          </a:p>
          <a:p>
            <a:pPr>
              <a:buFont typeface="Arial" panose="020B0604020202020204" pitchFamily="34" charset="0"/>
              <a:buChar char="•"/>
            </a:pPr>
            <a:r>
              <a:rPr lang="en-US" dirty="0"/>
              <a:t>Keep agents focused on </a:t>
            </a:r>
            <a:r>
              <a:rPr lang="en-US" b="1" dirty="0"/>
              <a:t>core reasoning</a:t>
            </a:r>
            <a:r>
              <a:rPr lang="en-US" dirty="0"/>
              <a:t>, not validation logic</a:t>
            </a:r>
          </a:p>
          <a:p>
            <a:pPr>
              <a:buFont typeface="Arial" panose="020B0604020202020204" pitchFamily="34" charset="0"/>
              <a:buChar char="•"/>
            </a:pPr>
            <a:r>
              <a:rPr lang="en-US" dirty="0"/>
              <a:t>Maintain a </a:t>
            </a:r>
            <a:r>
              <a:rPr lang="en-US" b="1" dirty="0"/>
              <a:t>consistent and safe user experience</a:t>
            </a:r>
            <a:endParaRPr lang="en-US" dirty="0"/>
          </a:p>
          <a:p>
            <a:endParaRPr lang="en-PK" dirty="0"/>
          </a:p>
        </p:txBody>
      </p:sp>
      <p:sp>
        <p:nvSpPr>
          <p:cNvPr id="4" name="Slide Number Placeholder 3"/>
          <p:cNvSpPr>
            <a:spLocks noGrp="1"/>
          </p:cNvSpPr>
          <p:nvPr>
            <p:ph type="sldNum" sz="quarter" idx="5"/>
          </p:nvPr>
        </p:nvSpPr>
        <p:spPr/>
        <p:txBody>
          <a:bodyPr/>
          <a:lstStyle/>
          <a:p>
            <a:fld id="{3D84D38F-8B65-4254-B325-DFFE6F28D9BB}" type="slidenum">
              <a:rPr lang="en-PK" smtClean="0"/>
              <a:t>10</a:t>
            </a:fld>
            <a:endParaRPr lang="en-PK"/>
          </a:p>
        </p:txBody>
      </p:sp>
    </p:spTree>
    <p:extLst>
      <p:ext uri="{BB962C8B-B14F-4D97-AF65-F5344CB8AC3E}">
        <p14:creationId xmlns:p14="http://schemas.microsoft.com/office/powerpoint/2010/main" val="28922254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Purpose of Input Guardrails</a:t>
            </a:r>
          </a:p>
          <a:p>
            <a:pPr>
              <a:buFont typeface="Arial" panose="020B0604020202020204" pitchFamily="34" charset="0"/>
              <a:buChar char="•"/>
            </a:pPr>
            <a:r>
              <a:rPr lang="en-US" dirty="0"/>
              <a:t>Filter </a:t>
            </a:r>
            <a:r>
              <a:rPr lang="en-US" b="1" dirty="0"/>
              <a:t>irrelevant or disallowed user prompts</a:t>
            </a:r>
            <a:endParaRPr lang="en-US" dirty="0"/>
          </a:p>
          <a:p>
            <a:pPr>
              <a:buFont typeface="Arial" panose="020B0604020202020204" pitchFamily="34" charset="0"/>
              <a:buChar char="•"/>
            </a:pPr>
            <a:r>
              <a:rPr lang="en-US" dirty="0"/>
              <a:t>Detect </a:t>
            </a:r>
            <a:r>
              <a:rPr lang="en-US" b="1" dirty="0"/>
              <a:t>policy violations or unsupported requests</a:t>
            </a:r>
            <a:endParaRPr lang="en-US" dirty="0"/>
          </a:p>
          <a:p>
            <a:pPr>
              <a:buFont typeface="Arial" panose="020B0604020202020204" pitchFamily="34" charset="0"/>
              <a:buChar char="•"/>
            </a:pPr>
            <a:r>
              <a:rPr lang="en-US" dirty="0"/>
              <a:t>Prevent </a:t>
            </a:r>
            <a:r>
              <a:rPr lang="en-US" b="1" dirty="0"/>
              <a:t>misuse of the agentic system</a:t>
            </a:r>
            <a:endParaRPr lang="en-US" dirty="0"/>
          </a:p>
          <a:p>
            <a:pPr>
              <a:buFont typeface="Arial" panose="020B0604020202020204" pitchFamily="34" charset="0"/>
              <a:buChar char="•"/>
            </a:pPr>
            <a:r>
              <a:rPr lang="en-US" dirty="0"/>
              <a:t>Reduce </a:t>
            </a:r>
            <a:r>
              <a:rPr lang="en-US" b="1" dirty="0"/>
              <a:t>token usage and processing costs</a:t>
            </a:r>
            <a:endParaRPr lang="en-US" dirty="0"/>
          </a:p>
          <a:p>
            <a:pPr>
              <a:buFont typeface="Arial" panose="020B0604020202020204" pitchFamily="34" charset="0"/>
              <a:buChar char="•"/>
            </a:pPr>
            <a:r>
              <a:rPr lang="en-US" dirty="0"/>
              <a:t>Improve </a:t>
            </a:r>
            <a:r>
              <a:rPr lang="en-US" b="1" dirty="0"/>
              <a:t>system efficiency and security</a:t>
            </a:r>
            <a:endParaRPr lang="en-US" dirty="0"/>
          </a:p>
          <a:p>
            <a:endParaRPr lang="en-PK" dirty="0"/>
          </a:p>
        </p:txBody>
      </p:sp>
      <p:sp>
        <p:nvSpPr>
          <p:cNvPr id="4" name="Slide Number Placeholder 3"/>
          <p:cNvSpPr>
            <a:spLocks noGrp="1"/>
          </p:cNvSpPr>
          <p:nvPr>
            <p:ph type="sldNum" sz="quarter" idx="5"/>
          </p:nvPr>
        </p:nvSpPr>
        <p:spPr/>
        <p:txBody>
          <a:bodyPr/>
          <a:lstStyle/>
          <a:p>
            <a:fld id="{3D84D38F-8B65-4254-B325-DFFE6F28D9BB}" type="slidenum">
              <a:rPr lang="en-PK" smtClean="0"/>
              <a:t>12</a:t>
            </a:fld>
            <a:endParaRPr lang="en-PK"/>
          </a:p>
        </p:txBody>
      </p:sp>
    </p:spTree>
    <p:extLst>
      <p:ext uri="{BB962C8B-B14F-4D97-AF65-F5344CB8AC3E}">
        <p14:creationId xmlns:p14="http://schemas.microsoft.com/office/powerpoint/2010/main" val="2891230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 guardrails help you save money, enforce rules, and protect agents, all while keeping your system focused on legitimate tasks—just like a strict but friendly flight attendant</a:t>
            </a:r>
            <a:endParaRPr lang="en-PK" dirty="0"/>
          </a:p>
        </p:txBody>
      </p:sp>
      <p:sp>
        <p:nvSpPr>
          <p:cNvPr id="4" name="Slide Number Placeholder 3"/>
          <p:cNvSpPr>
            <a:spLocks noGrp="1"/>
          </p:cNvSpPr>
          <p:nvPr>
            <p:ph type="sldNum" sz="quarter" idx="5"/>
          </p:nvPr>
        </p:nvSpPr>
        <p:spPr/>
        <p:txBody>
          <a:bodyPr/>
          <a:lstStyle/>
          <a:p>
            <a:fld id="{3D84D38F-8B65-4254-B325-DFFE6F28D9BB}" type="slidenum">
              <a:rPr lang="en-PK" smtClean="0"/>
              <a:t>13</a:t>
            </a:fld>
            <a:endParaRPr lang="en-PK"/>
          </a:p>
        </p:txBody>
      </p:sp>
    </p:spTree>
    <p:extLst>
      <p:ext uri="{BB962C8B-B14F-4D97-AF65-F5344CB8AC3E}">
        <p14:creationId xmlns:p14="http://schemas.microsoft.com/office/powerpoint/2010/main" val="26059766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Let’s walk through the input guardrail functionality here, matching the pattern we laid out earlier. First, we defined a guardrail function (</a:t>
            </a:r>
            <a:r>
              <a:rPr lang="en-US" sz="1200" b="0" i="0" u="none" strike="noStrike" kern="1200" baseline="0" dirty="0" err="1">
                <a:solidFill>
                  <a:schemeClr val="tx1"/>
                </a:solidFill>
                <a:latin typeface="+mn-lt"/>
                <a:ea typeface="+mn-ea"/>
                <a:cs typeface="+mn-cs"/>
              </a:rPr>
              <a:t>complaint_detector_guardrail</a:t>
            </a:r>
            <a:r>
              <a:rPr lang="en-US" sz="1200" b="0" i="0" u="none" strike="noStrike" kern="1200" baseline="0" dirty="0">
                <a:solidFill>
                  <a:schemeClr val="tx1"/>
                </a:solidFill>
                <a:latin typeface="+mn-lt"/>
                <a:ea typeface="+mn-ea"/>
                <a:cs typeface="+mn-cs"/>
              </a:rPr>
              <a:t>) that accepts </a:t>
            </a:r>
            <a:r>
              <a:rPr lang="en-US" sz="1200" b="0" i="0" u="none" strike="noStrike" kern="1200" baseline="0" dirty="0" err="1">
                <a:solidFill>
                  <a:schemeClr val="tx1"/>
                </a:solidFill>
                <a:latin typeface="+mn-lt"/>
                <a:ea typeface="+mn-ea"/>
                <a:cs typeface="+mn-cs"/>
              </a:rPr>
              <a:t>RunContextWrapper</a:t>
            </a:r>
            <a:r>
              <a:rPr lang="en-US" sz="1200" b="0" i="0" u="none" strike="noStrike" kern="1200" baseline="0" dirty="0">
                <a:solidFill>
                  <a:schemeClr val="tx1"/>
                </a:solidFill>
                <a:latin typeface="+mn-lt"/>
                <a:ea typeface="+mn-ea"/>
                <a:cs typeface="+mn-cs"/>
              </a:rPr>
              <a:t>, the agent, and the user’s prompt. This function must always return a </a:t>
            </a:r>
            <a:r>
              <a:rPr lang="en-US" sz="1200" b="0" i="0" u="none" strike="noStrike" kern="1200" baseline="0" dirty="0" err="1">
                <a:solidFill>
                  <a:schemeClr val="tx1"/>
                </a:solidFill>
                <a:latin typeface="+mn-lt"/>
                <a:ea typeface="+mn-ea"/>
                <a:cs typeface="+mn-cs"/>
              </a:rPr>
              <a:t>GuardrailFunctionOutput</a:t>
            </a:r>
            <a:r>
              <a:rPr lang="en-US" sz="1200" b="0" i="0" u="none" strike="noStrike" kern="1200" baseline="0" dirty="0">
                <a:solidFill>
                  <a:schemeClr val="tx1"/>
                </a:solidFill>
                <a:latin typeface="+mn-lt"/>
                <a:ea typeface="+mn-ea"/>
                <a:cs typeface="+mn-cs"/>
              </a:rPr>
              <a:t> object, which indicates whether a tripwire has been triggered.</a:t>
            </a:r>
          </a:p>
          <a:p>
            <a:r>
              <a:rPr lang="en-US" sz="1200" b="0" i="0" u="none" strike="noStrike" kern="1200" baseline="0" dirty="0">
                <a:solidFill>
                  <a:schemeClr val="tx1"/>
                </a:solidFill>
                <a:latin typeface="+mn-lt"/>
                <a:ea typeface="+mn-ea"/>
                <a:cs typeface="+mn-cs"/>
              </a:rPr>
              <a:t>Second, inside the function, we write the detection logic. In this example, we check whether the word “complaint” appears in the prompt. If it does, the </a:t>
            </a:r>
            <a:r>
              <a:rPr lang="en-US" sz="1200" b="0" i="0" u="none" strike="noStrike" kern="1200" baseline="0" dirty="0" err="1">
                <a:solidFill>
                  <a:schemeClr val="tx1"/>
                </a:solidFill>
                <a:latin typeface="+mn-lt"/>
                <a:ea typeface="+mn-ea"/>
                <a:cs typeface="+mn-cs"/>
              </a:rPr>
              <a:t>tripwire_triggered</a:t>
            </a:r>
            <a:r>
              <a:rPr lang="en-US" sz="1200" b="0" i="0" u="none" strike="noStrike" kern="1200" baseline="0" dirty="0">
                <a:solidFill>
                  <a:schemeClr val="tx1"/>
                </a:solidFill>
                <a:latin typeface="+mn-lt"/>
                <a:ea typeface="+mn-ea"/>
                <a:cs typeface="+mn-cs"/>
              </a:rPr>
              <a:t> flag is set to True, and the guardrail reports back that it has been tripped. Note that this is very simple guardrail logic. Traditionally, here, you would want more sophisticated logic to (for example) scan for policy violations or malicious input.</a:t>
            </a:r>
          </a:p>
          <a:p>
            <a:r>
              <a:rPr lang="en-US" sz="1200" b="0" i="0" u="none" strike="noStrike" kern="1200" baseline="0" dirty="0">
                <a:solidFill>
                  <a:schemeClr val="tx1"/>
                </a:solidFill>
                <a:latin typeface="+mn-lt"/>
                <a:ea typeface="+mn-ea"/>
                <a:cs typeface="+mn-cs"/>
              </a:rPr>
              <a:t>Finally, when the tripwire is triggered, the SDK raises an </a:t>
            </a:r>
            <a:r>
              <a:rPr lang="en-US" sz="1200" b="0" i="0" u="none" strike="noStrike" kern="1200" baseline="0" dirty="0" err="1">
                <a:solidFill>
                  <a:schemeClr val="tx1"/>
                </a:solidFill>
                <a:latin typeface="+mn-lt"/>
                <a:ea typeface="+mn-ea"/>
                <a:cs typeface="+mn-cs"/>
              </a:rPr>
              <a:t>InputGuardrailTripwireTriggered</a:t>
            </a:r>
            <a:r>
              <a:rPr lang="en-US" sz="1200" b="0" i="0" u="none" strike="noStrike" kern="1200" baseline="0" dirty="0">
                <a:solidFill>
                  <a:schemeClr val="tx1"/>
                </a:solidFill>
                <a:latin typeface="+mn-lt"/>
                <a:ea typeface="+mn-ea"/>
                <a:cs typeface="+mn-cs"/>
              </a:rPr>
              <a:t> exception. This interrupts the normal flow of execution, preventing the agent from processing the request and instead surfacing the error. For now, the error is not handled, so it does not produce a great customer experience, but it still achieves our desired result.</a:t>
            </a:r>
            <a:endParaRPr lang="en-PK" dirty="0"/>
          </a:p>
        </p:txBody>
      </p:sp>
      <p:sp>
        <p:nvSpPr>
          <p:cNvPr id="4" name="Slide Number Placeholder 3"/>
          <p:cNvSpPr>
            <a:spLocks noGrp="1"/>
          </p:cNvSpPr>
          <p:nvPr>
            <p:ph type="sldNum" sz="quarter" idx="5"/>
          </p:nvPr>
        </p:nvSpPr>
        <p:spPr/>
        <p:txBody>
          <a:bodyPr/>
          <a:lstStyle/>
          <a:p>
            <a:fld id="{3D84D38F-8B65-4254-B325-DFFE6F28D9BB}" type="slidenum">
              <a:rPr lang="en-PK" smtClean="0"/>
              <a:t>16</a:t>
            </a:fld>
            <a:endParaRPr lang="en-PK"/>
          </a:p>
        </p:txBody>
      </p:sp>
    </p:spTree>
    <p:extLst>
      <p:ext uri="{BB962C8B-B14F-4D97-AF65-F5344CB8AC3E}">
        <p14:creationId xmlns:p14="http://schemas.microsoft.com/office/powerpoint/2010/main" val="29593243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How It Works</a:t>
            </a:r>
          </a:p>
          <a:p>
            <a:r>
              <a:rPr lang="en-US" dirty="0"/>
              <a:t>User submits a prompt</a:t>
            </a:r>
          </a:p>
          <a:p>
            <a:r>
              <a:rPr lang="en-US" dirty="0"/>
              <a:t>Guardrail agent evaluates prompt relevance</a:t>
            </a:r>
          </a:p>
          <a:p>
            <a:r>
              <a:rPr lang="en-PK" dirty="0"/>
              <a:t> </a:t>
            </a:r>
            <a:r>
              <a:rPr lang="en-US" dirty="0"/>
              <a:t>If irrelevant → tripwire triggered, request blocked</a:t>
            </a:r>
          </a:p>
          <a:p>
            <a:r>
              <a:rPr lang="en-PK" dirty="0"/>
              <a:t> </a:t>
            </a:r>
            <a:r>
              <a:rPr lang="en-US" dirty="0"/>
              <a:t>If relevant → prompt forwarded to the main (expensive) multi-agent system</a:t>
            </a:r>
          </a:p>
          <a:p>
            <a:br>
              <a:rPr lang="en-US" dirty="0"/>
            </a:br>
            <a:endParaRPr lang="en-US" dirty="0"/>
          </a:p>
          <a:p>
            <a:r>
              <a:rPr lang="en-US" b="1" dirty="0"/>
              <a:t>Key Benefits</a:t>
            </a:r>
          </a:p>
          <a:p>
            <a:r>
              <a:rPr lang="en-PK" dirty="0"/>
              <a:t> </a:t>
            </a:r>
            <a:r>
              <a:rPr lang="en-US" b="1" dirty="0"/>
              <a:t>Cost-efficient</a:t>
            </a:r>
            <a:r>
              <a:rPr lang="en-US" dirty="0"/>
              <a:t> (cheap model filters requests early)</a:t>
            </a:r>
          </a:p>
          <a:p>
            <a:r>
              <a:rPr lang="en-PK" dirty="0"/>
              <a:t> </a:t>
            </a:r>
            <a:r>
              <a:rPr lang="en-US" b="1" dirty="0"/>
              <a:t>More robust validation</a:t>
            </a:r>
            <a:r>
              <a:rPr lang="en-US" dirty="0"/>
              <a:t> than keyword checks</a:t>
            </a:r>
          </a:p>
          <a:p>
            <a:r>
              <a:rPr lang="en-PK" dirty="0"/>
              <a:t> </a:t>
            </a:r>
            <a:r>
              <a:rPr lang="en-US" dirty="0"/>
              <a:t>Keeps main agents focused on core tasks</a:t>
            </a:r>
          </a:p>
          <a:p>
            <a:r>
              <a:rPr lang="en-PK" dirty="0"/>
              <a:t> </a:t>
            </a:r>
            <a:r>
              <a:rPr lang="en-US" dirty="0"/>
              <a:t>Enforces domain boundaries cleanly</a:t>
            </a:r>
          </a:p>
        </p:txBody>
      </p:sp>
      <p:sp>
        <p:nvSpPr>
          <p:cNvPr id="4" name="Slide Number Placeholder 3"/>
          <p:cNvSpPr>
            <a:spLocks noGrp="1"/>
          </p:cNvSpPr>
          <p:nvPr>
            <p:ph type="sldNum" sz="quarter" idx="5"/>
          </p:nvPr>
        </p:nvSpPr>
        <p:spPr/>
        <p:txBody>
          <a:bodyPr/>
          <a:lstStyle/>
          <a:p>
            <a:fld id="{3D84D38F-8B65-4254-B325-DFFE6F28D9BB}" type="slidenum">
              <a:rPr lang="en-PK" smtClean="0"/>
              <a:t>20</a:t>
            </a:fld>
            <a:endParaRPr lang="en-PK"/>
          </a:p>
        </p:txBody>
      </p:sp>
    </p:spTree>
    <p:extLst>
      <p:ext uri="{BB962C8B-B14F-4D97-AF65-F5344CB8AC3E}">
        <p14:creationId xmlns:p14="http://schemas.microsoft.com/office/powerpoint/2010/main" val="13310567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Let’s examine what we’ve changed here. First, instead of using a hardcoded keyword check, we now rely on another agent (</a:t>
            </a:r>
            <a:r>
              <a:rPr lang="en-US" sz="1200" b="0" i="0" u="none" strike="noStrike" kern="1200" baseline="0" dirty="0" err="1">
                <a:solidFill>
                  <a:schemeClr val="tx1"/>
                </a:solidFill>
                <a:latin typeface="+mn-lt"/>
                <a:ea typeface="+mn-ea"/>
                <a:cs typeface="+mn-cs"/>
              </a:rPr>
              <a:t>guardrail_agent</a:t>
            </a:r>
            <a:r>
              <a:rPr lang="en-US" sz="1200" b="0" i="0" u="none" strike="noStrike" kern="1200" baseline="0" dirty="0">
                <a:solidFill>
                  <a:schemeClr val="tx1"/>
                </a:solidFill>
                <a:latin typeface="+mn-lt"/>
                <a:ea typeface="+mn-ea"/>
                <a:cs typeface="+mn-cs"/>
              </a:rPr>
              <a:t>) to evaluate the user’s input. This agent is configured with clear instructions to determine whether a prompt is relevant to customer service and order-related queries, and its output is typed using a </a:t>
            </a:r>
            <a:r>
              <a:rPr lang="en-US" sz="1200" b="0" i="0" u="none" strike="noStrike" kern="1200" baseline="0" dirty="0" err="1">
                <a:solidFill>
                  <a:schemeClr val="tx1"/>
                </a:solidFill>
                <a:latin typeface="+mn-lt"/>
                <a:ea typeface="+mn-ea"/>
                <a:cs typeface="+mn-cs"/>
              </a:rPr>
              <a:t>Pydantic</a:t>
            </a:r>
            <a:r>
              <a:rPr lang="en-US" sz="1200" b="0" i="0" u="none" strike="noStrike" kern="1200" baseline="0" dirty="0">
                <a:solidFill>
                  <a:schemeClr val="tx1"/>
                </a:solidFill>
                <a:latin typeface="+mn-lt"/>
                <a:ea typeface="+mn-ea"/>
                <a:cs typeface="+mn-cs"/>
              </a:rPr>
              <a:t> model (</a:t>
            </a:r>
            <a:r>
              <a:rPr lang="en-US" sz="1200" b="0" i="0" u="none" strike="noStrike" kern="1200" baseline="0" dirty="0" err="1">
                <a:solidFill>
                  <a:schemeClr val="tx1"/>
                </a:solidFill>
                <a:latin typeface="+mn-lt"/>
                <a:ea typeface="+mn-ea"/>
                <a:cs typeface="+mn-cs"/>
              </a:rPr>
              <a:t>GuardrailTrueFalse</a:t>
            </a:r>
            <a:r>
              <a:rPr lang="en-US" sz="1200" b="0" i="0" u="none" strike="noStrike" kern="1200" baseline="0" dirty="0">
                <a:solidFill>
                  <a:schemeClr val="tx1"/>
                </a:solidFill>
                <a:latin typeface="+mn-lt"/>
                <a:ea typeface="+mn-ea"/>
                <a:cs typeface="+mn-cs"/>
              </a:rPr>
              <a:t>).</a:t>
            </a:r>
          </a:p>
          <a:p>
            <a:r>
              <a:rPr lang="en-US" sz="1200" b="0" i="0" u="none" strike="noStrike" kern="1200" baseline="0" dirty="0">
                <a:solidFill>
                  <a:schemeClr val="tx1"/>
                </a:solidFill>
                <a:latin typeface="+mn-lt"/>
                <a:ea typeface="+mn-ea"/>
                <a:cs typeface="+mn-cs"/>
              </a:rPr>
              <a:t>Second, in the </a:t>
            </a:r>
            <a:r>
              <a:rPr lang="en-US" sz="1200" b="0" i="0" u="none" strike="noStrike" kern="1200" baseline="0" dirty="0" err="1">
                <a:solidFill>
                  <a:schemeClr val="tx1"/>
                </a:solidFill>
                <a:latin typeface="+mn-lt"/>
                <a:ea typeface="+mn-ea"/>
                <a:cs typeface="+mn-cs"/>
              </a:rPr>
              <a:t>relevant_detector_guardrail</a:t>
            </a:r>
            <a:r>
              <a:rPr lang="en-US" sz="1200" b="0" i="0" u="none" strike="noStrike" kern="1200" baseline="0" dirty="0">
                <a:solidFill>
                  <a:schemeClr val="tx1"/>
                </a:solidFill>
                <a:latin typeface="+mn-lt"/>
                <a:ea typeface="+mn-ea"/>
                <a:cs typeface="+mn-cs"/>
              </a:rPr>
              <a:t> function, we asynchronously invoke </a:t>
            </a:r>
            <a:r>
              <a:rPr lang="en-US" sz="1200" b="0" i="0" u="none" strike="noStrike" kern="1200" baseline="0" dirty="0" err="1">
                <a:solidFill>
                  <a:schemeClr val="tx1"/>
                </a:solidFill>
                <a:latin typeface="+mn-lt"/>
                <a:ea typeface="+mn-ea"/>
                <a:cs typeface="+mn-cs"/>
              </a:rPr>
              <a:t>guardrail_agent</a:t>
            </a:r>
            <a:r>
              <a:rPr lang="en-US" sz="1200" b="0" i="0" u="none" strike="noStrike" kern="1200" baseline="0" dirty="0">
                <a:solidFill>
                  <a:schemeClr val="tx1"/>
                </a:solidFill>
                <a:latin typeface="+mn-lt"/>
                <a:ea typeface="+mn-ea"/>
                <a:cs typeface="+mn-cs"/>
              </a:rPr>
              <a:t> with the user’s input. The result is then inspected: if the agent indicates that the prompt is not relevant, we mark the </a:t>
            </a:r>
            <a:r>
              <a:rPr lang="en-US" sz="1200" b="0" i="0" u="none" strike="noStrike" kern="1200" baseline="0" dirty="0" err="1">
                <a:solidFill>
                  <a:schemeClr val="tx1"/>
                </a:solidFill>
                <a:latin typeface="+mn-lt"/>
                <a:ea typeface="+mn-ea"/>
                <a:cs typeface="+mn-cs"/>
              </a:rPr>
              <a:t>tripwire_triggered</a:t>
            </a:r>
            <a:r>
              <a:rPr lang="en-US" sz="1200" b="0" i="0" u="none" strike="noStrike" kern="1200" baseline="0" dirty="0">
                <a:solidFill>
                  <a:schemeClr val="tx1"/>
                </a:solidFill>
                <a:latin typeface="+mn-lt"/>
                <a:ea typeface="+mn-ea"/>
                <a:cs typeface="+mn-cs"/>
              </a:rPr>
              <a:t> flag as True. This makes the guardrail much more flexible, since it can handle a wide range of phrasing or intent, rather than relying on a single keyword match.</a:t>
            </a:r>
          </a:p>
          <a:p>
            <a:r>
              <a:rPr lang="en-US" sz="1200" b="0" i="0" u="none" strike="noStrike" kern="1200" baseline="0" dirty="0">
                <a:solidFill>
                  <a:schemeClr val="tx1"/>
                </a:solidFill>
                <a:latin typeface="+mn-lt"/>
                <a:ea typeface="+mn-ea"/>
                <a:cs typeface="+mn-cs"/>
              </a:rPr>
              <a:t>Overall, this pattern is far more robust and scalable because it allows you to use lightweight, inexpensive models for filtering and validation, while reserving the more capable (and costly) models for handling actual customer interactions.</a:t>
            </a:r>
          </a:p>
          <a:p>
            <a:r>
              <a:rPr lang="en-US" sz="1200" b="0" i="0" u="none" strike="noStrike" kern="1200" baseline="0" dirty="0">
                <a:solidFill>
                  <a:schemeClr val="tx1"/>
                </a:solidFill>
                <a:latin typeface="+mn-lt"/>
                <a:ea typeface="+mn-ea"/>
                <a:cs typeface="+mn-cs"/>
              </a:rPr>
              <a:t>If we run the program and ask about something irrelevant to customer service, it halts execution and tells us that this comment is not related to customer service:</a:t>
            </a:r>
            <a:endParaRPr lang="en-PK" dirty="0"/>
          </a:p>
        </p:txBody>
      </p:sp>
      <p:sp>
        <p:nvSpPr>
          <p:cNvPr id="4" name="Slide Number Placeholder 3"/>
          <p:cNvSpPr>
            <a:spLocks noGrp="1"/>
          </p:cNvSpPr>
          <p:nvPr>
            <p:ph type="sldNum" sz="quarter" idx="5"/>
          </p:nvPr>
        </p:nvSpPr>
        <p:spPr/>
        <p:txBody>
          <a:bodyPr/>
          <a:lstStyle/>
          <a:p>
            <a:fld id="{3D84D38F-8B65-4254-B325-DFFE6F28D9BB}" type="slidenum">
              <a:rPr lang="en-PK" smtClean="0"/>
              <a:t>25</a:t>
            </a:fld>
            <a:endParaRPr lang="en-PK"/>
          </a:p>
        </p:txBody>
      </p:sp>
    </p:spTree>
    <p:extLst>
      <p:ext uri="{BB962C8B-B14F-4D97-AF65-F5344CB8AC3E}">
        <p14:creationId xmlns:p14="http://schemas.microsoft.com/office/powerpoint/2010/main" val="2520389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3D84D38F-8B65-4254-B325-DFFE6F28D9BB}" type="slidenum">
              <a:rPr lang="en-PK" smtClean="0"/>
              <a:t>28</a:t>
            </a:fld>
            <a:endParaRPr lang="en-PK"/>
          </a:p>
        </p:txBody>
      </p:sp>
    </p:spTree>
    <p:extLst>
      <p:ext uri="{BB962C8B-B14F-4D97-AF65-F5344CB8AC3E}">
        <p14:creationId xmlns:p14="http://schemas.microsoft.com/office/powerpoint/2010/main" val="16332660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example, we have created an output guardrail. We decorated the </a:t>
            </a:r>
            <a:r>
              <a:rPr lang="en-US" dirty="0" err="1"/>
              <a:t>relevant_detector_guardrail</a:t>
            </a:r>
            <a:r>
              <a:rPr lang="en-US" dirty="0"/>
              <a:t> function with @output_guardrail, which means this guardrail runs after the main agent generates its response. Inside the guardrail, we asynchronously invoke the guardrail agent with the agent’s output. If the result indicates that the response is invalid, the guardrail halts execution by raising an </a:t>
            </a:r>
            <a:r>
              <a:rPr lang="en-US" dirty="0" err="1"/>
              <a:t>OutputGuardrailTripwireTriggered</a:t>
            </a:r>
            <a:r>
              <a:rPr lang="en-US" dirty="0"/>
              <a:t> exception.</a:t>
            </a:r>
          </a:p>
          <a:p>
            <a:r>
              <a:rPr lang="en-US" dirty="0"/>
              <a:t>If the tripwire fires, the exception is caught, and instead of displaying the agent’s hallucinated or irrelevant response, we show a safe fallback message to the user: “The agent system did not produce an output. Please try again.”</a:t>
            </a:r>
            <a:endParaRPr lang="en-PK" dirty="0"/>
          </a:p>
        </p:txBody>
      </p:sp>
      <p:sp>
        <p:nvSpPr>
          <p:cNvPr id="4" name="Slide Number Placeholder 3"/>
          <p:cNvSpPr>
            <a:spLocks noGrp="1"/>
          </p:cNvSpPr>
          <p:nvPr>
            <p:ph type="sldNum" sz="quarter" idx="5"/>
          </p:nvPr>
        </p:nvSpPr>
        <p:spPr/>
        <p:txBody>
          <a:bodyPr/>
          <a:lstStyle/>
          <a:p>
            <a:fld id="{3D84D38F-8B65-4254-B325-DFFE6F28D9BB}" type="slidenum">
              <a:rPr lang="en-PK" smtClean="0"/>
              <a:t>33</a:t>
            </a:fld>
            <a:endParaRPr lang="en-PK"/>
          </a:p>
        </p:txBody>
      </p:sp>
    </p:spTree>
    <p:extLst>
      <p:ext uri="{BB962C8B-B14F-4D97-AF65-F5344CB8AC3E}">
        <p14:creationId xmlns:p14="http://schemas.microsoft.com/office/powerpoint/2010/main" val="30124380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85E92-DE06-2BEC-140A-64131840441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49B630E7-DCAF-2E52-DDDB-1EC8D0ECBC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6FE7978A-377E-F06B-9005-EDA58D8AB753}"/>
              </a:ext>
            </a:extLst>
          </p:cNvPr>
          <p:cNvSpPr>
            <a:spLocks noGrp="1"/>
          </p:cNvSpPr>
          <p:nvPr>
            <p:ph type="dt" sz="half" idx="10"/>
          </p:nvPr>
        </p:nvSpPr>
        <p:spPr/>
        <p:txBody>
          <a:bodyPr/>
          <a:lstStyle/>
          <a:p>
            <a:fld id="{E75348B7-0ACD-41E0-8DFC-C56926FB8434}" type="datetimeFigureOut">
              <a:rPr lang="en-PK" smtClean="0"/>
              <a:t>06/01/2026</a:t>
            </a:fld>
            <a:endParaRPr lang="en-PK"/>
          </a:p>
        </p:txBody>
      </p:sp>
      <p:sp>
        <p:nvSpPr>
          <p:cNvPr id="5" name="Footer Placeholder 4">
            <a:extLst>
              <a:ext uri="{FF2B5EF4-FFF2-40B4-BE49-F238E27FC236}">
                <a16:creationId xmlns:a16="http://schemas.microsoft.com/office/drawing/2014/main" id="{AC37B918-5B5D-0AE0-B3F7-82F57C5ABD0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2F3E5BFD-3821-DF0C-5F85-D3D125C2216B}"/>
              </a:ext>
            </a:extLst>
          </p:cNvPr>
          <p:cNvSpPr>
            <a:spLocks noGrp="1"/>
          </p:cNvSpPr>
          <p:nvPr>
            <p:ph type="sldNum" sz="quarter" idx="12"/>
          </p:nvPr>
        </p:nvSpPr>
        <p:spPr/>
        <p:txBody>
          <a:bodyPr/>
          <a:lstStyle/>
          <a:p>
            <a:fld id="{434ECD4F-013F-47E0-9096-84CBD66BFB7F}" type="slidenum">
              <a:rPr lang="en-PK" smtClean="0"/>
              <a:t>‹#›</a:t>
            </a:fld>
            <a:endParaRPr lang="en-PK"/>
          </a:p>
        </p:txBody>
      </p:sp>
    </p:spTree>
    <p:extLst>
      <p:ext uri="{BB962C8B-B14F-4D97-AF65-F5344CB8AC3E}">
        <p14:creationId xmlns:p14="http://schemas.microsoft.com/office/powerpoint/2010/main" val="34410182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1F27D-A74F-BEE1-DBB3-05FB795CCD0B}"/>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7FBDCFFA-FFC9-8069-083E-30DA26CBAB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9960FA4E-BE1D-87FB-E54A-9059D6F8BEC3}"/>
              </a:ext>
            </a:extLst>
          </p:cNvPr>
          <p:cNvSpPr>
            <a:spLocks noGrp="1"/>
          </p:cNvSpPr>
          <p:nvPr>
            <p:ph type="dt" sz="half" idx="10"/>
          </p:nvPr>
        </p:nvSpPr>
        <p:spPr/>
        <p:txBody>
          <a:bodyPr/>
          <a:lstStyle/>
          <a:p>
            <a:fld id="{E75348B7-0ACD-41E0-8DFC-C56926FB8434}" type="datetimeFigureOut">
              <a:rPr lang="en-PK" smtClean="0"/>
              <a:t>06/01/2026</a:t>
            </a:fld>
            <a:endParaRPr lang="en-PK"/>
          </a:p>
        </p:txBody>
      </p:sp>
      <p:sp>
        <p:nvSpPr>
          <p:cNvPr id="5" name="Footer Placeholder 4">
            <a:extLst>
              <a:ext uri="{FF2B5EF4-FFF2-40B4-BE49-F238E27FC236}">
                <a16:creationId xmlns:a16="http://schemas.microsoft.com/office/drawing/2014/main" id="{BACA468B-9FCB-112A-AD2D-FC00A99FC9E0}"/>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A9AFCEDE-86F1-65A1-BFD5-5052BF1A158D}"/>
              </a:ext>
            </a:extLst>
          </p:cNvPr>
          <p:cNvSpPr>
            <a:spLocks noGrp="1"/>
          </p:cNvSpPr>
          <p:nvPr>
            <p:ph type="sldNum" sz="quarter" idx="12"/>
          </p:nvPr>
        </p:nvSpPr>
        <p:spPr/>
        <p:txBody>
          <a:bodyPr/>
          <a:lstStyle/>
          <a:p>
            <a:fld id="{434ECD4F-013F-47E0-9096-84CBD66BFB7F}" type="slidenum">
              <a:rPr lang="en-PK" smtClean="0"/>
              <a:t>‹#›</a:t>
            </a:fld>
            <a:endParaRPr lang="en-PK"/>
          </a:p>
        </p:txBody>
      </p:sp>
    </p:spTree>
    <p:extLst>
      <p:ext uri="{BB962C8B-B14F-4D97-AF65-F5344CB8AC3E}">
        <p14:creationId xmlns:p14="http://schemas.microsoft.com/office/powerpoint/2010/main" val="6791577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F2D74-7384-FD5A-09C0-770A1BA6CE6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4FB1E155-96D2-7E8C-2C45-2010F76EEEA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DC3947-8A4A-96A9-169E-3E1B7E1B9C3F}"/>
              </a:ext>
            </a:extLst>
          </p:cNvPr>
          <p:cNvSpPr>
            <a:spLocks noGrp="1"/>
          </p:cNvSpPr>
          <p:nvPr>
            <p:ph type="dt" sz="half" idx="10"/>
          </p:nvPr>
        </p:nvSpPr>
        <p:spPr/>
        <p:txBody>
          <a:bodyPr/>
          <a:lstStyle/>
          <a:p>
            <a:fld id="{E75348B7-0ACD-41E0-8DFC-C56926FB8434}" type="datetimeFigureOut">
              <a:rPr lang="en-PK" smtClean="0"/>
              <a:t>06/01/2026</a:t>
            </a:fld>
            <a:endParaRPr lang="en-PK"/>
          </a:p>
        </p:txBody>
      </p:sp>
      <p:sp>
        <p:nvSpPr>
          <p:cNvPr id="5" name="Footer Placeholder 4">
            <a:extLst>
              <a:ext uri="{FF2B5EF4-FFF2-40B4-BE49-F238E27FC236}">
                <a16:creationId xmlns:a16="http://schemas.microsoft.com/office/drawing/2014/main" id="{E00DEF2A-FE21-7853-A633-FA5C23EB98D9}"/>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E968A55E-6C0C-8D8A-995E-6DA56FEA4CEB}"/>
              </a:ext>
            </a:extLst>
          </p:cNvPr>
          <p:cNvSpPr>
            <a:spLocks noGrp="1"/>
          </p:cNvSpPr>
          <p:nvPr>
            <p:ph type="sldNum" sz="quarter" idx="12"/>
          </p:nvPr>
        </p:nvSpPr>
        <p:spPr/>
        <p:txBody>
          <a:bodyPr/>
          <a:lstStyle/>
          <a:p>
            <a:fld id="{434ECD4F-013F-47E0-9096-84CBD66BFB7F}" type="slidenum">
              <a:rPr lang="en-PK" smtClean="0"/>
              <a:t>‹#›</a:t>
            </a:fld>
            <a:endParaRPr lang="en-PK"/>
          </a:p>
        </p:txBody>
      </p:sp>
    </p:spTree>
    <p:extLst>
      <p:ext uri="{BB962C8B-B14F-4D97-AF65-F5344CB8AC3E}">
        <p14:creationId xmlns:p14="http://schemas.microsoft.com/office/powerpoint/2010/main" val="35253361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5C8CD-0E61-A40B-D1D4-A181F35CDDCE}"/>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68FCAA14-34E2-7C65-4078-7C08BC1960A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6937172F-F80C-6179-88EA-6206DD71B8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3BB1D3EE-5919-74EF-2AF5-7AD959570645}"/>
              </a:ext>
            </a:extLst>
          </p:cNvPr>
          <p:cNvSpPr>
            <a:spLocks noGrp="1"/>
          </p:cNvSpPr>
          <p:nvPr>
            <p:ph type="dt" sz="half" idx="10"/>
          </p:nvPr>
        </p:nvSpPr>
        <p:spPr/>
        <p:txBody>
          <a:bodyPr/>
          <a:lstStyle/>
          <a:p>
            <a:fld id="{E75348B7-0ACD-41E0-8DFC-C56926FB8434}" type="datetimeFigureOut">
              <a:rPr lang="en-PK" smtClean="0"/>
              <a:t>06/01/2026</a:t>
            </a:fld>
            <a:endParaRPr lang="en-PK"/>
          </a:p>
        </p:txBody>
      </p:sp>
      <p:sp>
        <p:nvSpPr>
          <p:cNvPr id="6" name="Footer Placeholder 5">
            <a:extLst>
              <a:ext uri="{FF2B5EF4-FFF2-40B4-BE49-F238E27FC236}">
                <a16:creationId xmlns:a16="http://schemas.microsoft.com/office/drawing/2014/main" id="{A270BA8C-453F-ECAF-B874-78C354C71583}"/>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84EFDAA5-3C41-756F-F677-7C1866B5E302}"/>
              </a:ext>
            </a:extLst>
          </p:cNvPr>
          <p:cNvSpPr>
            <a:spLocks noGrp="1"/>
          </p:cNvSpPr>
          <p:nvPr>
            <p:ph type="sldNum" sz="quarter" idx="12"/>
          </p:nvPr>
        </p:nvSpPr>
        <p:spPr/>
        <p:txBody>
          <a:bodyPr/>
          <a:lstStyle/>
          <a:p>
            <a:fld id="{434ECD4F-013F-47E0-9096-84CBD66BFB7F}" type="slidenum">
              <a:rPr lang="en-PK" smtClean="0"/>
              <a:t>‹#›</a:t>
            </a:fld>
            <a:endParaRPr lang="en-PK"/>
          </a:p>
        </p:txBody>
      </p:sp>
    </p:spTree>
    <p:extLst>
      <p:ext uri="{BB962C8B-B14F-4D97-AF65-F5344CB8AC3E}">
        <p14:creationId xmlns:p14="http://schemas.microsoft.com/office/powerpoint/2010/main" val="31146142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5082B-18CA-0264-F12D-B6F5BBF94C78}"/>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5BC637A7-5F1A-B97A-8C6A-698B231520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634B39-4234-988A-AF2B-51CF3BF0B73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F747204C-BFFA-93FA-64D9-0E5CFCBF4C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03532A2-4031-D4DB-E05C-688CD943998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594841A7-0192-A301-9194-98692971CE69}"/>
              </a:ext>
            </a:extLst>
          </p:cNvPr>
          <p:cNvSpPr>
            <a:spLocks noGrp="1"/>
          </p:cNvSpPr>
          <p:nvPr>
            <p:ph type="dt" sz="half" idx="10"/>
          </p:nvPr>
        </p:nvSpPr>
        <p:spPr/>
        <p:txBody>
          <a:bodyPr/>
          <a:lstStyle/>
          <a:p>
            <a:fld id="{E75348B7-0ACD-41E0-8DFC-C56926FB8434}" type="datetimeFigureOut">
              <a:rPr lang="en-PK" smtClean="0"/>
              <a:t>06/01/2026</a:t>
            </a:fld>
            <a:endParaRPr lang="en-PK"/>
          </a:p>
        </p:txBody>
      </p:sp>
      <p:sp>
        <p:nvSpPr>
          <p:cNvPr id="8" name="Footer Placeholder 7">
            <a:extLst>
              <a:ext uri="{FF2B5EF4-FFF2-40B4-BE49-F238E27FC236}">
                <a16:creationId xmlns:a16="http://schemas.microsoft.com/office/drawing/2014/main" id="{15836D41-2857-7CFA-FB02-560EF694A087}"/>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111D39A6-D3CC-12DF-5051-74B46AECC9C2}"/>
              </a:ext>
            </a:extLst>
          </p:cNvPr>
          <p:cNvSpPr>
            <a:spLocks noGrp="1"/>
          </p:cNvSpPr>
          <p:nvPr>
            <p:ph type="sldNum" sz="quarter" idx="12"/>
          </p:nvPr>
        </p:nvSpPr>
        <p:spPr/>
        <p:txBody>
          <a:bodyPr/>
          <a:lstStyle/>
          <a:p>
            <a:fld id="{434ECD4F-013F-47E0-9096-84CBD66BFB7F}" type="slidenum">
              <a:rPr lang="en-PK" smtClean="0"/>
              <a:t>‹#›</a:t>
            </a:fld>
            <a:endParaRPr lang="en-PK"/>
          </a:p>
        </p:txBody>
      </p:sp>
    </p:spTree>
    <p:extLst>
      <p:ext uri="{BB962C8B-B14F-4D97-AF65-F5344CB8AC3E}">
        <p14:creationId xmlns:p14="http://schemas.microsoft.com/office/powerpoint/2010/main" val="3488915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3CDFF-174A-8C93-5602-A43455EFE86B}"/>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C4D48FF3-1034-BE53-3B6D-936692E512F4}"/>
              </a:ext>
            </a:extLst>
          </p:cNvPr>
          <p:cNvSpPr>
            <a:spLocks noGrp="1"/>
          </p:cNvSpPr>
          <p:nvPr>
            <p:ph type="dt" sz="half" idx="10"/>
          </p:nvPr>
        </p:nvSpPr>
        <p:spPr/>
        <p:txBody>
          <a:bodyPr/>
          <a:lstStyle/>
          <a:p>
            <a:fld id="{E75348B7-0ACD-41E0-8DFC-C56926FB8434}" type="datetimeFigureOut">
              <a:rPr lang="en-PK" smtClean="0"/>
              <a:t>06/01/2026</a:t>
            </a:fld>
            <a:endParaRPr lang="en-PK"/>
          </a:p>
        </p:txBody>
      </p:sp>
      <p:sp>
        <p:nvSpPr>
          <p:cNvPr id="4" name="Footer Placeholder 3">
            <a:extLst>
              <a:ext uri="{FF2B5EF4-FFF2-40B4-BE49-F238E27FC236}">
                <a16:creationId xmlns:a16="http://schemas.microsoft.com/office/drawing/2014/main" id="{15972614-C91E-29F4-2DEC-1346859362F3}"/>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9F9C591D-AC1A-52D5-7014-DF5E2C12FA62}"/>
              </a:ext>
            </a:extLst>
          </p:cNvPr>
          <p:cNvSpPr>
            <a:spLocks noGrp="1"/>
          </p:cNvSpPr>
          <p:nvPr>
            <p:ph type="sldNum" sz="quarter" idx="12"/>
          </p:nvPr>
        </p:nvSpPr>
        <p:spPr/>
        <p:txBody>
          <a:bodyPr/>
          <a:lstStyle/>
          <a:p>
            <a:fld id="{434ECD4F-013F-47E0-9096-84CBD66BFB7F}" type="slidenum">
              <a:rPr lang="en-PK" smtClean="0"/>
              <a:t>‹#›</a:t>
            </a:fld>
            <a:endParaRPr lang="en-PK"/>
          </a:p>
        </p:txBody>
      </p:sp>
    </p:spTree>
    <p:extLst>
      <p:ext uri="{BB962C8B-B14F-4D97-AF65-F5344CB8AC3E}">
        <p14:creationId xmlns:p14="http://schemas.microsoft.com/office/powerpoint/2010/main" val="397064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007381-8DCA-0A8F-2820-AD00BA93E02C}"/>
              </a:ext>
            </a:extLst>
          </p:cNvPr>
          <p:cNvSpPr>
            <a:spLocks noGrp="1"/>
          </p:cNvSpPr>
          <p:nvPr>
            <p:ph type="dt" sz="half" idx="10"/>
          </p:nvPr>
        </p:nvSpPr>
        <p:spPr/>
        <p:txBody>
          <a:bodyPr/>
          <a:lstStyle/>
          <a:p>
            <a:fld id="{E75348B7-0ACD-41E0-8DFC-C56926FB8434}" type="datetimeFigureOut">
              <a:rPr lang="en-PK" smtClean="0"/>
              <a:t>06/01/2026</a:t>
            </a:fld>
            <a:endParaRPr lang="en-PK"/>
          </a:p>
        </p:txBody>
      </p:sp>
      <p:sp>
        <p:nvSpPr>
          <p:cNvPr id="3" name="Footer Placeholder 2">
            <a:extLst>
              <a:ext uri="{FF2B5EF4-FFF2-40B4-BE49-F238E27FC236}">
                <a16:creationId xmlns:a16="http://schemas.microsoft.com/office/drawing/2014/main" id="{858F5BB1-93F0-3F0D-F1E4-9BE8750F9A93}"/>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2DAE21FB-0826-E785-5286-CB2FECE4F335}"/>
              </a:ext>
            </a:extLst>
          </p:cNvPr>
          <p:cNvSpPr>
            <a:spLocks noGrp="1"/>
          </p:cNvSpPr>
          <p:nvPr>
            <p:ph type="sldNum" sz="quarter" idx="12"/>
          </p:nvPr>
        </p:nvSpPr>
        <p:spPr/>
        <p:txBody>
          <a:bodyPr/>
          <a:lstStyle/>
          <a:p>
            <a:fld id="{434ECD4F-013F-47E0-9096-84CBD66BFB7F}" type="slidenum">
              <a:rPr lang="en-PK" smtClean="0"/>
              <a:t>‹#›</a:t>
            </a:fld>
            <a:endParaRPr lang="en-PK"/>
          </a:p>
        </p:txBody>
      </p:sp>
    </p:spTree>
    <p:extLst>
      <p:ext uri="{BB962C8B-B14F-4D97-AF65-F5344CB8AC3E}">
        <p14:creationId xmlns:p14="http://schemas.microsoft.com/office/powerpoint/2010/main" val="2997103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624B7-73C9-250F-5B4C-B38E31F246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8EBB6D74-64F3-E178-4153-B5609F49C1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CD2BDC03-86E2-38F5-82EF-2073D4DAD6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1E5E66-88C1-47C6-71F2-1C0644489539}"/>
              </a:ext>
            </a:extLst>
          </p:cNvPr>
          <p:cNvSpPr>
            <a:spLocks noGrp="1"/>
          </p:cNvSpPr>
          <p:nvPr>
            <p:ph type="dt" sz="half" idx="10"/>
          </p:nvPr>
        </p:nvSpPr>
        <p:spPr/>
        <p:txBody>
          <a:bodyPr/>
          <a:lstStyle/>
          <a:p>
            <a:fld id="{E75348B7-0ACD-41E0-8DFC-C56926FB8434}" type="datetimeFigureOut">
              <a:rPr lang="en-PK" smtClean="0"/>
              <a:t>06/01/2026</a:t>
            </a:fld>
            <a:endParaRPr lang="en-PK"/>
          </a:p>
        </p:txBody>
      </p:sp>
      <p:sp>
        <p:nvSpPr>
          <p:cNvPr id="6" name="Footer Placeholder 5">
            <a:extLst>
              <a:ext uri="{FF2B5EF4-FFF2-40B4-BE49-F238E27FC236}">
                <a16:creationId xmlns:a16="http://schemas.microsoft.com/office/drawing/2014/main" id="{114070C6-1312-AE28-FEBC-9BE67140AD04}"/>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3CB1AC88-DFBD-61C4-0752-F8C05DA940D2}"/>
              </a:ext>
            </a:extLst>
          </p:cNvPr>
          <p:cNvSpPr>
            <a:spLocks noGrp="1"/>
          </p:cNvSpPr>
          <p:nvPr>
            <p:ph type="sldNum" sz="quarter" idx="12"/>
          </p:nvPr>
        </p:nvSpPr>
        <p:spPr/>
        <p:txBody>
          <a:bodyPr/>
          <a:lstStyle/>
          <a:p>
            <a:fld id="{434ECD4F-013F-47E0-9096-84CBD66BFB7F}" type="slidenum">
              <a:rPr lang="en-PK" smtClean="0"/>
              <a:t>‹#›</a:t>
            </a:fld>
            <a:endParaRPr lang="en-PK"/>
          </a:p>
        </p:txBody>
      </p:sp>
    </p:spTree>
    <p:extLst>
      <p:ext uri="{BB962C8B-B14F-4D97-AF65-F5344CB8AC3E}">
        <p14:creationId xmlns:p14="http://schemas.microsoft.com/office/powerpoint/2010/main" val="6196475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31ED9-ECDE-135B-D6AD-C272A91A53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1350EEDA-46FA-C6C9-F7B6-01EB27201C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64721D7C-C9F1-E309-E880-00509A335F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5A8B63-488D-79AB-A1A2-45AEA7A95CF4}"/>
              </a:ext>
            </a:extLst>
          </p:cNvPr>
          <p:cNvSpPr>
            <a:spLocks noGrp="1"/>
          </p:cNvSpPr>
          <p:nvPr>
            <p:ph type="dt" sz="half" idx="10"/>
          </p:nvPr>
        </p:nvSpPr>
        <p:spPr/>
        <p:txBody>
          <a:bodyPr/>
          <a:lstStyle/>
          <a:p>
            <a:fld id="{E75348B7-0ACD-41E0-8DFC-C56926FB8434}" type="datetimeFigureOut">
              <a:rPr lang="en-PK" smtClean="0"/>
              <a:t>06/01/2026</a:t>
            </a:fld>
            <a:endParaRPr lang="en-PK"/>
          </a:p>
        </p:txBody>
      </p:sp>
      <p:sp>
        <p:nvSpPr>
          <p:cNvPr id="6" name="Footer Placeholder 5">
            <a:extLst>
              <a:ext uri="{FF2B5EF4-FFF2-40B4-BE49-F238E27FC236}">
                <a16:creationId xmlns:a16="http://schemas.microsoft.com/office/drawing/2014/main" id="{EC70B989-FBDB-ABE7-2806-C7581CC608B5}"/>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5D57735A-BF16-110F-12EF-551032201C5A}"/>
              </a:ext>
            </a:extLst>
          </p:cNvPr>
          <p:cNvSpPr>
            <a:spLocks noGrp="1"/>
          </p:cNvSpPr>
          <p:nvPr>
            <p:ph type="sldNum" sz="quarter" idx="12"/>
          </p:nvPr>
        </p:nvSpPr>
        <p:spPr/>
        <p:txBody>
          <a:bodyPr/>
          <a:lstStyle/>
          <a:p>
            <a:fld id="{434ECD4F-013F-47E0-9096-84CBD66BFB7F}" type="slidenum">
              <a:rPr lang="en-PK" smtClean="0"/>
              <a:t>‹#›</a:t>
            </a:fld>
            <a:endParaRPr lang="en-PK"/>
          </a:p>
        </p:txBody>
      </p:sp>
    </p:spTree>
    <p:extLst>
      <p:ext uri="{BB962C8B-B14F-4D97-AF65-F5344CB8AC3E}">
        <p14:creationId xmlns:p14="http://schemas.microsoft.com/office/powerpoint/2010/main" val="36823382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14536-6294-15A5-8CE9-6ADCE92EB481}"/>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2B03DD93-CE07-4BAE-668D-FE70268AE9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6B182F86-5999-D05C-B674-5BC78AB266F0}"/>
              </a:ext>
            </a:extLst>
          </p:cNvPr>
          <p:cNvSpPr>
            <a:spLocks noGrp="1"/>
          </p:cNvSpPr>
          <p:nvPr>
            <p:ph type="dt" sz="half" idx="10"/>
          </p:nvPr>
        </p:nvSpPr>
        <p:spPr/>
        <p:txBody>
          <a:bodyPr/>
          <a:lstStyle/>
          <a:p>
            <a:fld id="{E75348B7-0ACD-41E0-8DFC-C56926FB8434}" type="datetimeFigureOut">
              <a:rPr lang="en-PK" smtClean="0"/>
              <a:t>06/01/2026</a:t>
            </a:fld>
            <a:endParaRPr lang="en-PK"/>
          </a:p>
        </p:txBody>
      </p:sp>
      <p:sp>
        <p:nvSpPr>
          <p:cNvPr id="5" name="Footer Placeholder 4">
            <a:extLst>
              <a:ext uri="{FF2B5EF4-FFF2-40B4-BE49-F238E27FC236}">
                <a16:creationId xmlns:a16="http://schemas.microsoft.com/office/drawing/2014/main" id="{B0CD311B-21A7-8293-5B29-22D5C7FA886B}"/>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AE8C5654-F3F5-0017-1993-66A75398A40F}"/>
              </a:ext>
            </a:extLst>
          </p:cNvPr>
          <p:cNvSpPr>
            <a:spLocks noGrp="1"/>
          </p:cNvSpPr>
          <p:nvPr>
            <p:ph type="sldNum" sz="quarter" idx="12"/>
          </p:nvPr>
        </p:nvSpPr>
        <p:spPr/>
        <p:txBody>
          <a:bodyPr/>
          <a:lstStyle/>
          <a:p>
            <a:fld id="{434ECD4F-013F-47E0-9096-84CBD66BFB7F}" type="slidenum">
              <a:rPr lang="en-PK" smtClean="0"/>
              <a:t>‹#›</a:t>
            </a:fld>
            <a:endParaRPr lang="en-PK"/>
          </a:p>
        </p:txBody>
      </p:sp>
    </p:spTree>
    <p:extLst>
      <p:ext uri="{BB962C8B-B14F-4D97-AF65-F5344CB8AC3E}">
        <p14:creationId xmlns:p14="http://schemas.microsoft.com/office/powerpoint/2010/main" val="17048271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AF93ED-3942-CD7D-D44F-59FB8297733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925519D9-68F2-0720-9AC2-CCC6E6B5E4A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7E0E762A-1BA5-BE4F-CC50-EADB86864FBD}"/>
              </a:ext>
            </a:extLst>
          </p:cNvPr>
          <p:cNvSpPr>
            <a:spLocks noGrp="1"/>
          </p:cNvSpPr>
          <p:nvPr>
            <p:ph type="dt" sz="half" idx="10"/>
          </p:nvPr>
        </p:nvSpPr>
        <p:spPr/>
        <p:txBody>
          <a:bodyPr/>
          <a:lstStyle/>
          <a:p>
            <a:fld id="{E75348B7-0ACD-41E0-8DFC-C56926FB8434}" type="datetimeFigureOut">
              <a:rPr lang="en-PK" smtClean="0"/>
              <a:t>06/01/2026</a:t>
            </a:fld>
            <a:endParaRPr lang="en-PK"/>
          </a:p>
        </p:txBody>
      </p:sp>
      <p:sp>
        <p:nvSpPr>
          <p:cNvPr id="5" name="Footer Placeholder 4">
            <a:extLst>
              <a:ext uri="{FF2B5EF4-FFF2-40B4-BE49-F238E27FC236}">
                <a16:creationId xmlns:a16="http://schemas.microsoft.com/office/drawing/2014/main" id="{1303D657-F317-7840-E36C-DF11AFA261B7}"/>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0765CC40-B8B0-3A21-1768-452D2206301B}"/>
              </a:ext>
            </a:extLst>
          </p:cNvPr>
          <p:cNvSpPr>
            <a:spLocks noGrp="1"/>
          </p:cNvSpPr>
          <p:nvPr>
            <p:ph type="sldNum" sz="quarter" idx="12"/>
          </p:nvPr>
        </p:nvSpPr>
        <p:spPr/>
        <p:txBody>
          <a:bodyPr/>
          <a:lstStyle/>
          <a:p>
            <a:fld id="{434ECD4F-013F-47E0-9096-84CBD66BFB7F}" type="slidenum">
              <a:rPr lang="en-PK" smtClean="0"/>
              <a:t>‹#›</a:t>
            </a:fld>
            <a:endParaRPr lang="en-PK"/>
          </a:p>
        </p:txBody>
      </p:sp>
    </p:spTree>
    <p:extLst>
      <p:ext uri="{BB962C8B-B14F-4D97-AF65-F5344CB8AC3E}">
        <p14:creationId xmlns:p14="http://schemas.microsoft.com/office/powerpoint/2010/main" val="2391532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68C17F-D772-0C18-A829-57B6FA0660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2D71799A-71CE-B7E2-8109-9E16A1D414E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4838C03B-D3F3-8487-BADF-C7CE41FEA7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75348B7-0ACD-41E0-8DFC-C56926FB8434}" type="datetimeFigureOut">
              <a:rPr lang="en-PK" smtClean="0"/>
              <a:t>06/01/2026</a:t>
            </a:fld>
            <a:endParaRPr lang="en-PK"/>
          </a:p>
        </p:txBody>
      </p:sp>
      <p:sp>
        <p:nvSpPr>
          <p:cNvPr id="5" name="Footer Placeholder 4">
            <a:extLst>
              <a:ext uri="{FF2B5EF4-FFF2-40B4-BE49-F238E27FC236}">
                <a16:creationId xmlns:a16="http://schemas.microsoft.com/office/drawing/2014/main" id="{C575420B-4150-7190-0922-3A9155CABF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K"/>
          </a:p>
        </p:txBody>
      </p:sp>
      <p:sp>
        <p:nvSpPr>
          <p:cNvPr id="6" name="Slide Number Placeholder 5">
            <a:extLst>
              <a:ext uri="{FF2B5EF4-FFF2-40B4-BE49-F238E27FC236}">
                <a16:creationId xmlns:a16="http://schemas.microsoft.com/office/drawing/2014/main" id="{D1275F44-6D8B-E120-7C46-3C863E8433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34ECD4F-013F-47E0-9096-84CBD66BFB7F}" type="slidenum">
              <a:rPr lang="en-PK" smtClean="0"/>
              <a:t>‹#›</a:t>
            </a:fld>
            <a:endParaRPr lang="en-PK"/>
          </a:p>
        </p:txBody>
      </p:sp>
    </p:spTree>
    <p:extLst>
      <p:ext uri="{BB962C8B-B14F-4D97-AF65-F5344CB8AC3E}">
        <p14:creationId xmlns:p14="http://schemas.microsoft.com/office/powerpoint/2010/main" val="8456722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FF81-9F6A-4B46-218B-CE5FDA85049D}"/>
              </a:ext>
            </a:extLst>
          </p:cNvPr>
          <p:cNvSpPr>
            <a:spLocks noGrp="1"/>
          </p:cNvSpPr>
          <p:nvPr>
            <p:ph type="ctrTitle"/>
          </p:nvPr>
        </p:nvSpPr>
        <p:spPr/>
        <p:txBody>
          <a:bodyPr/>
          <a:lstStyle/>
          <a:p>
            <a:r>
              <a:rPr lang="en-US" dirty="0"/>
              <a:t>Agent System Management</a:t>
            </a:r>
            <a:endParaRPr lang="en-PK" dirty="0"/>
          </a:p>
        </p:txBody>
      </p:sp>
      <p:sp>
        <p:nvSpPr>
          <p:cNvPr id="3" name="Subtitle 2">
            <a:extLst>
              <a:ext uri="{FF2B5EF4-FFF2-40B4-BE49-F238E27FC236}">
                <a16:creationId xmlns:a16="http://schemas.microsoft.com/office/drawing/2014/main" id="{8E6142B3-03CD-4E96-BD26-39A38ECDD308}"/>
              </a:ext>
            </a:extLst>
          </p:cNvPr>
          <p:cNvSpPr>
            <a:spLocks noGrp="1"/>
          </p:cNvSpPr>
          <p:nvPr>
            <p:ph type="subTitle" idx="1"/>
          </p:nvPr>
        </p:nvSpPr>
        <p:spPr/>
        <p:txBody>
          <a:bodyPr/>
          <a:lstStyle/>
          <a:p>
            <a:endParaRPr lang="en-PK"/>
          </a:p>
        </p:txBody>
      </p:sp>
    </p:spTree>
    <p:extLst>
      <p:ext uri="{BB962C8B-B14F-4D97-AF65-F5344CB8AC3E}">
        <p14:creationId xmlns:p14="http://schemas.microsoft.com/office/powerpoint/2010/main" val="9424996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DC188-C584-B48E-6893-2313ABAFB98F}"/>
              </a:ext>
            </a:extLst>
          </p:cNvPr>
          <p:cNvSpPr>
            <a:spLocks noGrp="1"/>
          </p:cNvSpPr>
          <p:nvPr>
            <p:ph type="title"/>
          </p:nvPr>
        </p:nvSpPr>
        <p:spPr/>
        <p:txBody>
          <a:bodyPr/>
          <a:lstStyle/>
          <a:p>
            <a:r>
              <a:rPr lang="en-US" dirty="0"/>
              <a:t>Managing &amp; Observing Agentic Systems</a:t>
            </a:r>
            <a:endParaRPr lang="en-PK" dirty="0"/>
          </a:p>
        </p:txBody>
      </p:sp>
      <p:sp>
        <p:nvSpPr>
          <p:cNvPr id="3" name="Content Placeholder 2">
            <a:extLst>
              <a:ext uri="{FF2B5EF4-FFF2-40B4-BE49-F238E27FC236}">
                <a16:creationId xmlns:a16="http://schemas.microsoft.com/office/drawing/2014/main" id="{2ECFA2A9-21E6-F018-0D4F-09C0BBE05151}"/>
              </a:ext>
            </a:extLst>
          </p:cNvPr>
          <p:cNvSpPr>
            <a:spLocks noGrp="1"/>
          </p:cNvSpPr>
          <p:nvPr>
            <p:ph idx="1"/>
          </p:nvPr>
        </p:nvSpPr>
        <p:spPr/>
        <p:txBody>
          <a:bodyPr/>
          <a:lstStyle/>
          <a:p>
            <a:pPr>
              <a:buNone/>
            </a:pPr>
            <a:r>
              <a:rPr lang="en-US" dirty="0"/>
              <a:t>As agentic systems grow in </a:t>
            </a:r>
            <a:r>
              <a:rPr lang="en-US" u="sng" dirty="0"/>
              <a:t>complexity</a:t>
            </a:r>
            <a:r>
              <a:rPr lang="en-US" dirty="0"/>
              <a:t>, </a:t>
            </a:r>
            <a:r>
              <a:rPr lang="en-US" i="1" u="sng" dirty="0"/>
              <a:t>ensuring</a:t>
            </a:r>
            <a:r>
              <a:rPr lang="en-US" dirty="0"/>
              <a:t> </a:t>
            </a:r>
            <a:r>
              <a:rPr lang="en-US" b="1" dirty="0"/>
              <a:t>reliability, safety, and clarity</a:t>
            </a:r>
            <a:r>
              <a:rPr lang="en-US" dirty="0"/>
              <a:t> </a:t>
            </a:r>
            <a:r>
              <a:rPr lang="en-US" i="1" u="sng" dirty="0"/>
              <a:t>becomes</a:t>
            </a:r>
            <a:r>
              <a:rPr lang="en-US" dirty="0"/>
              <a:t> just as </a:t>
            </a:r>
            <a:r>
              <a:rPr lang="en-US" u="sng" dirty="0"/>
              <a:t>important as building core logic</a:t>
            </a:r>
            <a:r>
              <a:rPr lang="en-US" dirty="0"/>
              <a:t>.</a:t>
            </a:r>
          </a:p>
          <a:p>
            <a:pPr>
              <a:buNone/>
            </a:pPr>
            <a:r>
              <a:rPr lang="en-US" dirty="0"/>
              <a:t>Multi-agent workflows can quickly </a:t>
            </a:r>
            <a:r>
              <a:rPr lang="en-US" i="1" u="sng" dirty="0"/>
              <a:t>become hard to reason </a:t>
            </a:r>
            <a:r>
              <a:rPr lang="en-US" dirty="0"/>
              <a:t>about due to </a:t>
            </a:r>
            <a:r>
              <a:rPr lang="en-US" u="sng" dirty="0"/>
              <a:t>numerous agents</a:t>
            </a:r>
            <a:r>
              <a:rPr lang="en-US" dirty="0"/>
              <a:t>, </a:t>
            </a:r>
            <a:r>
              <a:rPr lang="en-US" u="sng" dirty="0"/>
              <a:t>tools</a:t>
            </a:r>
            <a:r>
              <a:rPr lang="en-US" dirty="0"/>
              <a:t>, and </a:t>
            </a:r>
            <a:r>
              <a:rPr lang="en-US" u="sng" dirty="0"/>
              <a:t>handoffs interacting </a:t>
            </a:r>
            <a:r>
              <a:rPr lang="en-US" dirty="0"/>
              <a:t>dynamically.</a:t>
            </a:r>
          </a:p>
          <a:p>
            <a:pPr>
              <a:buNone/>
            </a:pPr>
            <a:r>
              <a:rPr lang="en-US" dirty="0"/>
              <a:t>To address this, the </a:t>
            </a:r>
            <a:r>
              <a:rPr lang="en-US" b="1" dirty="0"/>
              <a:t>OpenAI Agents SDK</a:t>
            </a:r>
            <a:r>
              <a:rPr lang="en-US" dirty="0"/>
              <a:t> provides built-in </a:t>
            </a:r>
            <a:r>
              <a:rPr lang="en-US" i="1" u="sng" dirty="0"/>
              <a:t>capabilities</a:t>
            </a:r>
            <a:r>
              <a:rPr lang="en-US" dirty="0"/>
              <a:t> for </a:t>
            </a:r>
            <a:r>
              <a:rPr lang="en-US" b="1" dirty="0"/>
              <a:t>visualization, guardrails, observability, and testing</a:t>
            </a:r>
            <a:r>
              <a:rPr lang="en-US" dirty="0"/>
              <a:t>.</a:t>
            </a:r>
          </a:p>
          <a:p>
            <a:endParaRPr lang="en-PK" dirty="0"/>
          </a:p>
        </p:txBody>
      </p:sp>
    </p:spTree>
    <p:extLst>
      <p:ext uri="{BB962C8B-B14F-4D97-AF65-F5344CB8AC3E}">
        <p14:creationId xmlns:p14="http://schemas.microsoft.com/office/powerpoint/2010/main" val="2516372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AA380-101C-1086-E50B-26B33CAB4945}"/>
              </a:ext>
            </a:extLst>
          </p:cNvPr>
          <p:cNvSpPr>
            <a:spLocks noGrp="1"/>
          </p:cNvSpPr>
          <p:nvPr>
            <p:ph type="title"/>
          </p:nvPr>
        </p:nvSpPr>
        <p:spPr/>
        <p:txBody>
          <a:bodyPr/>
          <a:lstStyle/>
          <a:p>
            <a:r>
              <a:rPr lang="en-US" dirty="0"/>
              <a:t>Learning outcome</a:t>
            </a:r>
            <a:endParaRPr lang="en-PK" dirty="0"/>
          </a:p>
        </p:txBody>
      </p:sp>
      <p:sp>
        <p:nvSpPr>
          <p:cNvPr id="4" name="Rectangle 1">
            <a:extLst>
              <a:ext uri="{FF2B5EF4-FFF2-40B4-BE49-F238E27FC236}">
                <a16:creationId xmlns:a16="http://schemas.microsoft.com/office/drawing/2014/main" id="{7CEA9746-EEFA-C179-CA52-9DE1E416B3BA}"/>
              </a:ext>
            </a:extLst>
          </p:cNvPr>
          <p:cNvSpPr>
            <a:spLocks noGrp="1" noChangeArrowheads="1"/>
          </p:cNvSpPr>
          <p:nvPr>
            <p:ph idx="1"/>
          </p:nvPr>
        </p:nvSpPr>
        <p:spPr bwMode="auto">
          <a:xfrm>
            <a:off x="838200" y="2154633"/>
            <a:ext cx="9703297"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1800" b="1" i="0" u="none" strike="noStrike" cap="none" normalizeH="0" baseline="0" dirty="0">
                <a:ln>
                  <a:noFill/>
                </a:ln>
                <a:solidFill>
                  <a:schemeClr val="tx1"/>
                </a:solidFill>
                <a:effectLst/>
                <a:latin typeface="Arial" panose="020B0604020202020204" pitchFamily="34" charset="0"/>
              </a:rPr>
              <a:t>Agent Visualization</a:t>
            </a:r>
            <a:endParaRPr kumimoji="0" lang="en-PK" altLang="en-PK"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1800" b="0" i="0" u="none" strike="noStrike" cap="none" normalizeH="0" baseline="0" dirty="0">
                <a:ln>
                  <a:noFill/>
                </a:ln>
                <a:solidFill>
                  <a:schemeClr val="tx1"/>
                </a:solidFill>
                <a:effectLst/>
                <a:latin typeface="Arial" panose="020B0604020202020204" pitchFamily="34" charset="0"/>
              </a:rPr>
              <a:t>Generate graphical diagrams of agents, tools, and interactions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1800" b="0" i="0" u="none" strike="noStrike" cap="none" normalizeH="0" baseline="0" dirty="0">
                <a:ln>
                  <a:noFill/>
                </a:ln>
                <a:solidFill>
                  <a:schemeClr val="tx1"/>
                </a:solidFill>
                <a:effectLst/>
                <a:latin typeface="Arial" panose="020B0604020202020204" pitchFamily="34" charset="0"/>
              </a:rPr>
              <a:t>Improve system clarity, debugging, and architecture understanding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1800" b="1" i="0" u="none" strike="noStrike" cap="none" normalizeH="0" baseline="0" dirty="0">
                <a:ln>
                  <a:noFill/>
                </a:ln>
                <a:solidFill>
                  <a:schemeClr val="tx1"/>
                </a:solidFill>
                <a:effectLst/>
                <a:latin typeface="Arial" panose="020B0604020202020204" pitchFamily="34" charset="0"/>
              </a:rPr>
              <a:t>Guardrails</a:t>
            </a:r>
            <a:endParaRPr kumimoji="0" lang="en-PK" altLang="en-PK"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1800" b="0" i="0" u="none" strike="noStrike" cap="none" normalizeH="0" baseline="0" dirty="0">
                <a:ln>
                  <a:noFill/>
                </a:ln>
                <a:solidFill>
                  <a:schemeClr val="tx1"/>
                </a:solidFill>
                <a:effectLst/>
                <a:latin typeface="Arial" panose="020B0604020202020204" pitchFamily="34" charset="0"/>
              </a:rPr>
              <a:t>Implement input and output validations</a:t>
            </a:r>
            <a:r>
              <a:rPr kumimoji="0" lang="en-US" altLang="en-PK" sz="1800" b="0" i="0" u="none" strike="noStrike" cap="none" normalizeH="0" baseline="0" dirty="0">
                <a:ln>
                  <a:noFill/>
                </a:ln>
                <a:solidFill>
                  <a:schemeClr val="tx1"/>
                </a:solidFill>
                <a:effectLst/>
                <a:latin typeface="Arial" panose="020B0604020202020204" pitchFamily="34" charset="0"/>
              </a:rPr>
              <a:t>, </a:t>
            </a:r>
            <a:r>
              <a:rPr kumimoji="0" lang="en-PK" altLang="en-PK" sz="1800" b="0" i="0" u="none" strike="noStrike" cap="none" normalizeH="0" baseline="0" dirty="0">
                <a:ln>
                  <a:noFill/>
                </a:ln>
                <a:solidFill>
                  <a:schemeClr val="tx1"/>
                </a:solidFill>
                <a:effectLst/>
                <a:latin typeface="Arial" panose="020B0604020202020204" pitchFamily="34" charset="0"/>
              </a:rPr>
              <a:t>Prevent unsafe, irrelevant, or policy-violating content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1800" b="1" i="0" u="none" strike="noStrike" cap="none" normalizeH="0" baseline="0" dirty="0">
                <a:ln>
                  <a:noFill/>
                </a:ln>
                <a:solidFill>
                  <a:schemeClr val="tx1"/>
                </a:solidFill>
                <a:effectLst/>
                <a:latin typeface="Arial" panose="020B0604020202020204" pitchFamily="34" charset="0"/>
              </a:rPr>
              <a:t>Logging, Tracing &amp; Observability</a:t>
            </a:r>
            <a:endParaRPr kumimoji="0" lang="en-PK" altLang="en-PK"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1800" b="0" i="0" u="none" strike="noStrike" cap="none" normalizeH="0" baseline="0" dirty="0">
                <a:ln>
                  <a:noFill/>
                </a:ln>
                <a:solidFill>
                  <a:schemeClr val="tx1"/>
                </a:solidFill>
                <a:effectLst/>
                <a:latin typeface="Arial" panose="020B0604020202020204" pitchFamily="34" charset="0"/>
              </a:rPr>
              <a:t>Use the Traces module to track:</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PK" altLang="en-PK" sz="1800" b="0" i="0" u="none" strike="noStrike" cap="none" normalizeH="0" baseline="0" dirty="0">
                <a:ln>
                  <a:noFill/>
                </a:ln>
                <a:solidFill>
                  <a:schemeClr val="tx1"/>
                </a:solidFill>
                <a:effectLst/>
                <a:latin typeface="Arial" panose="020B0604020202020204" pitchFamily="34" charset="0"/>
              </a:rPr>
              <a:t>Model calls</a:t>
            </a:r>
            <a:r>
              <a:rPr kumimoji="0" lang="en-US" altLang="en-PK" sz="1800" b="0" i="0" u="none" strike="noStrike" cap="none" normalizeH="0" baseline="0" dirty="0">
                <a:ln>
                  <a:noFill/>
                </a:ln>
                <a:solidFill>
                  <a:schemeClr val="tx1"/>
                </a:solidFill>
                <a:effectLst/>
                <a:latin typeface="Arial" panose="020B0604020202020204" pitchFamily="34" charset="0"/>
              </a:rPr>
              <a:t>, </a:t>
            </a:r>
            <a:r>
              <a:rPr kumimoji="0" lang="en-PK" altLang="en-PK" sz="1800" b="0" i="0" u="none" strike="noStrike" cap="none" normalizeH="0" baseline="0" dirty="0">
                <a:ln>
                  <a:noFill/>
                </a:ln>
                <a:solidFill>
                  <a:schemeClr val="tx1"/>
                </a:solidFill>
                <a:effectLst/>
                <a:latin typeface="Arial" panose="020B0604020202020204" pitchFamily="34" charset="0"/>
              </a:rPr>
              <a:t>Tool executions</a:t>
            </a:r>
            <a:r>
              <a:rPr kumimoji="0" lang="en-US" altLang="en-PK" sz="1800" b="0" i="0" u="none" strike="noStrike" cap="none" normalizeH="0" baseline="0" dirty="0">
                <a:ln>
                  <a:noFill/>
                </a:ln>
                <a:solidFill>
                  <a:schemeClr val="tx1"/>
                </a:solidFill>
                <a:effectLst/>
                <a:latin typeface="Arial" panose="020B0604020202020204" pitchFamily="34" charset="0"/>
              </a:rPr>
              <a:t>,</a:t>
            </a:r>
            <a:r>
              <a:rPr kumimoji="0" lang="en-PK" altLang="en-PK" sz="1800" b="0" i="0" u="none" strike="noStrike" cap="none" normalizeH="0" baseline="0" dirty="0">
                <a:ln>
                  <a:noFill/>
                </a:ln>
                <a:solidFill>
                  <a:schemeClr val="tx1"/>
                </a:solidFill>
                <a:effectLst/>
                <a:latin typeface="Arial" panose="020B0604020202020204" pitchFamily="34" charset="0"/>
              </a:rPr>
              <a:t>Agent handoffs</a:t>
            </a:r>
            <a:r>
              <a:rPr kumimoji="0" lang="en-US" altLang="en-PK" sz="1800" b="0" i="0" u="none" strike="noStrike" cap="none" normalizeH="0" baseline="0" dirty="0">
                <a:ln>
                  <a:noFill/>
                </a:ln>
                <a:solidFill>
                  <a:schemeClr val="tx1"/>
                </a:solidFill>
                <a:effectLst/>
                <a:latin typeface="Arial" panose="020B0604020202020204" pitchFamily="34" charset="0"/>
              </a:rPr>
              <a:t>,</a:t>
            </a:r>
            <a:r>
              <a:rPr kumimoji="0" lang="en-PK" altLang="en-PK" sz="1800" b="0" i="0" u="none" strike="noStrike" cap="none" normalizeH="0" baseline="0" dirty="0">
                <a:ln>
                  <a:noFill/>
                </a:ln>
                <a:solidFill>
                  <a:schemeClr val="tx1"/>
                </a:solidFill>
                <a:effectLst/>
                <a:latin typeface="Arial" panose="020B0604020202020204" pitchFamily="34" charset="0"/>
              </a:rPr>
              <a:t>Guardrail triggers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1800" b="0" i="0" u="none" strike="noStrike" cap="none" normalizeH="0" baseline="0" dirty="0">
                <a:ln>
                  <a:noFill/>
                </a:ln>
                <a:solidFill>
                  <a:schemeClr val="tx1"/>
                </a:solidFill>
                <a:effectLst/>
                <a:latin typeface="Arial" panose="020B0604020202020204" pitchFamily="34" charset="0"/>
              </a:rPr>
              <a:t>Add custom traces and spans for deeper insights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1800" b="1" i="0" u="none" strike="noStrike" cap="none" normalizeH="0" baseline="0" dirty="0">
                <a:ln>
                  <a:noFill/>
                </a:ln>
                <a:solidFill>
                  <a:schemeClr val="tx1"/>
                </a:solidFill>
                <a:effectLst/>
                <a:latin typeface="Arial" panose="020B0604020202020204" pitchFamily="34" charset="0"/>
              </a:rPr>
              <a:t>Agent Testing</a:t>
            </a:r>
            <a:endParaRPr kumimoji="0" lang="en-PK" altLang="en-PK"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1800" b="0" i="0" u="none" strike="noStrike" cap="none" normalizeH="0" baseline="0" dirty="0">
                <a:ln>
                  <a:noFill/>
                </a:ln>
                <a:solidFill>
                  <a:schemeClr val="tx1"/>
                </a:solidFill>
                <a:effectLst/>
                <a:latin typeface="Arial" panose="020B0604020202020204" pitchFamily="34" charset="0"/>
              </a:rPr>
              <a:t>Apply unit and end-to-end testing strategies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1800" b="0" i="0" u="none" strike="noStrike" cap="none" normalizeH="0" baseline="0" dirty="0">
                <a:ln>
                  <a:noFill/>
                </a:ln>
                <a:solidFill>
                  <a:schemeClr val="tx1"/>
                </a:solidFill>
                <a:effectLst/>
                <a:latin typeface="Arial" panose="020B0604020202020204" pitchFamily="34" charset="0"/>
              </a:rPr>
              <a:t>Validate reliability despite non-deterministic agent </a:t>
            </a:r>
            <a:r>
              <a:rPr kumimoji="0" lang="en-PK" altLang="en-PK" sz="1800" b="0" i="0" u="none" strike="noStrike" cap="none" normalizeH="0" baseline="0" dirty="0" err="1">
                <a:ln>
                  <a:noFill/>
                </a:ln>
                <a:solidFill>
                  <a:schemeClr val="tx1"/>
                </a:solidFill>
                <a:effectLst/>
                <a:latin typeface="Arial" panose="020B0604020202020204" pitchFamily="34" charset="0"/>
              </a:rPr>
              <a:t>behavior</a:t>
            </a:r>
            <a:endParaRPr kumimoji="0" lang="en-PK" altLang="en-PK"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45104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BEE9A-7313-C130-E86A-D79B977084A4}"/>
              </a:ext>
            </a:extLst>
          </p:cNvPr>
          <p:cNvSpPr>
            <a:spLocks noGrp="1"/>
          </p:cNvSpPr>
          <p:nvPr>
            <p:ph type="title"/>
          </p:nvPr>
        </p:nvSpPr>
        <p:spPr/>
        <p:txBody>
          <a:bodyPr/>
          <a:lstStyle/>
          <a:p>
            <a:r>
              <a:rPr lang="en-US" dirty="0"/>
              <a:t>Agent visualization</a:t>
            </a:r>
            <a:endParaRPr lang="en-PK" dirty="0"/>
          </a:p>
        </p:txBody>
      </p:sp>
      <p:sp>
        <p:nvSpPr>
          <p:cNvPr id="3" name="Content Placeholder 2">
            <a:extLst>
              <a:ext uri="{FF2B5EF4-FFF2-40B4-BE49-F238E27FC236}">
                <a16:creationId xmlns:a16="http://schemas.microsoft.com/office/drawing/2014/main" id="{23337C07-249A-155D-6E1F-A99D3CADE77C}"/>
              </a:ext>
            </a:extLst>
          </p:cNvPr>
          <p:cNvSpPr>
            <a:spLocks noGrp="1"/>
          </p:cNvSpPr>
          <p:nvPr>
            <p:ph idx="1"/>
          </p:nvPr>
        </p:nvSpPr>
        <p:spPr/>
        <p:txBody>
          <a:bodyPr/>
          <a:lstStyle/>
          <a:p>
            <a:r>
              <a:rPr lang="en-US" sz="2800" b="0" i="0" u="none" strike="noStrike" baseline="0" dirty="0">
                <a:solidFill>
                  <a:srgbClr val="000000"/>
                </a:solidFill>
                <a:latin typeface="Crimson Pro ExtraLight"/>
              </a:rPr>
              <a:t>create the visualization graphs, we must first install the required dependencies. In your terminal, activate your environment, and then run the following command, which installs the dependency</a:t>
            </a:r>
          </a:p>
          <a:p>
            <a:endParaRPr lang="en-US" dirty="0">
              <a:solidFill>
                <a:srgbClr val="000000"/>
              </a:solidFill>
              <a:latin typeface="Crimson Pro ExtraLight"/>
            </a:endParaRPr>
          </a:p>
          <a:p>
            <a:r>
              <a:rPr lang="en-US" dirty="0">
                <a:highlight>
                  <a:srgbClr val="C0C0C0"/>
                </a:highlight>
              </a:rPr>
              <a:t>$ pip install "</a:t>
            </a:r>
            <a:r>
              <a:rPr lang="en-US" dirty="0" err="1">
                <a:highlight>
                  <a:srgbClr val="C0C0C0"/>
                </a:highlight>
              </a:rPr>
              <a:t>openai</a:t>
            </a:r>
            <a:r>
              <a:rPr lang="en-US" dirty="0">
                <a:highlight>
                  <a:srgbClr val="C0C0C0"/>
                </a:highlight>
              </a:rPr>
              <a:t>-agents[viz]"</a:t>
            </a:r>
            <a:endParaRPr lang="en-PK" dirty="0">
              <a:highlight>
                <a:srgbClr val="C0C0C0"/>
              </a:highlight>
            </a:endParaRPr>
          </a:p>
        </p:txBody>
      </p:sp>
    </p:spTree>
    <p:extLst>
      <p:ext uri="{BB962C8B-B14F-4D97-AF65-F5344CB8AC3E}">
        <p14:creationId xmlns:p14="http://schemas.microsoft.com/office/powerpoint/2010/main" val="24891212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B8684-6F77-DAF1-E62F-605DCD4B337C}"/>
              </a:ext>
            </a:extLst>
          </p:cNvPr>
          <p:cNvSpPr>
            <a:spLocks noGrp="1"/>
          </p:cNvSpPr>
          <p:nvPr>
            <p:ph type="title"/>
          </p:nvPr>
        </p:nvSpPr>
        <p:spPr/>
        <p:txBody>
          <a:bodyPr/>
          <a:lstStyle/>
          <a:p>
            <a:endParaRPr lang="en-PK"/>
          </a:p>
        </p:txBody>
      </p:sp>
      <p:pic>
        <p:nvPicPr>
          <p:cNvPr id="5" name="Content Placeholder 4">
            <a:extLst>
              <a:ext uri="{FF2B5EF4-FFF2-40B4-BE49-F238E27FC236}">
                <a16:creationId xmlns:a16="http://schemas.microsoft.com/office/drawing/2014/main" id="{2C6B346F-D594-2CD3-1E00-AA71E872A943}"/>
              </a:ext>
            </a:extLst>
          </p:cNvPr>
          <p:cNvPicPr>
            <a:picLocks noGrp="1" noChangeAspect="1"/>
          </p:cNvPicPr>
          <p:nvPr>
            <p:ph idx="1"/>
          </p:nvPr>
        </p:nvPicPr>
        <p:blipFill>
          <a:blip r:embed="rId2"/>
          <a:stretch>
            <a:fillRect/>
          </a:stretch>
        </p:blipFill>
        <p:spPr>
          <a:xfrm>
            <a:off x="1325561" y="1714260"/>
            <a:ext cx="7687748" cy="3429479"/>
          </a:xfrm>
          <a:prstGeom prst="rect">
            <a:avLst/>
          </a:prstGeom>
        </p:spPr>
      </p:pic>
    </p:spTree>
    <p:extLst>
      <p:ext uri="{BB962C8B-B14F-4D97-AF65-F5344CB8AC3E}">
        <p14:creationId xmlns:p14="http://schemas.microsoft.com/office/powerpoint/2010/main" val="19480049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1FA4C-D22C-A2EC-5C24-FB4D49E0AF54}"/>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F3D4773A-FA05-911C-F33F-62BF9CB0EEB1}"/>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0A7C1647-B3DE-8407-A064-E9924579F60D}"/>
              </a:ext>
            </a:extLst>
          </p:cNvPr>
          <p:cNvPicPr>
            <a:picLocks noChangeAspect="1"/>
          </p:cNvPicPr>
          <p:nvPr/>
        </p:nvPicPr>
        <p:blipFill>
          <a:blip r:embed="rId2"/>
          <a:stretch>
            <a:fillRect/>
          </a:stretch>
        </p:blipFill>
        <p:spPr>
          <a:xfrm>
            <a:off x="1362544" y="1175067"/>
            <a:ext cx="8240275" cy="4887007"/>
          </a:xfrm>
          <a:prstGeom prst="rect">
            <a:avLst/>
          </a:prstGeom>
        </p:spPr>
      </p:pic>
    </p:spTree>
    <p:extLst>
      <p:ext uri="{BB962C8B-B14F-4D97-AF65-F5344CB8AC3E}">
        <p14:creationId xmlns:p14="http://schemas.microsoft.com/office/powerpoint/2010/main" val="30804672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43070-1387-6F65-EC8D-291549A0C7BE}"/>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350E95C2-BEB6-23D6-2239-330CC24B2B9C}"/>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4B0F0B6B-49CC-D16F-FE5F-9E9D48A25E4A}"/>
              </a:ext>
            </a:extLst>
          </p:cNvPr>
          <p:cNvPicPr>
            <a:picLocks noChangeAspect="1"/>
          </p:cNvPicPr>
          <p:nvPr/>
        </p:nvPicPr>
        <p:blipFill>
          <a:blip r:embed="rId2"/>
          <a:stretch>
            <a:fillRect/>
          </a:stretch>
        </p:blipFill>
        <p:spPr>
          <a:xfrm>
            <a:off x="1170682" y="1632904"/>
            <a:ext cx="7821116" cy="4544059"/>
          </a:xfrm>
          <a:prstGeom prst="rect">
            <a:avLst/>
          </a:prstGeom>
        </p:spPr>
      </p:pic>
    </p:spTree>
    <p:extLst>
      <p:ext uri="{BB962C8B-B14F-4D97-AF65-F5344CB8AC3E}">
        <p14:creationId xmlns:p14="http://schemas.microsoft.com/office/powerpoint/2010/main" val="2402781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FAD8C-FDE2-832D-F3AD-57BBA31A8176}"/>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2D909C01-1A0C-7926-049E-46B16CD1C0A2}"/>
              </a:ext>
            </a:extLst>
          </p:cNvPr>
          <p:cNvSpPr>
            <a:spLocks noGrp="1"/>
          </p:cNvSpPr>
          <p:nvPr>
            <p:ph idx="1"/>
          </p:nvPr>
        </p:nvSpPr>
        <p:spPr/>
        <p:txBody>
          <a:bodyPr/>
          <a:lstStyle/>
          <a:p>
            <a:endParaRPr lang="en-PK" dirty="0"/>
          </a:p>
        </p:txBody>
      </p:sp>
      <p:pic>
        <p:nvPicPr>
          <p:cNvPr id="5" name="Picture 4">
            <a:extLst>
              <a:ext uri="{FF2B5EF4-FFF2-40B4-BE49-F238E27FC236}">
                <a16:creationId xmlns:a16="http://schemas.microsoft.com/office/drawing/2014/main" id="{8D65D4DF-945E-FE2E-852A-20A9C9517F2F}"/>
              </a:ext>
            </a:extLst>
          </p:cNvPr>
          <p:cNvPicPr>
            <a:picLocks noChangeAspect="1"/>
          </p:cNvPicPr>
          <p:nvPr/>
        </p:nvPicPr>
        <p:blipFill>
          <a:blip r:embed="rId2"/>
          <a:stretch>
            <a:fillRect/>
          </a:stretch>
        </p:blipFill>
        <p:spPr>
          <a:xfrm>
            <a:off x="1726060" y="1925799"/>
            <a:ext cx="7468642" cy="3229426"/>
          </a:xfrm>
          <a:prstGeom prst="rect">
            <a:avLst/>
          </a:prstGeom>
        </p:spPr>
      </p:pic>
    </p:spTree>
    <p:extLst>
      <p:ext uri="{BB962C8B-B14F-4D97-AF65-F5344CB8AC3E}">
        <p14:creationId xmlns:p14="http://schemas.microsoft.com/office/powerpoint/2010/main" val="11056130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A44EC-A297-11D3-B1D5-875D82C0BDCF}"/>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7AE1E665-4770-D04D-AB0C-D6881876C7C5}"/>
              </a:ext>
            </a:extLst>
          </p:cNvPr>
          <p:cNvSpPr>
            <a:spLocks noGrp="1"/>
          </p:cNvSpPr>
          <p:nvPr>
            <p:ph idx="1"/>
          </p:nvPr>
        </p:nvSpPr>
        <p:spPr>
          <a:xfrm>
            <a:off x="838200" y="365125"/>
            <a:ext cx="10515600" cy="4351338"/>
          </a:xfrm>
        </p:spPr>
        <p:txBody>
          <a:bodyPr/>
          <a:lstStyle/>
          <a:p>
            <a:r>
              <a:rPr lang="en-US" dirty="0"/>
              <a:t>The </a:t>
            </a:r>
            <a:r>
              <a:rPr lang="en-US" dirty="0" err="1"/>
              <a:t>draw_graph</a:t>
            </a:r>
            <a:r>
              <a:rPr lang="en-US" dirty="0"/>
              <a:t> function from the </a:t>
            </a:r>
            <a:r>
              <a:rPr lang="en-US" dirty="0" err="1"/>
              <a:t>agents.extensions.visualization</a:t>
            </a:r>
            <a:r>
              <a:rPr lang="en-US" dirty="0"/>
              <a:t> class takes as input any agent, draws the multi-agent system visualization, and saves it to your project’s root folder as graph_visualization.png:</a:t>
            </a:r>
            <a:endParaRPr lang="en-PK" dirty="0"/>
          </a:p>
        </p:txBody>
      </p:sp>
      <p:pic>
        <p:nvPicPr>
          <p:cNvPr id="5" name="Picture 4">
            <a:extLst>
              <a:ext uri="{FF2B5EF4-FFF2-40B4-BE49-F238E27FC236}">
                <a16:creationId xmlns:a16="http://schemas.microsoft.com/office/drawing/2014/main" id="{3EB2E3E6-FEC3-F292-D449-5085995FB165}"/>
              </a:ext>
            </a:extLst>
          </p:cNvPr>
          <p:cNvPicPr>
            <a:picLocks noChangeAspect="1"/>
          </p:cNvPicPr>
          <p:nvPr/>
        </p:nvPicPr>
        <p:blipFill>
          <a:blip r:embed="rId2"/>
          <a:stretch>
            <a:fillRect/>
          </a:stretch>
        </p:blipFill>
        <p:spPr>
          <a:xfrm>
            <a:off x="1315655" y="2080344"/>
            <a:ext cx="9560689" cy="4230547"/>
          </a:xfrm>
          <a:prstGeom prst="rect">
            <a:avLst/>
          </a:prstGeom>
        </p:spPr>
      </p:pic>
    </p:spTree>
    <p:extLst>
      <p:ext uri="{BB962C8B-B14F-4D97-AF65-F5344CB8AC3E}">
        <p14:creationId xmlns:p14="http://schemas.microsoft.com/office/powerpoint/2010/main" val="1308145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E72BA-5C97-CD93-37BC-D3536507DB25}"/>
              </a:ext>
            </a:extLst>
          </p:cNvPr>
          <p:cNvSpPr>
            <a:spLocks noGrp="1"/>
          </p:cNvSpPr>
          <p:nvPr>
            <p:ph type="title"/>
          </p:nvPr>
        </p:nvSpPr>
        <p:spPr/>
        <p:txBody>
          <a:bodyPr/>
          <a:lstStyle/>
          <a:p>
            <a:r>
              <a:rPr lang="en-US" dirty="0"/>
              <a:t>Guardrails</a:t>
            </a:r>
            <a:endParaRPr lang="en-PK" dirty="0"/>
          </a:p>
        </p:txBody>
      </p:sp>
      <p:sp>
        <p:nvSpPr>
          <p:cNvPr id="3" name="Content Placeholder 2">
            <a:extLst>
              <a:ext uri="{FF2B5EF4-FFF2-40B4-BE49-F238E27FC236}">
                <a16:creationId xmlns:a16="http://schemas.microsoft.com/office/drawing/2014/main" id="{54F839A9-F9C8-5046-CD36-A2F13D4193F4}"/>
              </a:ext>
            </a:extLst>
          </p:cNvPr>
          <p:cNvSpPr>
            <a:spLocks noGrp="1"/>
          </p:cNvSpPr>
          <p:nvPr>
            <p:ph idx="1"/>
          </p:nvPr>
        </p:nvSpPr>
        <p:spPr/>
        <p:txBody>
          <a:bodyPr/>
          <a:lstStyle/>
          <a:p>
            <a:r>
              <a:rPr lang="en-US" b="1" dirty="0"/>
              <a:t>Guardrails</a:t>
            </a:r>
            <a:r>
              <a:rPr lang="en-US" dirty="0"/>
              <a:t> are a core SDK primitive used to </a:t>
            </a:r>
            <a:r>
              <a:rPr lang="en-US" b="1" dirty="0"/>
              <a:t>validate inputs and outputs</a:t>
            </a:r>
            <a:r>
              <a:rPr lang="en-US" dirty="0"/>
              <a:t> in agentic systems.</a:t>
            </a:r>
            <a:br>
              <a:rPr lang="en-US" dirty="0"/>
            </a:br>
            <a:r>
              <a:rPr lang="en-US" dirty="0"/>
              <a:t>They act as a </a:t>
            </a:r>
            <a:r>
              <a:rPr lang="en-US" b="1" dirty="0"/>
              <a:t>protective safety layer</a:t>
            </a:r>
            <a:r>
              <a:rPr lang="en-US" dirty="0"/>
              <a:t>, ensuring system reliability and compliance.</a:t>
            </a:r>
          </a:p>
          <a:p>
            <a:pPr>
              <a:buNone/>
            </a:pPr>
            <a:r>
              <a:rPr lang="en-US" b="1" dirty="0"/>
              <a:t>Types of Guardrails</a:t>
            </a:r>
          </a:p>
          <a:p>
            <a:pPr>
              <a:buFont typeface="Arial" panose="020B0604020202020204" pitchFamily="34" charset="0"/>
              <a:buChar char="•"/>
            </a:pPr>
            <a:r>
              <a:rPr lang="en-US" b="1" dirty="0"/>
              <a:t>Input Guardrails</a:t>
            </a:r>
            <a:endParaRPr lang="en-US" dirty="0"/>
          </a:p>
          <a:p>
            <a:pPr marL="742950" lvl="1" indent="-285750">
              <a:buFont typeface="Arial" panose="020B0604020202020204" pitchFamily="34" charset="0"/>
              <a:buChar char="•"/>
            </a:pPr>
            <a:r>
              <a:rPr lang="en-US" dirty="0"/>
              <a:t>Validate user input </a:t>
            </a:r>
            <a:r>
              <a:rPr lang="en-US" i="1" dirty="0"/>
              <a:t>before</a:t>
            </a:r>
            <a:r>
              <a:rPr lang="en-US" dirty="0"/>
              <a:t> it reaches the agent</a:t>
            </a:r>
          </a:p>
          <a:p>
            <a:pPr>
              <a:buFont typeface="Arial" panose="020B0604020202020204" pitchFamily="34" charset="0"/>
              <a:buChar char="•"/>
            </a:pPr>
            <a:r>
              <a:rPr lang="en-US" b="1" dirty="0"/>
              <a:t>Output Guardrails</a:t>
            </a:r>
            <a:endParaRPr lang="en-US" dirty="0"/>
          </a:p>
          <a:p>
            <a:pPr marL="742950" lvl="1" indent="-285750">
              <a:buFont typeface="Arial" panose="020B0604020202020204" pitchFamily="34" charset="0"/>
              <a:buChar char="•"/>
            </a:pPr>
            <a:r>
              <a:rPr lang="en-US" dirty="0"/>
              <a:t>Validate agent responses </a:t>
            </a:r>
            <a:r>
              <a:rPr lang="en-US" i="1" dirty="0"/>
              <a:t>before</a:t>
            </a:r>
            <a:r>
              <a:rPr lang="en-US" dirty="0"/>
              <a:t> they reach the user</a:t>
            </a:r>
          </a:p>
          <a:p>
            <a:endParaRPr lang="en-PK" dirty="0"/>
          </a:p>
        </p:txBody>
      </p:sp>
    </p:spTree>
    <p:extLst>
      <p:ext uri="{BB962C8B-B14F-4D97-AF65-F5344CB8AC3E}">
        <p14:creationId xmlns:p14="http://schemas.microsoft.com/office/powerpoint/2010/main" val="29272006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F3414-9334-78B1-A2B7-3D99AF84B0B8}"/>
              </a:ext>
            </a:extLst>
          </p:cNvPr>
          <p:cNvSpPr>
            <a:spLocks noGrp="1"/>
          </p:cNvSpPr>
          <p:nvPr>
            <p:ph type="title"/>
          </p:nvPr>
        </p:nvSpPr>
        <p:spPr/>
        <p:txBody>
          <a:bodyPr/>
          <a:lstStyle/>
          <a:p>
            <a:r>
              <a:rPr lang="en-US" dirty="0"/>
              <a:t>Guardrail Execution Pattern</a:t>
            </a:r>
            <a:endParaRPr lang="en-PK" dirty="0"/>
          </a:p>
        </p:txBody>
      </p:sp>
      <p:sp>
        <p:nvSpPr>
          <p:cNvPr id="3" name="Content Placeholder 2">
            <a:extLst>
              <a:ext uri="{FF2B5EF4-FFF2-40B4-BE49-F238E27FC236}">
                <a16:creationId xmlns:a16="http://schemas.microsoft.com/office/drawing/2014/main" id="{72366CA0-3995-60EB-B37B-68D7BA1CF7A4}"/>
              </a:ext>
            </a:extLst>
          </p:cNvPr>
          <p:cNvSpPr>
            <a:spLocks noGrp="1"/>
          </p:cNvSpPr>
          <p:nvPr>
            <p:ph idx="1"/>
          </p:nvPr>
        </p:nvSpPr>
        <p:spPr/>
        <p:txBody>
          <a:bodyPr>
            <a:normAutofit fontScale="92500" lnSpcReduction="20000"/>
          </a:bodyPr>
          <a:lstStyle/>
          <a:p>
            <a:pPr>
              <a:buFont typeface="+mj-lt"/>
              <a:buAutoNum type="arabicPeriod"/>
            </a:pPr>
            <a:r>
              <a:rPr lang="en-US" b="1" dirty="0"/>
              <a:t>Define a Guardrail Function</a:t>
            </a:r>
            <a:endParaRPr lang="en-US" dirty="0"/>
          </a:p>
          <a:p>
            <a:pPr marL="742950" lvl="1" indent="-285750">
              <a:buFont typeface="+mj-lt"/>
              <a:buAutoNum type="arabicPeriod"/>
            </a:pPr>
            <a:r>
              <a:rPr lang="en-US" dirty="0"/>
              <a:t>Returns a </a:t>
            </a:r>
            <a:r>
              <a:rPr lang="en-US" dirty="0" err="1">
                <a:latin typeface="Courier New" panose="02070309020205020404" pitchFamily="49" charset="0"/>
              </a:rPr>
              <a:t>GuardrailFunctionOutput</a:t>
            </a:r>
            <a:endParaRPr lang="en-US" dirty="0"/>
          </a:p>
          <a:p>
            <a:pPr marL="742950" lvl="1" indent="-285750">
              <a:buFont typeface="+mj-lt"/>
              <a:buAutoNum type="arabicPeriod"/>
            </a:pPr>
            <a:r>
              <a:rPr lang="en-US" dirty="0"/>
              <a:t>Includes:</a:t>
            </a:r>
          </a:p>
          <a:p>
            <a:pPr marL="1143000" lvl="2" indent="-228600">
              <a:buFont typeface="+mj-lt"/>
              <a:buAutoNum type="arabicPeriod"/>
            </a:pPr>
            <a:r>
              <a:rPr lang="en-US" dirty="0" err="1">
                <a:latin typeface="Courier New" panose="02070309020205020404" pitchFamily="49" charset="0"/>
              </a:rPr>
              <a:t>tripwire_triggered</a:t>
            </a:r>
            <a:r>
              <a:rPr lang="en-US" dirty="0">
                <a:latin typeface="Courier New" panose="02070309020205020404" pitchFamily="49" charset="0"/>
              </a:rPr>
              <a:t>: Boolean</a:t>
            </a:r>
            <a:endParaRPr lang="en-US" dirty="0"/>
          </a:p>
          <a:p>
            <a:pPr marL="1143000" lvl="2" indent="-228600">
              <a:buFont typeface="+mj-lt"/>
              <a:buAutoNum type="arabicPeriod"/>
            </a:pPr>
            <a:r>
              <a:rPr lang="en-US" dirty="0"/>
              <a:t>Context, agent, and input/output data</a:t>
            </a:r>
          </a:p>
          <a:p>
            <a:pPr>
              <a:buFont typeface="+mj-lt"/>
              <a:buAutoNum type="arabicPeriod"/>
            </a:pPr>
            <a:r>
              <a:rPr lang="en-US" b="1" dirty="0"/>
              <a:t>Evaluate the Tripwire Logic</a:t>
            </a:r>
            <a:endParaRPr lang="en-US" dirty="0"/>
          </a:p>
          <a:p>
            <a:pPr marL="742950" lvl="1" indent="-285750">
              <a:buFont typeface="+mj-lt"/>
              <a:buAutoNum type="arabicPeriod"/>
            </a:pPr>
            <a:r>
              <a:rPr lang="en-US" dirty="0"/>
              <a:t>Hardcoded checks</a:t>
            </a:r>
            <a:br>
              <a:rPr lang="en-US" dirty="0"/>
            </a:br>
            <a:r>
              <a:rPr lang="en-US" i="1" dirty="0"/>
              <a:t>(e.g., keyword detection)</a:t>
            </a:r>
            <a:endParaRPr lang="en-US" dirty="0"/>
          </a:p>
          <a:p>
            <a:pPr marL="742950" lvl="1" indent="-285750">
              <a:buFont typeface="+mj-lt"/>
              <a:buAutoNum type="arabicPeriod"/>
            </a:pPr>
            <a:r>
              <a:rPr lang="en-US" dirty="0"/>
              <a:t>Agent-based reasoning</a:t>
            </a:r>
            <a:br>
              <a:rPr lang="en-US" dirty="0"/>
            </a:br>
            <a:r>
              <a:rPr lang="en-US" i="1" dirty="0"/>
              <a:t>(a separate agent decides whether to trigger)</a:t>
            </a:r>
            <a:endParaRPr lang="en-US" dirty="0"/>
          </a:p>
          <a:p>
            <a:pPr>
              <a:buFont typeface="+mj-lt"/>
              <a:buAutoNum type="arabicPeriod"/>
            </a:pPr>
            <a:r>
              <a:rPr lang="en-US" b="1" dirty="0"/>
              <a:t>Handle the Tripwire Gracefully</a:t>
            </a:r>
            <a:endParaRPr lang="en-US" dirty="0"/>
          </a:p>
          <a:p>
            <a:pPr marL="742950" lvl="1" indent="-285750">
              <a:buFont typeface="+mj-lt"/>
              <a:buAutoNum type="arabicPeriod"/>
            </a:pPr>
            <a:r>
              <a:rPr lang="en-US" dirty="0"/>
              <a:t>Trigger a guardrail exception</a:t>
            </a:r>
          </a:p>
          <a:p>
            <a:pPr marL="742950" lvl="1" indent="-285750">
              <a:buFont typeface="+mj-lt"/>
              <a:buAutoNum type="arabicPeriod"/>
            </a:pPr>
            <a:r>
              <a:rPr lang="en-US" dirty="0"/>
              <a:t>Return a controlled, safe response to the user</a:t>
            </a:r>
          </a:p>
          <a:p>
            <a:endParaRPr lang="en-PK" dirty="0"/>
          </a:p>
        </p:txBody>
      </p:sp>
    </p:spTree>
    <p:extLst>
      <p:ext uri="{BB962C8B-B14F-4D97-AF65-F5344CB8AC3E}">
        <p14:creationId xmlns:p14="http://schemas.microsoft.com/office/powerpoint/2010/main" val="280025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E999B-B4C3-8C3D-F0F9-59955E3FB268}"/>
              </a:ext>
            </a:extLst>
          </p:cNvPr>
          <p:cNvSpPr>
            <a:spLocks noGrp="1"/>
          </p:cNvSpPr>
          <p:nvPr>
            <p:ph type="title"/>
          </p:nvPr>
        </p:nvSpPr>
        <p:spPr/>
        <p:txBody>
          <a:bodyPr/>
          <a:lstStyle/>
          <a:p>
            <a:r>
              <a:rPr lang="en-US" dirty="0"/>
              <a:t>Input guardrails</a:t>
            </a:r>
            <a:endParaRPr lang="en-PK" dirty="0"/>
          </a:p>
        </p:txBody>
      </p:sp>
      <p:sp>
        <p:nvSpPr>
          <p:cNvPr id="3" name="Content Placeholder 2">
            <a:extLst>
              <a:ext uri="{FF2B5EF4-FFF2-40B4-BE49-F238E27FC236}">
                <a16:creationId xmlns:a16="http://schemas.microsoft.com/office/drawing/2014/main" id="{E82E18B5-677D-80BD-6476-DE998D215C45}"/>
              </a:ext>
            </a:extLst>
          </p:cNvPr>
          <p:cNvSpPr>
            <a:spLocks noGrp="1"/>
          </p:cNvSpPr>
          <p:nvPr>
            <p:ph idx="1"/>
          </p:nvPr>
        </p:nvSpPr>
        <p:spPr/>
        <p:txBody>
          <a:bodyPr>
            <a:normAutofit fontScale="92500" lnSpcReduction="10000"/>
          </a:bodyPr>
          <a:lstStyle/>
          <a:p>
            <a:pPr>
              <a:buFont typeface="Arial" panose="020B0604020202020204" pitchFamily="34" charset="0"/>
              <a:buChar char="•"/>
            </a:pPr>
            <a:r>
              <a:rPr lang="en-US" dirty="0"/>
              <a:t>Input guardrails act like a </a:t>
            </a:r>
            <a:r>
              <a:rPr lang="en-US" b="1" dirty="0"/>
              <a:t>flight attendant at the airport gate</a:t>
            </a:r>
            <a:endParaRPr lang="en-US" dirty="0"/>
          </a:p>
          <a:p>
            <a:pPr>
              <a:buFont typeface="Arial" panose="020B0604020202020204" pitchFamily="34" charset="0"/>
              <a:buChar char="•"/>
            </a:pPr>
            <a:r>
              <a:rPr lang="en-US" dirty="0"/>
              <a:t>They ensure </a:t>
            </a:r>
            <a:r>
              <a:rPr lang="en-US" b="1" dirty="0"/>
              <a:t>only valid and allowed requests</a:t>
            </a:r>
            <a:r>
              <a:rPr lang="en-US" dirty="0"/>
              <a:t> enter the agentic system </a:t>
            </a:r>
          </a:p>
          <a:p>
            <a:pPr>
              <a:buFont typeface="Arial" panose="020B0604020202020204" pitchFamily="34" charset="0"/>
              <a:buChar char="•"/>
            </a:pPr>
            <a:r>
              <a:rPr lang="en-US" dirty="0"/>
              <a:t>Anything invalid is stopped </a:t>
            </a:r>
            <a:r>
              <a:rPr lang="en-US" i="1" dirty="0"/>
              <a:t>before</a:t>
            </a:r>
            <a:r>
              <a:rPr lang="en-US" dirty="0"/>
              <a:t> reaching the agent</a:t>
            </a:r>
          </a:p>
          <a:p>
            <a:pPr>
              <a:buNone/>
            </a:pPr>
            <a:r>
              <a:rPr lang="en-US" b="1" dirty="0"/>
              <a:t>Practical Use Case</a:t>
            </a:r>
          </a:p>
          <a:p>
            <a:pPr>
              <a:buFont typeface="Arial" panose="020B0604020202020204" pitchFamily="34" charset="0"/>
              <a:buChar char="•"/>
            </a:pPr>
            <a:r>
              <a:rPr lang="en-US" dirty="0"/>
              <a:t>Applied to a </a:t>
            </a:r>
            <a:r>
              <a:rPr lang="en-US" b="1" dirty="0"/>
              <a:t>customer service agent</a:t>
            </a:r>
            <a:endParaRPr lang="en-US" dirty="0"/>
          </a:p>
          <a:p>
            <a:pPr>
              <a:buFont typeface="Arial" panose="020B0604020202020204" pitchFamily="34" charset="0"/>
              <a:buChar char="•"/>
            </a:pPr>
            <a:r>
              <a:rPr lang="en-US" dirty="0"/>
              <a:t>Guardrail checks user input </a:t>
            </a:r>
            <a:r>
              <a:rPr lang="en-US" i="1" dirty="0"/>
              <a:t>before</a:t>
            </a:r>
            <a:r>
              <a:rPr lang="en-US" dirty="0"/>
              <a:t> agent execution</a:t>
            </a:r>
          </a:p>
          <a:p>
            <a:pPr>
              <a:buFont typeface="Arial" panose="020B0604020202020204" pitchFamily="34" charset="0"/>
              <a:buChar char="•"/>
            </a:pPr>
            <a:r>
              <a:rPr lang="en-US" dirty="0"/>
              <a:t>Example (naïve trigger):</a:t>
            </a:r>
          </a:p>
          <a:p>
            <a:pPr marL="742950" lvl="1" indent="-285750">
              <a:buFont typeface="Arial" panose="020B0604020202020204" pitchFamily="34" charset="0"/>
              <a:buChar char="•"/>
            </a:pPr>
            <a:r>
              <a:rPr lang="en-US" dirty="0"/>
              <a:t>If prompt contains the word </a:t>
            </a:r>
            <a:r>
              <a:rPr lang="en-US" b="1" dirty="0"/>
              <a:t>“complaint”</a:t>
            </a:r>
            <a:endParaRPr lang="en-US" dirty="0"/>
          </a:p>
          <a:p>
            <a:pPr marL="742950" lvl="1" indent="-285750">
              <a:buFont typeface="Arial" panose="020B0604020202020204" pitchFamily="34" charset="0"/>
              <a:buChar char="•"/>
            </a:pPr>
            <a:r>
              <a:rPr lang="en-US" dirty="0"/>
              <a:t>→ </a:t>
            </a:r>
            <a:r>
              <a:rPr lang="en-US" b="1" dirty="0"/>
              <a:t>Tripwire is triggered</a:t>
            </a:r>
            <a:endParaRPr lang="en-US" dirty="0"/>
          </a:p>
          <a:p>
            <a:pPr marL="742950" lvl="1" indent="-285750">
              <a:buFont typeface="Arial" panose="020B0604020202020204" pitchFamily="34" charset="0"/>
              <a:buChar char="•"/>
            </a:pPr>
            <a:r>
              <a:rPr lang="en-US" dirty="0"/>
              <a:t>→ Agent execution is stopped</a:t>
            </a:r>
          </a:p>
          <a:p>
            <a:pPr>
              <a:buNone/>
            </a:pPr>
            <a:endParaRPr lang="en-PK" dirty="0"/>
          </a:p>
        </p:txBody>
      </p:sp>
    </p:spTree>
    <p:extLst>
      <p:ext uri="{BB962C8B-B14F-4D97-AF65-F5344CB8AC3E}">
        <p14:creationId xmlns:p14="http://schemas.microsoft.com/office/powerpoint/2010/main" val="38700421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6F29D-046C-19DF-BE8C-915E29833018}"/>
              </a:ext>
            </a:extLst>
          </p:cNvPr>
          <p:cNvSpPr>
            <a:spLocks noGrp="1"/>
          </p:cNvSpPr>
          <p:nvPr>
            <p:ph type="title"/>
          </p:nvPr>
        </p:nvSpPr>
        <p:spPr/>
        <p:txBody>
          <a:bodyPr/>
          <a:lstStyle/>
          <a:p>
            <a:r>
              <a:rPr lang="en-US" dirty="0"/>
              <a:t>input_guardrail.py</a:t>
            </a:r>
            <a:endParaRPr lang="en-PK" dirty="0"/>
          </a:p>
        </p:txBody>
      </p:sp>
      <p:sp>
        <p:nvSpPr>
          <p:cNvPr id="3" name="Content Placeholder 2">
            <a:extLst>
              <a:ext uri="{FF2B5EF4-FFF2-40B4-BE49-F238E27FC236}">
                <a16:creationId xmlns:a16="http://schemas.microsoft.com/office/drawing/2014/main" id="{C23A1EC7-1D53-6FA7-2AC7-24C7592388AC}"/>
              </a:ext>
            </a:extLst>
          </p:cNvPr>
          <p:cNvSpPr>
            <a:spLocks noGrp="1"/>
          </p:cNvSpPr>
          <p:nvPr>
            <p:ph idx="1"/>
          </p:nvPr>
        </p:nvSpPr>
        <p:spPr>
          <a:xfrm>
            <a:off x="5190836" y="1825625"/>
            <a:ext cx="6162964" cy="4351338"/>
          </a:xfrm>
        </p:spPr>
        <p:txBody>
          <a:bodyPr/>
          <a:lstStyle/>
          <a:p>
            <a:endParaRPr lang="en-PK" dirty="0"/>
          </a:p>
        </p:txBody>
      </p:sp>
      <p:pic>
        <p:nvPicPr>
          <p:cNvPr id="5" name="Picture 4">
            <a:extLst>
              <a:ext uri="{FF2B5EF4-FFF2-40B4-BE49-F238E27FC236}">
                <a16:creationId xmlns:a16="http://schemas.microsoft.com/office/drawing/2014/main" id="{68A659F9-9E89-CB80-87B3-E886E8A820E4}"/>
              </a:ext>
            </a:extLst>
          </p:cNvPr>
          <p:cNvPicPr>
            <a:picLocks noChangeAspect="1"/>
          </p:cNvPicPr>
          <p:nvPr/>
        </p:nvPicPr>
        <p:blipFill>
          <a:blip r:embed="rId3"/>
          <a:stretch>
            <a:fillRect/>
          </a:stretch>
        </p:blipFill>
        <p:spPr>
          <a:xfrm>
            <a:off x="1382185" y="1523419"/>
            <a:ext cx="9217778" cy="5066951"/>
          </a:xfrm>
          <a:prstGeom prst="rect">
            <a:avLst/>
          </a:prstGeom>
        </p:spPr>
      </p:pic>
    </p:spTree>
    <p:extLst>
      <p:ext uri="{BB962C8B-B14F-4D97-AF65-F5344CB8AC3E}">
        <p14:creationId xmlns:p14="http://schemas.microsoft.com/office/powerpoint/2010/main" val="15260787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F439E-8C91-599F-F323-555F47CD4D76}"/>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9DB1AC93-B9C4-FA95-BE41-917E2639977B}"/>
              </a:ext>
            </a:extLst>
          </p:cNvPr>
          <p:cNvSpPr>
            <a:spLocks noGrp="1"/>
          </p:cNvSpPr>
          <p:nvPr>
            <p:ph idx="1"/>
          </p:nvPr>
        </p:nvSpPr>
        <p:spPr/>
        <p:txBody>
          <a:bodyPr/>
          <a:lstStyle/>
          <a:p>
            <a:endParaRPr lang="en-PK" dirty="0"/>
          </a:p>
        </p:txBody>
      </p:sp>
      <p:pic>
        <p:nvPicPr>
          <p:cNvPr id="5" name="Picture 4">
            <a:extLst>
              <a:ext uri="{FF2B5EF4-FFF2-40B4-BE49-F238E27FC236}">
                <a16:creationId xmlns:a16="http://schemas.microsoft.com/office/drawing/2014/main" id="{28499964-272B-F7C0-EEEC-BD24C61FB46C}"/>
              </a:ext>
            </a:extLst>
          </p:cNvPr>
          <p:cNvPicPr>
            <a:picLocks noChangeAspect="1"/>
          </p:cNvPicPr>
          <p:nvPr/>
        </p:nvPicPr>
        <p:blipFill>
          <a:blip r:embed="rId2"/>
          <a:stretch>
            <a:fillRect/>
          </a:stretch>
        </p:blipFill>
        <p:spPr>
          <a:xfrm>
            <a:off x="2464421" y="709232"/>
            <a:ext cx="6946742" cy="5699123"/>
          </a:xfrm>
          <a:prstGeom prst="rect">
            <a:avLst/>
          </a:prstGeom>
        </p:spPr>
      </p:pic>
    </p:spTree>
    <p:extLst>
      <p:ext uri="{BB962C8B-B14F-4D97-AF65-F5344CB8AC3E}">
        <p14:creationId xmlns:p14="http://schemas.microsoft.com/office/powerpoint/2010/main" val="41438658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F9EEE-E31D-0562-143B-52C3B6303171}"/>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6C913635-289C-7362-5D25-3A0E6A2DE460}"/>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77E39FFF-E5AC-002C-07A8-4DC30B77302B}"/>
              </a:ext>
            </a:extLst>
          </p:cNvPr>
          <p:cNvPicPr>
            <a:picLocks noChangeAspect="1"/>
          </p:cNvPicPr>
          <p:nvPr/>
        </p:nvPicPr>
        <p:blipFill>
          <a:blip r:embed="rId2"/>
          <a:stretch>
            <a:fillRect/>
          </a:stretch>
        </p:blipFill>
        <p:spPr>
          <a:xfrm>
            <a:off x="2033020" y="661601"/>
            <a:ext cx="8125959" cy="5534797"/>
          </a:xfrm>
          <a:prstGeom prst="rect">
            <a:avLst/>
          </a:prstGeom>
        </p:spPr>
      </p:pic>
    </p:spTree>
    <p:extLst>
      <p:ext uri="{BB962C8B-B14F-4D97-AF65-F5344CB8AC3E}">
        <p14:creationId xmlns:p14="http://schemas.microsoft.com/office/powerpoint/2010/main" val="20264181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F6E5F-80C4-2500-44F5-6FBA1AE7F1DD}"/>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22C25546-CE88-4A9C-F883-05ADDB1C7C6E}"/>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F499D584-1A2F-183D-AF3D-EDD629D7A931}"/>
              </a:ext>
            </a:extLst>
          </p:cNvPr>
          <p:cNvPicPr>
            <a:picLocks noChangeAspect="1"/>
          </p:cNvPicPr>
          <p:nvPr/>
        </p:nvPicPr>
        <p:blipFill>
          <a:blip r:embed="rId3"/>
          <a:stretch>
            <a:fillRect/>
          </a:stretch>
        </p:blipFill>
        <p:spPr>
          <a:xfrm>
            <a:off x="1050637" y="855027"/>
            <a:ext cx="9706596" cy="5414493"/>
          </a:xfrm>
          <a:prstGeom prst="rect">
            <a:avLst/>
          </a:prstGeom>
        </p:spPr>
      </p:pic>
    </p:spTree>
    <p:extLst>
      <p:ext uri="{BB962C8B-B14F-4D97-AF65-F5344CB8AC3E}">
        <p14:creationId xmlns:p14="http://schemas.microsoft.com/office/powerpoint/2010/main" val="26788018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32956-AF73-8C34-AAD9-9101E70AC638}"/>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A017F59B-31A9-20FE-0BCF-50E7C9EE82FF}"/>
              </a:ext>
            </a:extLst>
          </p:cNvPr>
          <p:cNvSpPr>
            <a:spLocks noGrp="1"/>
          </p:cNvSpPr>
          <p:nvPr>
            <p:ph idx="1"/>
          </p:nvPr>
        </p:nvSpPr>
        <p:spPr/>
        <p:txBody>
          <a:bodyPr/>
          <a:lstStyle/>
          <a:p>
            <a:endParaRPr lang="en-PK" dirty="0"/>
          </a:p>
        </p:txBody>
      </p:sp>
      <p:pic>
        <p:nvPicPr>
          <p:cNvPr id="5" name="Picture 4">
            <a:extLst>
              <a:ext uri="{FF2B5EF4-FFF2-40B4-BE49-F238E27FC236}">
                <a16:creationId xmlns:a16="http://schemas.microsoft.com/office/drawing/2014/main" id="{9271CFB7-893E-7CA0-3176-78F9418BA651}"/>
              </a:ext>
            </a:extLst>
          </p:cNvPr>
          <p:cNvPicPr>
            <a:picLocks noChangeAspect="1"/>
          </p:cNvPicPr>
          <p:nvPr/>
        </p:nvPicPr>
        <p:blipFill>
          <a:blip r:embed="rId2"/>
          <a:stretch>
            <a:fillRect/>
          </a:stretch>
        </p:blipFill>
        <p:spPr>
          <a:xfrm>
            <a:off x="1528125" y="1309391"/>
            <a:ext cx="9135750" cy="4239217"/>
          </a:xfrm>
          <a:prstGeom prst="rect">
            <a:avLst/>
          </a:prstGeom>
        </p:spPr>
      </p:pic>
    </p:spTree>
    <p:extLst>
      <p:ext uri="{BB962C8B-B14F-4D97-AF65-F5344CB8AC3E}">
        <p14:creationId xmlns:p14="http://schemas.microsoft.com/office/powerpoint/2010/main" val="41802546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4C560-AEB2-FA68-08A8-0EC24D39A011}"/>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93D3DD3E-9FD2-7083-25DE-B068F59B24E9}"/>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19CF0E8A-9167-B58F-38F0-89B5A3541DC5}"/>
              </a:ext>
            </a:extLst>
          </p:cNvPr>
          <p:cNvPicPr>
            <a:picLocks noChangeAspect="1"/>
          </p:cNvPicPr>
          <p:nvPr/>
        </p:nvPicPr>
        <p:blipFill>
          <a:blip r:embed="rId2"/>
          <a:stretch>
            <a:fillRect/>
          </a:stretch>
        </p:blipFill>
        <p:spPr>
          <a:xfrm>
            <a:off x="838200" y="1137918"/>
            <a:ext cx="10202412" cy="4917194"/>
          </a:xfrm>
          <a:prstGeom prst="rect">
            <a:avLst/>
          </a:prstGeom>
        </p:spPr>
      </p:pic>
    </p:spTree>
    <p:extLst>
      <p:ext uri="{BB962C8B-B14F-4D97-AF65-F5344CB8AC3E}">
        <p14:creationId xmlns:p14="http://schemas.microsoft.com/office/powerpoint/2010/main" val="41008039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B9D6D-595C-3975-D8C8-6FA138569831}"/>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15AD3C31-866A-8F97-534F-2B1E7983040E}"/>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D6E894C3-2A48-D70A-8204-6A68F8E3F81D}"/>
              </a:ext>
            </a:extLst>
          </p:cNvPr>
          <p:cNvPicPr>
            <a:picLocks noChangeAspect="1"/>
          </p:cNvPicPr>
          <p:nvPr/>
        </p:nvPicPr>
        <p:blipFill>
          <a:blip r:embed="rId2"/>
          <a:stretch>
            <a:fillRect/>
          </a:stretch>
        </p:blipFill>
        <p:spPr>
          <a:xfrm>
            <a:off x="1480493" y="866417"/>
            <a:ext cx="9231013" cy="5125165"/>
          </a:xfrm>
          <a:prstGeom prst="rect">
            <a:avLst/>
          </a:prstGeom>
        </p:spPr>
      </p:pic>
    </p:spTree>
    <p:extLst>
      <p:ext uri="{BB962C8B-B14F-4D97-AF65-F5344CB8AC3E}">
        <p14:creationId xmlns:p14="http://schemas.microsoft.com/office/powerpoint/2010/main" val="8661357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08F96-A1F8-EEBA-CCE7-4857649E0787}"/>
              </a:ext>
            </a:extLst>
          </p:cNvPr>
          <p:cNvSpPr>
            <a:spLocks noGrp="1"/>
          </p:cNvSpPr>
          <p:nvPr>
            <p:ph type="title"/>
          </p:nvPr>
        </p:nvSpPr>
        <p:spPr/>
        <p:txBody>
          <a:bodyPr/>
          <a:lstStyle/>
          <a:p>
            <a:r>
              <a:rPr lang="en-US" dirty="0"/>
              <a:t>Smarter Input Guardrails Using an Agent</a:t>
            </a:r>
            <a:endParaRPr lang="en-PK" dirty="0"/>
          </a:p>
        </p:txBody>
      </p:sp>
      <p:sp>
        <p:nvSpPr>
          <p:cNvPr id="3" name="Content Placeholder 2">
            <a:extLst>
              <a:ext uri="{FF2B5EF4-FFF2-40B4-BE49-F238E27FC236}">
                <a16:creationId xmlns:a16="http://schemas.microsoft.com/office/drawing/2014/main" id="{1018AD34-FE72-0DEC-E46D-4A0FA4B36519}"/>
              </a:ext>
            </a:extLst>
          </p:cNvPr>
          <p:cNvSpPr>
            <a:spLocks noGrp="1"/>
          </p:cNvSpPr>
          <p:nvPr>
            <p:ph idx="1"/>
          </p:nvPr>
        </p:nvSpPr>
        <p:spPr/>
        <p:txBody>
          <a:bodyPr>
            <a:normAutofit fontScale="85000" lnSpcReduction="20000"/>
          </a:bodyPr>
          <a:lstStyle/>
          <a:p>
            <a:pPr>
              <a:buNone/>
            </a:pPr>
            <a:r>
              <a:rPr lang="en-US" b="1" dirty="0"/>
              <a:t>Problem with Basic Guardrails</a:t>
            </a:r>
          </a:p>
          <a:p>
            <a:pPr>
              <a:buFont typeface="Arial" panose="020B0604020202020204" pitchFamily="34" charset="0"/>
              <a:buChar char="•"/>
            </a:pPr>
            <a:r>
              <a:rPr lang="en-US" dirty="0"/>
              <a:t>Simple keyword checks (e.g., detecting the word </a:t>
            </a:r>
            <a:r>
              <a:rPr lang="en-US" i="1" dirty="0"/>
              <a:t>“complaint”</a:t>
            </a:r>
            <a:r>
              <a:rPr lang="en-US" dirty="0"/>
              <a:t>) are fragile</a:t>
            </a:r>
          </a:p>
          <a:p>
            <a:pPr>
              <a:buFont typeface="Arial" panose="020B0604020202020204" pitchFamily="34" charset="0"/>
              <a:buChar char="•"/>
            </a:pPr>
            <a:r>
              <a:rPr lang="en-US" dirty="0"/>
              <a:t>Users may phrase requests differently</a:t>
            </a:r>
          </a:p>
          <a:p>
            <a:pPr>
              <a:buFont typeface="Arial" panose="020B0604020202020204" pitchFamily="34" charset="0"/>
              <a:buChar char="•"/>
            </a:pPr>
            <a:r>
              <a:rPr lang="en-US" dirty="0"/>
              <a:t>Irrelevant or misuse queries may bypass the guardrail</a:t>
            </a:r>
          </a:p>
          <a:p>
            <a:pPr>
              <a:buNone/>
            </a:pPr>
            <a:endParaRPr lang="en-US" dirty="0"/>
          </a:p>
          <a:p>
            <a:pPr>
              <a:buNone/>
            </a:pPr>
            <a:r>
              <a:rPr lang="en-US" b="1" dirty="0"/>
              <a:t>Improved Pattern: Agent-Based Guardrails</a:t>
            </a:r>
          </a:p>
          <a:p>
            <a:pPr>
              <a:buFont typeface="Arial" panose="020B0604020202020204" pitchFamily="34" charset="0"/>
              <a:buChar char="•"/>
            </a:pPr>
            <a:r>
              <a:rPr lang="en-US" dirty="0"/>
              <a:t>Introduce a </a:t>
            </a:r>
            <a:r>
              <a:rPr lang="en-US" b="1" dirty="0"/>
              <a:t>separate lightweight agent</a:t>
            </a:r>
            <a:endParaRPr lang="en-US" dirty="0"/>
          </a:p>
          <a:p>
            <a:pPr>
              <a:buFont typeface="Arial" panose="020B0604020202020204" pitchFamily="34" charset="0"/>
              <a:buChar char="•"/>
            </a:pPr>
            <a:r>
              <a:rPr lang="en-US" dirty="0"/>
              <a:t>Runs on a </a:t>
            </a:r>
            <a:r>
              <a:rPr lang="en-US" b="1" dirty="0"/>
              <a:t>cheaper, simpler model</a:t>
            </a:r>
            <a:endParaRPr lang="en-US" dirty="0"/>
          </a:p>
          <a:p>
            <a:pPr>
              <a:buFont typeface="Arial" panose="020B0604020202020204" pitchFamily="34" charset="0"/>
              <a:buChar char="•"/>
            </a:pPr>
            <a:r>
              <a:rPr lang="en-US" dirty="0"/>
              <a:t>Sole responsibility:</a:t>
            </a:r>
          </a:p>
          <a:p>
            <a:pPr marL="742950" lvl="1" indent="-285750">
              <a:buFont typeface="Arial" panose="020B0604020202020204" pitchFamily="34" charset="0"/>
              <a:buChar char="•"/>
            </a:pPr>
            <a:r>
              <a:rPr lang="en-US" dirty="0"/>
              <a:t>Assess whether the user prompt is </a:t>
            </a:r>
            <a:r>
              <a:rPr lang="en-US" b="1" dirty="0"/>
              <a:t>relevant to customer service</a:t>
            </a:r>
            <a:endParaRPr lang="en-US" dirty="0"/>
          </a:p>
          <a:p>
            <a:pPr marL="742950" lvl="1" indent="-285750">
              <a:buFont typeface="Arial" panose="020B0604020202020204" pitchFamily="34" charset="0"/>
              <a:buChar char="•"/>
            </a:pPr>
            <a:r>
              <a:rPr lang="en-US" dirty="0"/>
              <a:t>Decide whether to </a:t>
            </a:r>
            <a:r>
              <a:rPr lang="en-US" b="1" dirty="0"/>
              <a:t>trigger the guardrail tripwire</a:t>
            </a:r>
            <a:endParaRPr lang="en-US" dirty="0"/>
          </a:p>
          <a:p>
            <a:endParaRPr lang="en-PK" dirty="0"/>
          </a:p>
        </p:txBody>
      </p:sp>
    </p:spTree>
    <p:extLst>
      <p:ext uri="{BB962C8B-B14F-4D97-AF65-F5344CB8AC3E}">
        <p14:creationId xmlns:p14="http://schemas.microsoft.com/office/powerpoint/2010/main" val="1994635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F06E4-1F59-4532-C126-86AAE0F6EE95}"/>
              </a:ext>
            </a:extLst>
          </p:cNvPr>
          <p:cNvSpPr>
            <a:spLocks noGrp="1"/>
          </p:cNvSpPr>
          <p:nvPr>
            <p:ph type="title"/>
          </p:nvPr>
        </p:nvSpPr>
        <p:spPr/>
        <p:txBody>
          <a:bodyPr/>
          <a:lstStyle/>
          <a:p>
            <a:r>
              <a:rPr lang="en-US" dirty="0"/>
              <a:t>input_guardrail_agent.py</a:t>
            </a:r>
            <a:endParaRPr lang="en-PK" dirty="0"/>
          </a:p>
        </p:txBody>
      </p:sp>
      <p:sp>
        <p:nvSpPr>
          <p:cNvPr id="3" name="Content Placeholder 2">
            <a:extLst>
              <a:ext uri="{FF2B5EF4-FFF2-40B4-BE49-F238E27FC236}">
                <a16:creationId xmlns:a16="http://schemas.microsoft.com/office/drawing/2014/main" id="{83632690-63F6-5AB3-5DB1-32B029939DFA}"/>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12F8F047-F2E9-B112-478D-B9AB0BE30709}"/>
              </a:ext>
            </a:extLst>
          </p:cNvPr>
          <p:cNvPicPr>
            <a:picLocks noChangeAspect="1"/>
          </p:cNvPicPr>
          <p:nvPr/>
        </p:nvPicPr>
        <p:blipFill>
          <a:blip r:embed="rId2"/>
          <a:stretch>
            <a:fillRect/>
          </a:stretch>
        </p:blipFill>
        <p:spPr>
          <a:xfrm>
            <a:off x="2352152" y="1690688"/>
            <a:ext cx="7487695" cy="4391638"/>
          </a:xfrm>
          <a:prstGeom prst="rect">
            <a:avLst/>
          </a:prstGeom>
        </p:spPr>
      </p:pic>
    </p:spTree>
    <p:extLst>
      <p:ext uri="{BB962C8B-B14F-4D97-AF65-F5344CB8AC3E}">
        <p14:creationId xmlns:p14="http://schemas.microsoft.com/office/powerpoint/2010/main" val="14320374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53811-919C-D9AE-B959-3B5E6AD799B4}"/>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6699A6FA-8FD3-ABAA-E4D6-EA3168D9A397}"/>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0D9E1DCD-5E8D-704B-48A3-F0D22ED5D00E}"/>
              </a:ext>
            </a:extLst>
          </p:cNvPr>
          <p:cNvPicPr>
            <a:picLocks noChangeAspect="1"/>
          </p:cNvPicPr>
          <p:nvPr/>
        </p:nvPicPr>
        <p:blipFill>
          <a:blip r:embed="rId2"/>
          <a:stretch>
            <a:fillRect/>
          </a:stretch>
        </p:blipFill>
        <p:spPr>
          <a:xfrm>
            <a:off x="1723415" y="523469"/>
            <a:ext cx="8745170" cy="5811061"/>
          </a:xfrm>
          <a:prstGeom prst="rect">
            <a:avLst/>
          </a:prstGeom>
        </p:spPr>
      </p:pic>
    </p:spTree>
    <p:extLst>
      <p:ext uri="{BB962C8B-B14F-4D97-AF65-F5344CB8AC3E}">
        <p14:creationId xmlns:p14="http://schemas.microsoft.com/office/powerpoint/2010/main" val="29185840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590D3-056D-55FA-0B60-15CCD9504CE8}"/>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C92AC8C7-9277-C2CF-8C81-107AA33935E0}"/>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F9FC9C95-FE36-3CCD-7D6C-32C8C038FC69}"/>
              </a:ext>
            </a:extLst>
          </p:cNvPr>
          <p:cNvPicPr>
            <a:picLocks noChangeAspect="1"/>
          </p:cNvPicPr>
          <p:nvPr/>
        </p:nvPicPr>
        <p:blipFill>
          <a:blip r:embed="rId2"/>
          <a:stretch>
            <a:fillRect/>
          </a:stretch>
        </p:blipFill>
        <p:spPr>
          <a:xfrm>
            <a:off x="1656730" y="1114102"/>
            <a:ext cx="8878539" cy="4629796"/>
          </a:xfrm>
          <a:prstGeom prst="rect">
            <a:avLst/>
          </a:prstGeom>
        </p:spPr>
      </p:pic>
    </p:spTree>
    <p:extLst>
      <p:ext uri="{BB962C8B-B14F-4D97-AF65-F5344CB8AC3E}">
        <p14:creationId xmlns:p14="http://schemas.microsoft.com/office/powerpoint/2010/main" val="39784470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1CC9C-4F22-A670-1353-CB33B8A87B75}"/>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EB535540-9ABF-3892-2B46-FF6A1944AD32}"/>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87DCE47E-5E4C-CA57-8ADA-235B4B2302EB}"/>
              </a:ext>
            </a:extLst>
          </p:cNvPr>
          <p:cNvPicPr>
            <a:picLocks noChangeAspect="1"/>
          </p:cNvPicPr>
          <p:nvPr/>
        </p:nvPicPr>
        <p:blipFill>
          <a:blip r:embed="rId2"/>
          <a:stretch>
            <a:fillRect/>
          </a:stretch>
        </p:blipFill>
        <p:spPr>
          <a:xfrm>
            <a:off x="1821366" y="-9236"/>
            <a:ext cx="8549268" cy="6858000"/>
          </a:xfrm>
          <a:prstGeom prst="rect">
            <a:avLst/>
          </a:prstGeom>
        </p:spPr>
      </p:pic>
    </p:spTree>
    <p:extLst>
      <p:ext uri="{BB962C8B-B14F-4D97-AF65-F5344CB8AC3E}">
        <p14:creationId xmlns:p14="http://schemas.microsoft.com/office/powerpoint/2010/main" val="41641160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77342-7B06-52C2-73FA-E0191782F58F}"/>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E30685C8-B05F-FDF8-EBE0-CFB85E9D343C}"/>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91764491-45CB-0B45-6BA7-E3EDDCE3528F}"/>
              </a:ext>
            </a:extLst>
          </p:cNvPr>
          <p:cNvPicPr>
            <a:picLocks noChangeAspect="1"/>
          </p:cNvPicPr>
          <p:nvPr/>
        </p:nvPicPr>
        <p:blipFill>
          <a:blip r:embed="rId3"/>
          <a:stretch>
            <a:fillRect/>
          </a:stretch>
        </p:blipFill>
        <p:spPr>
          <a:xfrm>
            <a:off x="1709125" y="504417"/>
            <a:ext cx="8773749" cy="5849166"/>
          </a:xfrm>
          <a:prstGeom prst="rect">
            <a:avLst/>
          </a:prstGeom>
        </p:spPr>
      </p:pic>
    </p:spTree>
    <p:extLst>
      <p:ext uri="{BB962C8B-B14F-4D97-AF65-F5344CB8AC3E}">
        <p14:creationId xmlns:p14="http://schemas.microsoft.com/office/powerpoint/2010/main" val="5425053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48FC5-2ACD-8E25-9112-C03E196AB3B1}"/>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B9C6AA6F-BB1F-BF72-E70B-DF3B6996FF21}"/>
              </a:ext>
            </a:extLst>
          </p:cNvPr>
          <p:cNvSpPr>
            <a:spLocks noGrp="1"/>
          </p:cNvSpPr>
          <p:nvPr>
            <p:ph idx="1"/>
          </p:nvPr>
        </p:nvSpPr>
        <p:spPr/>
        <p:txBody>
          <a:bodyPr/>
          <a:lstStyle/>
          <a:p>
            <a:endParaRPr lang="en-PK" dirty="0"/>
          </a:p>
        </p:txBody>
      </p:sp>
      <p:pic>
        <p:nvPicPr>
          <p:cNvPr id="5" name="Picture 4">
            <a:extLst>
              <a:ext uri="{FF2B5EF4-FFF2-40B4-BE49-F238E27FC236}">
                <a16:creationId xmlns:a16="http://schemas.microsoft.com/office/drawing/2014/main" id="{CE833B34-5280-002D-4764-EAF35BAFD77A}"/>
              </a:ext>
            </a:extLst>
          </p:cNvPr>
          <p:cNvPicPr>
            <a:picLocks noChangeAspect="1"/>
          </p:cNvPicPr>
          <p:nvPr/>
        </p:nvPicPr>
        <p:blipFill>
          <a:blip r:embed="rId2"/>
          <a:stretch>
            <a:fillRect/>
          </a:stretch>
        </p:blipFill>
        <p:spPr>
          <a:xfrm>
            <a:off x="2604731" y="2647883"/>
            <a:ext cx="6559604" cy="1154860"/>
          </a:xfrm>
          <a:prstGeom prst="rect">
            <a:avLst/>
          </a:prstGeom>
        </p:spPr>
      </p:pic>
    </p:spTree>
    <p:extLst>
      <p:ext uri="{BB962C8B-B14F-4D97-AF65-F5344CB8AC3E}">
        <p14:creationId xmlns:p14="http://schemas.microsoft.com/office/powerpoint/2010/main" val="32290559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65585-7831-4FE7-64EB-C4BC26DDCCF0}"/>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B4A74F3C-41E3-E9DD-E3D2-51728B1FE8A2}"/>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EE6E2249-1845-C5DE-162E-135D021B0869}"/>
              </a:ext>
            </a:extLst>
          </p:cNvPr>
          <p:cNvPicPr>
            <a:picLocks noChangeAspect="1"/>
          </p:cNvPicPr>
          <p:nvPr/>
        </p:nvPicPr>
        <p:blipFill>
          <a:blip r:embed="rId2"/>
          <a:stretch>
            <a:fillRect/>
          </a:stretch>
        </p:blipFill>
        <p:spPr>
          <a:xfrm>
            <a:off x="1818678" y="2395393"/>
            <a:ext cx="8554644" cy="2067213"/>
          </a:xfrm>
          <a:prstGeom prst="rect">
            <a:avLst/>
          </a:prstGeom>
        </p:spPr>
      </p:pic>
    </p:spTree>
    <p:extLst>
      <p:ext uri="{BB962C8B-B14F-4D97-AF65-F5344CB8AC3E}">
        <p14:creationId xmlns:p14="http://schemas.microsoft.com/office/powerpoint/2010/main" val="1020397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8A043-5E9B-CDDC-01D2-FDD24DF3100C}"/>
              </a:ext>
            </a:extLst>
          </p:cNvPr>
          <p:cNvSpPr>
            <a:spLocks noGrp="1"/>
          </p:cNvSpPr>
          <p:nvPr>
            <p:ph type="title"/>
          </p:nvPr>
        </p:nvSpPr>
        <p:spPr/>
        <p:txBody>
          <a:bodyPr/>
          <a:lstStyle/>
          <a:p>
            <a:r>
              <a:rPr lang="en-US" dirty="0"/>
              <a:t>Output guardrails</a:t>
            </a:r>
            <a:endParaRPr lang="en-PK" dirty="0"/>
          </a:p>
        </p:txBody>
      </p:sp>
      <p:sp>
        <p:nvSpPr>
          <p:cNvPr id="3" name="Content Placeholder 2">
            <a:extLst>
              <a:ext uri="{FF2B5EF4-FFF2-40B4-BE49-F238E27FC236}">
                <a16:creationId xmlns:a16="http://schemas.microsoft.com/office/drawing/2014/main" id="{62EDD8CD-9146-53C3-1AC3-08FCA4DEF80B}"/>
              </a:ext>
            </a:extLst>
          </p:cNvPr>
          <p:cNvSpPr>
            <a:spLocks noGrp="1"/>
          </p:cNvSpPr>
          <p:nvPr>
            <p:ph idx="1"/>
          </p:nvPr>
        </p:nvSpPr>
        <p:spPr/>
        <p:txBody>
          <a:bodyPr>
            <a:normAutofit fontScale="85000" lnSpcReduction="20000"/>
          </a:bodyPr>
          <a:lstStyle/>
          <a:p>
            <a:pPr>
              <a:buNone/>
            </a:pPr>
            <a:r>
              <a:rPr lang="en-US" b="1" dirty="0"/>
              <a:t>What Are Output Guardrails?</a:t>
            </a:r>
          </a:p>
          <a:p>
            <a:pPr>
              <a:buFont typeface="Arial" panose="020B0604020202020204" pitchFamily="34" charset="0"/>
              <a:buChar char="•"/>
            </a:pPr>
            <a:r>
              <a:rPr lang="en-US" dirty="0"/>
              <a:t>Validate </a:t>
            </a:r>
            <a:r>
              <a:rPr lang="en-US" b="1" dirty="0"/>
              <a:t>agent responses before reaching the user</a:t>
            </a:r>
            <a:endParaRPr lang="en-US" dirty="0"/>
          </a:p>
          <a:p>
            <a:pPr>
              <a:buFont typeface="Arial" panose="020B0604020202020204" pitchFamily="34" charset="0"/>
              <a:buChar char="•"/>
            </a:pPr>
            <a:r>
              <a:rPr lang="en-US" dirty="0"/>
              <a:t>Act as the </a:t>
            </a:r>
            <a:r>
              <a:rPr lang="en-US" b="1" dirty="0"/>
              <a:t>final checkpoint</a:t>
            </a:r>
            <a:r>
              <a:rPr lang="en-US" dirty="0"/>
              <a:t> in an agentic system</a:t>
            </a:r>
          </a:p>
          <a:p>
            <a:pPr>
              <a:buNone/>
            </a:pPr>
            <a:r>
              <a:rPr lang="en-US" b="1" dirty="0"/>
              <a:t>Why Output Guardrails Matter</a:t>
            </a:r>
          </a:p>
          <a:p>
            <a:pPr>
              <a:buFont typeface="Arial" panose="020B0604020202020204" pitchFamily="34" charset="0"/>
              <a:buChar char="•"/>
            </a:pPr>
            <a:r>
              <a:rPr lang="en-US" dirty="0"/>
              <a:t>Enforce </a:t>
            </a:r>
            <a:r>
              <a:rPr lang="en-US" b="1" dirty="0"/>
              <a:t>format compliance</a:t>
            </a:r>
            <a:endParaRPr lang="en-US" dirty="0"/>
          </a:p>
          <a:p>
            <a:pPr>
              <a:buFont typeface="Arial" panose="020B0604020202020204" pitchFamily="34" charset="0"/>
              <a:buChar char="•"/>
            </a:pPr>
            <a:r>
              <a:rPr lang="en-US" dirty="0"/>
              <a:t>Prevent </a:t>
            </a:r>
            <a:r>
              <a:rPr lang="en-US" b="1" dirty="0"/>
              <a:t>hallucinations or irrelevant responses</a:t>
            </a:r>
            <a:endParaRPr lang="en-US" dirty="0"/>
          </a:p>
          <a:p>
            <a:pPr>
              <a:buFont typeface="Arial" panose="020B0604020202020204" pitchFamily="34" charset="0"/>
              <a:buChar char="•"/>
            </a:pPr>
            <a:r>
              <a:rPr lang="en-US" dirty="0"/>
              <a:t>Redact </a:t>
            </a:r>
            <a:r>
              <a:rPr lang="en-US" b="1" dirty="0"/>
              <a:t>sensitive or unsafe information</a:t>
            </a:r>
            <a:endParaRPr lang="en-US" dirty="0"/>
          </a:p>
          <a:p>
            <a:pPr>
              <a:buFont typeface="Arial" panose="020B0604020202020204" pitchFamily="34" charset="0"/>
              <a:buChar char="•"/>
            </a:pPr>
            <a:r>
              <a:rPr lang="en-US" dirty="0"/>
              <a:t>Ensure </a:t>
            </a:r>
            <a:r>
              <a:rPr lang="en-US" b="1" dirty="0"/>
              <a:t>policy and business rule adherence</a:t>
            </a:r>
            <a:endParaRPr lang="en-US" dirty="0"/>
          </a:p>
          <a:p>
            <a:pPr>
              <a:buNone/>
            </a:pPr>
            <a:r>
              <a:rPr lang="en-US" b="1" dirty="0"/>
              <a:t>Customer Support Example</a:t>
            </a:r>
          </a:p>
          <a:p>
            <a:pPr>
              <a:buNone/>
            </a:pPr>
            <a:r>
              <a:rPr lang="en-US" dirty="0"/>
              <a:t>If the agent outputs something irrelevant (such as an apology without status details, or worse, a hallucination), we would want the system to intercept it before it reaches the customer.</a:t>
            </a:r>
            <a:endParaRPr lang="en-PK" dirty="0"/>
          </a:p>
        </p:txBody>
      </p:sp>
    </p:spTree>
    <p:extLst>
      <p:ext uri="{BB962C8B-B14F-4D97-AF65-F5344CB8AC3E}">
        <p14:creationId xmlns:p14="http://schemas.microsoft.com/office/powerpoint/2010/main" val="3984516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ADBE9-669A-C2C9-2774-C14EF2143373}"/>
              </a:ext>
            </a:extLst>
          </p:cNvPr>
          <p:cNvSpPr>
            <a:spLocks noGrp="1"/>
          </p:cNvSpPr>
          <p:nvPr>
            <p:ph type="title"/>
          </p:nvPr>
        </p:nvSpPr>
        <p:spPr/>
        <p:txBody>
          <a:bodyPr/>
          <a:lstStyle/>
          <a:p>
            <a:r>
              <a:rPr lang="en-US" dirty="0"/>
              <a:t>Output guardrails</a:t>
            </a:r>
            <a:endParaRPr lang="en-PK" dirty="0"/>
          </a:p>
        </p:txBody>
      </p:sp>
      <p:sp>
        <p:nvSpPr>
          <p:cNvPr id="3" name="Content Placeholder 2">
            <a:extLst>
              <a:ext uri="{FF2B5EF4-FFF2-40B4-BE49-F238E27FC236}">
                <a16:creationId xmlns:a16="http://schemas.microsoft.com/office/drawing/2014/main" id="{D770D7BE-1610-CC68-AFAA-C0C3D437E2F1}"/>
              </a:ext>
            </a:extLst>
          </p:cNvPr>
          <p:cNvSpPr>
            <a:spLocks noGrp="1"/>
          </p:cNvSpPr>
          <p:nvPr>
            <p:ph idx="1"/>
          </p:nvPr>
        </p:nvSpPr>
        <p:spPr/>
        <p:txBody>
          <a:bodyPr>
            <a:normAutofit fontScale="70000" lnSpcReduction="20000"/>
          </a:bodyPr>
          <a:lstStyle/>
          <a:p>
            <a:pPr>
              <a:buNone/>
            </a:pPr>
            <a:r>
              <a:rPr lang="en-US" b="1" dirty="0"/>
              <a:t>How Output Guardrails Work</a:t>
            </a:r>
          </a:p>
          <a:p>
            <a:pPr>
              <a:buFont typeface="+mj-lt"/>
              <a:buAutoNum type="arabicPeriod"/>
            </a:pPr>
            <a:r>
              <a:rPr lang="en-US" dirty="0"/>
              <a:t>Agent generates a response</a:t>
            </a:r>
          </a:p>
          <a:p>
            <a:pPr>
              <a:buFont typeface="+mj-lt"/>
              <a:buAutoNum type="arabicPeriod"/>
            </a:pPr>
            <a:r>
              <a:rPr lang="en-US" dirty="0"/>
              <a:t>Output guardrail function is invoked</a:t>
            </a:r>
          </a:p>
          <a:p>
            <a:pPr>
              <a:buFont typeface="+mj-lt"/>
              <a:buAutoNum type="arabicPeriod"/>
            </a:pPr>
            <a:r>
              <a:rPr lang="en-US" dirty="0"/>
              <a:t>Guardrail evaluates the response</a:t>
            </a:r>
          </a:p>
          <a:p>
            <a:pPr>
              <a:buFont typeface="+mj-lt"/>
              <a:buAutoNum type="arabicPeriod"/>
            </a:pPr>
            <a:r>
              <a:rPr lang="en-PK" dirty="0"/>
              <a:t> </a:t>
            </a:r>
            <a:r>
              <a:rPr lang="en-US" dirty="0"/>
              <a:t>Either Tripwire triggered → response blocked</a:t>
            </a:r>
          </a:p>
          <a:p>
            <a:pPr marL="0" indent="0">
              <a:buNone/>
            </a:pPr>
            <a:r>
              <a:rPr lang="en-US"/>
              <a:t>     Or Passes </a:t>
            </a:r>
            <a:r>
              <a:rPr lang="en-US" dirty="0"/>
              <a:t>→ response sent to user</a:t>
            </a:r>
          </a:p>
          <a:p>
            <a:pPr>
              <a:buNone/>
            </a:pPr>
            <a:endParaRPr lang="en-US" dirty="0"/>
          </a:p>
          <a:p>
            <a:pPr>
              <a:buNone/>
            </a:pPr>
            <a:r>
              <a:rPr lang="en-US" b="1" dirty="0"/>
              <a:t>Technical Notes (OpenAI Agents SDK)</a:t>
            </a:r>
          </a:p>
          <a:p>
            <a:pPr>
              <a:buFont typeface="Arial" panose="020B0604020202020204" pitchFamily="34" charset="0"/>
              <a:buChar char="•"/>
            </a:pPr>
            <a:r>
              <a:rPr lang="en-US" dirty="0"/>
              <a:t>Implemented as a </a:t>
            </a:r>
            <a:r>
              <a:rPr lang="en-US" b="1" dirty="0"/>
              <a:t>guardrail function</a:t>
            </a:r>
            <a:endParaRPr lang="en-US" dirty="0"/>
          </a:p>
          <a:p>
            <a:pPr>
              <a:buFont typeface="Arial" panose="020B0604020202020204" pitchFamily="34" charset="0"/>
              <a:buChar char="•"/>
            </a:pPr>
            <a:r>
              <a:rPr lang="en-US" dirty="0"/>
              <a:t>Returns </a:t>
            </a:r>
            <a:r>
              <a:rPr lang="en-US" dirty="0" err="1">
                <a:latin typeface="Courier New" panose="02070309020205020404" pitchFamily="49" charset="0"/>
              </a:rPr>
              <a:t>GuardrailFunctionOutput</a:t>
            </a:r>
            <a:endParaRPr lang="en-US" dirty="0"/>
          </a:p>
          <a:p>
            <a:pPr>
              <a:buFont typeface="Arial" panose="020B0604020202020204" pitchFamily="34" charset="0"/>
              <a:buChar char="•"/>
            </a:pPr>
            <a:r>
              <a:rPr lang="en-US" dirty="0"/>
              <a:t>If </a:t>
            </a:r>
            <a:r>
              <a:rPr lang="en-US" dirty="0" err="1">
                <a:latin typeface="Courier New" panose="02070309020205020404" pitchFamily="49" charset="0"/>
              </a:rPr>
              <a:t>output_type</a:t>
            </a:r>
            <a:r>
              <a:rPr lang="en-US" dirty="0"/>
              <a:t> is defined:</a:t>
            </a:r>
          </a:p>
          <a:p>
            <a:pPr marL="742950" lvl="1" indent="-285750">
              <a:buFont typeface="Arial" panose="020B0604020202020204" pitchFamily="34" charset="0"/>
              <a:buChar char="•"/>
            </a:pPr>
            <a:r>
              <a:rPr lang="en-US" dirty="0"/>
              <a:t>Guardrail receives a </a:t>
            </a:r>
            <a:r>
              <a:rPr lang="en-US" b="1" dirty="0"/>
              <a:t>structured object</a:t>
            </a:r>
            <a:endParaRPr lang="en-US" dirty="0"/>
          </a:p>
          <a:p>
            <a:pPr marL="742950" lvl="1" indent="-285750">
              <a:buFont typeface="Arial" panose="020B0604020202020204" pitchFamily="34" charset="0"/>
              <a:buChar char="•"/>
            </a:pPr>
            <a:r>
              <a:rPr lang="en-US" dirty="0"/>
              <a:t>Enables precise field-level validation</a:t>
            </a:r>
          </a:p>
          <a:p>
            <a:endParaRPr lang="en-PK" dirty="0"/>
          </a:p>
        </p:txBody>
      </p:sp>
    </p:spTree>
    <p:extLst>
      <p:ext uri="{BB962C8B-B14F-4D97-AF65-F5344CB8AC3E}">
        <p14:creationId xmlns:p14="http://schemas.microsoft.com/office/powerpoint/2010/main" val="1549577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2BFE1-7853-1534-B20C-9A594C3E165B}"/>
              </a:ext>
            </a:extLst>
          </p:cNvPr>
          <p:cNvSpPr>
            <a:spLocks noGrp="1"/>
          </p:cNvSpPr>
          <p:nvPr>
            <p:ph type="title"/>
          </p:nvPr>
        </p:nvSpPr>
        <p:spPr/>
        <p:txBody>
          <a:bodyPr/>
          <a:lstStyle/>
          <a:p>
            <a:r>
              <a:rPr lang="en-US" dirty="0"/>
              <a:t>Example: guardrail_agent.py </a:t>
            </a:r>
            <a:endParaRPr lang="en-PK" dirty="0"/>
          </a:p>
        </p:txBody>
      </p:sp>
      <p:pic>
        <p:nvPicPr>
          <p:cNvPr id="6" name="Content Placeholder 5">
            <a:extLst>
              <a:ext uri="{FF2B5EF4-FFF2-40B4-BE49-F238E27FC236}">
                <a16:creationId xmlns:a16="http://schemas.microsoft.com/office/drawing/2014/main" id="{A47302E3-619D-F5DC-DB81-5FBA43DBEC42}"/>
              </a:ext>
            </a:extLst>
          </p:cNvPr>
          <p:cNvPicPr>
            <a:picLocks noGrp="1" noChangeAspect="1"/>
          </p:cNvPicPr>
          <p:nvPr>
            <p:ph idx="1"/>
          </p:nvPr>
        </p:nvPicPr>
        <p:blipFill>
          <a:blip r:embed="rId2"/>
          <a:stretch>
            <a:fillRect/>
          </a:stretch>
        </p:blipFill>
        <p:spPr>
          <a:xfrm>
            <a:off x="1010915" y="1690688"/>
            <a:ext cx="5915851" cy="1295581"/>
          </a:xfrm>
          <a:prstGeom prst="rect">
            <a:avLst/>
          </a:prstGeom>
        </p:spPr>
      </p:pic>
      <p:pic>
        <p:nvPicPr>
          <p:cNvPr id="10" name="Picture 9">
            <a:extLst>
              <a:ext uri="{FF2B5EF4-FFF2-40B4-BE49-F238E27FC236}">
                <a16:creationId xmlns:a16="http://schemas.microsoft.com/office/drawing/2014/main" id="{5705624E-B1E8-57F1-8EE5-71F00D2FCE7A}"/>
              </a:ext>
            </a:extLst>
          </p:cNvPr>
          <p:cNvPicPr>
            <a:picLocks noChangeAspect="1"/>
          </p:cNvPicPr>
          <p:nvPr/>
        </p:nvPicPr>
        <p:blipFill>
          <a:blip r:embed="rId3"/>
          <a:stretch>
            <a:fillRect/>
          </a:stretch>
        </p:blipFill>
        <p:spPr>
          <a:xfrm>
            <a:off x="925242" y="3151988"/>
            <a:ext cx="7754432" cy="2962688"/>
          </a:xfrm>
          <a:prstGeom prst="rect">
            <a:avLst/>
          </a:prstGeom>
        </p:spPr>
      </p:pic>
    </p:spTree>
    <p:extLst>
      <p:ext uri="{BB962C8B-B14F-4D97-AF65-F5344CB8AC3E}">
        <p14:creationId xmlns:p14="http://schemas.microsoft.com/office/powerpoint/2010/main" val="28556803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987A6-A04A-6F0C-37C6-9F5DE54DC8E8}"/>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D0D0D851-9113-0F20-BFCE-1F75F93CBDAC}"/>
              </a:ext>
            </a:extLst>
          </p:cNvPr>
          <p:cNvSpPr>
            <a:spLocks noGrp="1"/>
          </p:cNvSpPr>
          <p:nvPr>
            <p:ph idx="1"/>
          </p:nvPr>
        </p:nvSpPr>
        <p:spPr/>
        <p:txBody>
          <a:bodyPr/>
          <a:lstStyle/>
          <a:p>
            <a:endParaRPr lang="en-PK" dirty="0"/>
          </a:p>
        </p:txBody>
      </p:sp>
      <p:pic>
        <p:nvPicPr>
          <p:cNvPr id="5" name="Picture 4">
            <a:extLst>
              <a:ext uri="{FF2B5EF4-FFF2-40B4-BE49-F238E27FC236}">
                <a16:creationId xmlns:a16="http://schemas.microsoft.com/office/drawing/2014/main" id="{A7EDD34A-18B9-2A95-1A26-A6C85AC40AC3}"/>
              </a:ext>
            </a:extLst>
          </p:cNvPr>
          <p:cNvPicPr>
            <a:picLocks noChangeAspect="1"/>
          </p:cNvPicPr>
          <p:nvPr/>
        </p:nvPicPr>
        <p:blipFill>
          <a:blip r:embed="rId2"/>
          <a:stretch>
            <a:fillRect/>
          </a:stretch>
        </p:blipFill>
        <p:spPr>
          <a:xfrm>
            <a:off x="838200" y="942628"/>
            <a:ext cx="8640381" cy="4972744"/>
          </a:xfrm>
          <a:prstGeom prst="rect">
            <a:avLst/>
          </a:prstGeom>
        </p:spPr>
      </p:pic>
    </p:spTree>
    <p:extLst>
      <p:ext uri="{BB962C8B-B14F-4D97-AF65-F5344CB8AC3E}">
        <p14:creationId xmlns:p14="http://schemas.microsoft.com/office/powerpoint/2010/main" val="32901753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A56C0-7732-08B8-89C8-D47E7A8F343C}"/>
              </a:ext>
            </a:extLst>
          </p:cNvPr>
          <p:cNvSpPr>
            <a:spLocks noGrp="1"/>
          </p:cNvSpPr>
          <p:nvPr>
            <p:ph type="title"/>
          </p:nvPr>
        </p:nvSpPr>
        <p:spPr/>
        <p:txBody>
          <a:bodyPr/>
          <a:lstStyle/>
          <a:p>
            <a:endParaRPr lang="en-PK"/>
          </a:p>
        </p:txBody>
      </p:sp>
      <p:pic>
        <p:nvPicPr>
          <p:cNvPr id="6" name="Content Placeholder 5">
            <a:extLst>
              <a:ext uri="{FF2B5EF4-FFF2-40B4-BE49-F238E27FC236}">
                <a16:creationId xmlns:a16="http://schemas.microsoft.com/office/drawing/2014/main" id="{5170A9D8-C7B5-D16E-5FE3-7FFBAC001BE9}"/>
              </a:ext>
            </a:extLst>
          </p:cNvPr>
          <p:cNvPicPr>
            <a:picLocks noGrp="1" noChangeAspect="1"/>
          </p:cNvPicPr>
          <p:nvPr>
            <p:ph idx="1"/>
          </p:nvPr>
        </p:nvPicPr>
        <p:blipFill>
          <a:blip r:embed="rId2"/>
          <a:stretch>
            <a:fillRect/>
          </a:stretch>
        </p:blipFill>
        <p:spPr>
          <a:xfrm>
            <a:off x="1632871" y="3712858"/>
            <a:ext cx="6986622" cy="2780017"/>
          </a:xfrm>
          <a:prstGeom prst="rect">
            <a:avLst/>
          </a:prstGeom>
        </p:spPr>
      </p:pic>
      <p:pic>
        <p:nvPicPr>
          <p:cNvPr id="5" name="Picture 4">
            <a:extLst>
              <a:ext uri="{FF2B5EF4-FFF2-40B4-BE49-F238E27FC236}">
                <a16:creationId xmlns:a16="http://schemas.microsoft.com/office/drawing/2014/main" id="{C0D4D783-DCA2-EB23-911A-84CCA791F9B3}"/>
              </a:ext>
            </a:extLst>
          </p:cNvPr>
          <p:cNvPicPr>
            <a:picLocks noChangeAspect="1"/>
          </p:cNvPicPr>
          <p:nvPr/>
        </p:nvPicPr>
        <p:blipFill>
          <a:blip r:embed="rId3"/>
          <a:stretch>
            <a:fillRect/>
          </a:stretch>
        </p:blipFill>
        <p:spPr>
          <a:xfrm>
            <a:off x="927410" y="263332"/>
            <a:ext cx="6830378" cy="3286584"/>
          </a:xfrm>
          <a:prstGeom prst="rect">
            <a:avLst/>
          </a:prstGeom>
        </p:spPr>
      </p:pic>
    </p:spTree>
    <p:extLst>
      <p:ext uri="{BB962C8B-B14F-4D97-AF65-F5344CB8AC3E}">
        <p14:creationId xmlns:p14="http://schemas.microsoft.com/office/powerpoint/2010/main" val="22312507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BAA8D-06E2-DFAE-DE26-F010A662BC19}"/>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4335E0C8-D29C-E48C-9E44-EE859C1E8F1E}"/>
              </a:ext>
            </a:extLst>
          </p:cNvPr>
          <p:cNvSpPr>
            <a:spLocks noGrp="1"/>
          </p:cNvSpPr>
          <p:nvPr>
            <p:ph idx="1"/>
          </p:nvPr>
        </p:nvSpPr>
        <p:spPr/>
        <p:txBody>
          <a:bodyPr/>
          <a:lstStyle/>
          <a:p>
            <a:endParaRPr lang="en-PK"/>
          </a:p>
        </p:txBody>
      </p:sp>
      <p:pic>
        <p:nvPicPr>
          <p:cNvPr id="7" name="Picture 6">
            <a:extLst>
              <a:ext uri="{FF2B5EF4-FFF2-40B4-BE49-F238E27FC236}">
                <a16:creationId xmlns:a16="http://schemas.microsoft.com/office/drawing/2014/main" id="{53C466C9-3DF2-DD54-BC1B-B2502D83B864}"/>
              </a:ext>
            </a:extLst>
          </p:cNvPr>
          <p:cNvPicPr>
            <a:picLocks noChangeAspect="1"/>
          </p:cNvPicPr>
          <p:nvPr/>
        </p:nvPicPr>
        <p:blipFill>
          <a:blip r:embed="rId3"/>
          <a:stretch>
            <a:fillRect/>
          </a:stretch>
        </p:blipFill>
        <p:spPr>
          <a:xfrm>
            <a:off x="1690072" y="375811"/>
            <a:ext cx="8811855" cy="6106377"/>
          </a:xfrm>
          <a:prstGeom prst="rect">
            <a:avLst/>
          </a:prstGeom>
        </p:spPr>
      </p:pic>
    </p:spTree>
    <p:extLst>
      <p:ext uri="{BB962C8B-B14F-4D97-AF65-F5344CB8AC3E}">
        <p14:creationId xmlns:p14="http://schemas.microsoft.com/office/powerpoint/2010/main" val="26447743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97B54-06BA-0CFB-E0DD-5F963BA7D215}"/>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1B58741A-C59A-0F9A-43C0-370935DDA641}"/>
              </a:ext>
            </a:extLst>
          </p:cNvPr>
          <p:cNvSpPr>
            <a:spLocks noGrp="1"/>
          </p:cNvSpPr>
          <p:nvPr>
            <p:ph idx="1"/>
          </p:nvPr>
        </p:nvSpPr>
        <p:spPr/>
        <p:txBody>
          <a:bodyPr/>
          <a:lstStyle/>
          <a:p>
            <a:endParaRPr lang="en-PK" dirty="0"/>
          </a:p>
        </p:txBody>
      </p:sp>
      <p:pic>
        <p:nvPicPr>
          <p:cNvPr id="5" name="Picture 4">
            <a:extLst>
              <a:ext uri="{FF2B5EF4-FFF2-40B4-BE49-F238E27FC236}">
                <a16:creationId xmlns:a16="http://schemas.microsoft.com/office/drawing/2014/main" id="{E6288958-98F8-C39D-0711-E35C17264D9F}"/>
              </a:ext>
            </a:extLst>
          </p:cNvPr>
          <p:cNvPicPr>
            <a:picLocks noChangeAspect="1"/>
          </p:cNvPicPr>
          <p:nvPr/>
        </p:nvPicPr>
        <p:blipFill>
          <a:blip r:embed="rId2"/>
          <a:stretch>
            <a:fillRect/>
          </a:stretch>
        </p:blipFill>
        <p:spPr>
          <a:xfrm>
            <a:off x="939897" y="1885735"/>
            <a:ext cx="8945223" cy="1543265"/>
          </a:xfrm>
          <a:prstGeom prst="rect">
            <a:avLst/>
          </a:prstGeom>
        </p:spPr>
      </p:pic>
    </p:spTree>
    <p:extLst>
      <p:ext uri="{BB962C8B-B14F-4D97-AF65-F5344CB8AC3E}">
        <p14:creationId xmlns:p14="http://schemas.microsoft.com/office/powerpoint/2010/main" val="30651030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895EF-9FA2-DC94-79DF-1C334561BA50}"/>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FBDF562E-A09A-E799-0254-51DF68615052}"/>
              </a:ext>
            </a:extLst>
          </p:cNvPr>
          <p:cNvSpPr>
            <a:spLocks noGrp="1"/>
          </p:cNvSpPr>
          <p:nvPr>
            <p:ph idx="1"/>
          </p:nvPr>
        </p:nvSpPr>
        <p:spPr/>
        <p:txBody>
          <a:bodyPr/>
          <a:lstStyle/>
          <a:p>
            <a:endParaRPr lang="en-PK"/>
          </a:p>
        </p:txBody>
      </p:sp>
      <p:pic>
        <p:nvPicPr>
          <p:cNvPr id="4" name="Picture 3">
            <a:extLst>
              <a:ext uri="{FF2B5EF4-FFF2-40B4-BE49-F238E27FC236}">
                <a16:creationId xmlns:a16="http://schemas.microsoft.com/office/drawing/2014/main" id="{ACB546ED-2DBC-4FA7-BD4E-9CFD2F17B4EC}"/>
              </a:ext>
            </a:extLst>
          </p:cNvPr>
          <p:cNvPicPr>
            <a:picLocks noChangeAspect="1"/>
          </p:cNvPicPr>
          <p:nvPr/>
        </p:nvPicPr>
        <p:blipFill>
          <a:blip r:embed="rId2"/>
          <a:stretch>
            <a:fillRect/>
          </a:stretch>
        </p:blipFill>
        <p:spPr>
          <a:xfrm>
            <a:off x="3695700" y="571500"/>
            <a:ext cx="4800600" cy="5715000"/>
          </a:xfrm>
          <a:prstGeom prst="rect">
            <a:avLst/>
          </a:prstGeom>
        </p:spPr>
      </p:pic>
    </p:spTree>
    <p:extLst>
      <p:ext uri="{BB962C8B-B14F-4D97-AF65-F5344CB8AC3E}">
        <p14:creationId xmlns:p14="http://schemas.microsoft.com/office/powerpoint/2010/main" val="30000536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668</TotalTime>
  <Words>1403</Words>
  <Application>Microsoft Office PowerPoint</Application>
  <PresentationFormat>Widescreen</PresentationFormat>
  <Paragraphs>134</Paragraphs>
  <Slides>35</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Aptos</vt:lpstr>
      <vt:lpstr>Aptos Display</vt:lpstr>
      <vt:lpstr>Arial</vt:lpstr>
      <vt:lpstr>Courier New</vt:lpstr>
      <vt:lpstr>Crimson Pro ExtraLight</vt:lpstr>
      <vt:lpstr>Office Theme</vt:lpstr>
      <vt:lpstr>Agent System Management</vt:lpstr>
      <vt:lpstr>Managing &amp; Observing Agentic Systems</vt:lpstr>
      <vt:lpstr>Learning outcome</vt:lpstr>
      <vt:lpstr>Agent visualization</vt:lpstr>
      <vt:lpstr>PowerPoint Presentation</vt:lpstr>
      <vt:lpstr>PowerPoint Presentation</vt:lpstr>
      <vt:lpstr>PowerPoint Presentation</vt:lpstr>
      <vt:lpstr>PowerPoint Presentation</vt:lpstr>
      <vt:lpstr>PowerPoint Presentation</vt:lpstr>
      <vt:lpstr>Guardrails</vt:lpstr>
      <vt:lpstr>Guardrail Execution Pattern</vt:lpstr>
      <vt:lpstr>Input guardrails</vt:lpstr>
      <vt:lpstr>input_guardrail.py</vt:lpstr>
      <vt:lpstr>PowerPoint Presentation</vt:lpstr>
      <vt:lpstr>PowerPoint Presentation</vt:lpstr>
      <vt:lpstr>PowerPoint Presentation</vt:lpstr>
      <vt:lpstr>PowerPoint Presentation</vt:lpstr>
      <vt:lpstr>PowerPoint Presentation</vt:lpstr>
      <vt:lpstr>PowerPoint Presentation</vt:lpstr>
      <vt:lpstr>Smarter Input Guardrails Using an Agent</vt:lpstr>
      <vt:lpstr>input_guardrail_agent.py</vt:lpstr>
      <vt:lpstr>PowerPoint Presentation</vt:lpstr>
      <vt:lpstr>PowerPoint Presentation</vt:lpstr>
      <vt:lpstr>PowerPoint Presentation</vt:lpstr>
      <vt:lpstr>PowerPoint Presentation</vt:lpstr>
      <vt:lpstr>PowerPoint Presentation</vt:lpstr>
      <vt:lpstr>PowerPoint Presentation</vt:lpstr>
      <vt:lpstr>Output guardrails</vt:lpstr>
      <vt:lpstr>Output guardrails</vt:lpstr>
      <vt:lpstr>Example: guardrail_agent.py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 Muhammad Abdul Qayum</dc:creator>
  <cp:lastModifiedBy>Dr. Muhammad Abdul Qayum</cp:lastModifiedBy>
  <cp:revision>1</cp:revision>
  <dcterms:created xsi:type="dcterms:W3CDTF">2025-12-29T12:03:50Z</dcterms:created>
  <dcterms:modified xsi:type="dcterms:W3CDTF">2026-01-06T11:10:04Z</dcterms:modified>
</cp:coreProperties>
</file>