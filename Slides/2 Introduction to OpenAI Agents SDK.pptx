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7" r:id="rId3"/>
    <p:sldId id="258" r:id="rId4"/>
    <p:sldId id="259" r:id="rId5"/>
    <p:sldId id="260" r:id="rId6"/>
    <p:sldId id="261" r:id="rId7"/>
    <p:sldId id="263" r:id="rId8"/>
    <p:sldId id="262" r:id="rId9"/>
    <p:sldId id="264" r:id="rId10"/>
    <p:sldId id="266" r:id="rId11"/>
    <p:sldId id="265"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2" r:id="rId29"/>
    <p:sldId id="292" r:id="rId30"/>
    <p:sldId id="293" r:id="rId31"/>
    <p:sldId id="294" r:id="rId32"/>
    <p:sldId id="284" r:id="rId33"/>
    <p:sldId id="285" r:id="rId34"/>
    <p:sldId id="286" r:id="rId35"/>
    <p:sldId id="287" r:id="rId36"/>
    <p:sldId id="288" r:id="rId37"/>
    <p:sldId id="289" r:id="rId38"/>
    <p:sldId id="290" r:id="rId39"/>
    <p:sldId id="291" r:id="rId40"/>
    <p:sldId id="295" r:id="rId4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F1A1BC9-CA5C-4DFA-B36A-CCD8A81B2AE9}">
          <p14:sldIdLst>
            <p14:sldId id="256"/>
            <p14:sldId id="257"/>
          </p14:sldIdLst>
        </p14:section>
        <p14:section name="Design features of OpenAI Agents SDK" id="{F6AB8A6A-F887-442D-AE74-028014B1CF16}">
          <p14:sldIdLst>
            <p14:sldId id="258"/>
            <p14:sldId id="259"/>
            <p14:sldId id="260"/>
            <p14:sldId id="261"/>
            <p14:sldId id="263"/>
            <p14:sldId id="262"/>
            <p14:sldId id="264"/>
            <p14:sldId id="266"/>
            <p14:sldId id="265"/>
            <p14:sldId id="267"/>
            <p14:sldId id="268"/>
          </p14:sldIdLst>
        </p14:section>
        <p14:section name="Core primitives" id="{F774944A-1499-4284-AC7C-5331D93FEAAE}">
          <p14:sldIdLst>
            <p14:sldId id="269"/>
            <p14:sldId id="270"/>
            <p14:sldId id="271"/>
            <p14:sldId id="272"/>
            <p14:sldId id="273"/>
            <p14:sldId id="274"/>
            <p14:sldId id="275"/>
            <p14:sldId id="276"/>
            <p14:sldId id="277"/>
            <p14:sldId id="278"/>
            <p14:sldId id="279"/>
            <p14:sldId id="280"/>
            <p14:sldId id="281"/>
            <p14:sldId id="283"/>
            <p14:sldId id="282"/>
            <p14:sldId id="292"/>
            <p14:sldId id="293"/>
            <p14:sldId id="294"/>
            <p14:sldId id="284"/>
            <p14:sldId id="285"/>
            <p14:sldId id="286"/>
            <p14:sldId id="287"/>
            <p14:sldId id="288"/>
            <p14:sldId id="289"/>
            <p14:sldId id="290"/>
            <p14:sldId id="291"/>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362F0A-2AEC-4A7C-8ACB-48F811216916}" v="67" dt="2025-11-15T09:31:56.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6854" autoAdjust="0"/>
  </p:normalViewPr>
  <p:slideViewPr>
    <p:cSldViewPr snapToGrid="0">
      <p:cViewPr varScale="1">
        <p:scale>
          <a:sx n="57" d="100"/>
          <a:sy n="57" d="100"/>
        </p:scale>
        <p:origin x="40"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Muhammad Abdul Qayum" userId="6f99b717-c1e2-49a4-bfbb-35fff60aea46" providerId="ADAL" clId="{F84136B0-B444-4051-A6EC-C9B7961F7407}"/>
    <pc:docChg chg="undo redo custSel addSld modSld sldOrd addSection modSection">
      <pc:chgData name="Dr. Muhammad Abdul Qayum" userId="6f99b717-c1e2-49a4-bfbb-35fff60aea46" providerId="ADAL" clId="{F84136B0-B444-4051-A6EC-C9B7961F7407}" dt="2025-12-05T09:56:59.205" v="560"/>
      <pc:docMkLst>
        <pc:docMk/>
      </pc:docMkLst>
      <pc:sldChg chg="modSp mod">
        <pc:chgData name="Dr. Muhammad Abdul Qayum" userId="6f99b717-c1e2-49a4-bfbb-35fff60aea46" providerId="ADAL" clId="{F84136B0-B444-4051-A6EC-C9B7961F7407}" dt="2025-11-15T05:41:22.106" v="97" actId="313"/>
        <pc:sldMkLst>
          <pc:docMk/>
          <pc:sldMk cId="3246241265" sldId="256"/>
        </pc:sldMkLst>
        <pc:spChg chg="mod">
          <ac:chgData name="Dr. Muhammad Abdul Qayum" userId="6f99b717-c1e2-49a4-bfbb-35fff60aea46" providerId="ADAL" clId="{F84136B0-B444-4051-A6EC-C9B7961F7407}" dt="2025-11-15T05:41:22.106" v="97" actId="313"/>
          <ac:spMkLst>
            <pc:docMk/>
            <pc:sldMk cId="3246241265" sldId="256"/>
            <ac:spMk id="3" creationId="{49EDBD68-2728-EFC3-9E1E-683D8CC8FF8E}"/>
          </ac:spMkLst>
        </pc:spChg>
      </pc:sldChg>
      <pc:sldChg chg="addSp modSp mod">
        <pc:chgData name="Dr. Muhammad Abdul Qayum" userId="6f99b717-c1e2-49a4-bfbb-35fff60aea46" providerId="ADAL" clId="{F84136B0-B444-4051-A6EC-C9B7961F7407}" dt="2025-11-15T05:40:36.013" v="11" actId="1076"/>
        <pc:sldMkLst>
          <pc:docMk/>
          <pc:sldMk cId="1151776925" sldId="257"/>
        </pc:sldMkLst>
        <pc:spChg chg="mod">
          <ac:chgData name="Dr. Muhammad Abdul Qayum" userId="6f99b717-c1e2-49a4-bfbb-35fff60aea46" providerId="ADAL" clId="{F84136B0-B444-4051-A6EC-C9B7961F7407}" dt="2025-11-15T05:38:54.079" v="7" actId="20577"/>
          <ac:spMkLst>
            <pc:docMk/>
            <pc:sldMk cId="1151776925" sldId="257"/>
            <ac:spMk id="2" creationId="{3384319B-61B1-6264-5319-C9026E7303CC}"/>
          </ac:spMkLst>
        </pc:spChg>
        <pc:spChg chg="mod">
          <ac:chgData name="Dr. Muhammad Abdul Qayum" userId="6f99b717-c1e2-49a4-bfbb-35fff60aea46" providerId="ADAL" clId="{F84136B0-B444-4051-A6EC-C9B7961F7407}" dt="2025-11-15T05:39:39.868" v="8"/>
          <ac:spMkLst>
            <pc:docMk/>
            <pc:sldMk cId="1151776925" sldId="257"/>
            <ac:spMk id="3" creationId="{86CDB937-889A-9996-1BF0-2277F8993A6D}"/>
          </ac:spMkLst>
        </pc:spChg>
        <pc:spChg chg="add mod">
          <ac:chgData name="Dr. Muhammad Abdul Qayum" userId="6f99b717-c1e2-49a4-bfbb-35fff60aea46" providerId="ADAL" clId="{F84136B0-B444-4051-A6EC-C9B7961F7407}" dt="2025-11-15T05:40:36.013" v="11" actId="1076"/>
          <ac:spMkLst>
            <pc:docMk/>
            <pc:sldMk cId="1151776925" sldId="257"/>
            <ac:spMk id="5" creationId="{DE015DB7-E714-F4F7-2FAA-24A927997C86}"/>
          </ac:spMkLst>
        </pc:spChg>
      </pc:sldChg>
      <pc:sldChg chg="addSp delSp modSp new mod modClrScheme chgLayout">
        <pc:chgData name="Dr. Muhammad Abdul Qayum" userId="6f99b717-c1e2-49a4-bfbb-35fff60aea46" providerId="ADAL" clId="{F84136B0-B444-4051-A6EC-C9B7961F7407}" dt="2025-11-15T06:10:02.644" v="103"/>
        <pc:sldMkLst>
          <pc:docMk/>
          <pc:sldMk cId="2629813118" sldId="258"/>
        </pc:sldMkLst>
        <pc:spChg chg="add mod ord">
          <ac:chgData name="Dr. Muhammad Abdul Qayum" userId="6f99b717-c1e2-49a4-bfbb-35fff60aea46" providerId="ADAL" clId="{F84136B0-B444-4051-A6EC-C9B7961F7407}" dt="2025-11-15T05:55:59.077" v="102"/>
          <ac:spMkLst>
            <pc:docMk/>
            <pc:sldMk cId="2629813118" sldId="258"/>
            <ac:spMk id="4" creationId="{65198633-4148-D2DC-1176-D4A093277E4B}"/>
          </ac:spMkLst>
        </pc:spChg>
        <pc:spChg chg="add mod ord">
          <ac:chgData name="Dr. Muhammad Abdul Qayum" userId="6f99b717-c1e2-49a4-bfbb-35fff60aea46" providerId="ADAL" clId="{F84136B0-B444-4051-A6EC-C9B7961F7407}" dt="2025-11-15T06:10:02.644" v="103"/>
          <ac:spMkLst>
            <pc:docMk/>
            <pc:sldMk cId="2629813118" sldId="258"/>
            <ac:spMk id="5" creationId="{F5B0187B-60AE-3AF1-4BBA-6FFFE57388CF}"/>
          </ac:spMkLst>
        </pc:spChg>
      </pc:sldChg>
      <pc:sldChg chg="addSp delSp modSp new mod">
        <pc:chgData name="Dr. Muhammad Abdul Qayum" userId="6f99b717-c1e2-49a4-bfbb-35fff60aea46" providerId="ADAL" clId="{F84136B0-B444-4051-A6EC-C9B7961F7407}" dt="2025-11-15T06:17:40.693" v="125" actId="20577"/>
        <pc:sldMkLst>
          <pc:docMk/>
          <pc:sldMk cId="3510294941" sldId="259"/>
        </pc:sldMkLst>
        <pc:spChg chg="mod">
          <ac:chgData name="Dr. Muhammad Abdul Qayum" userId="6f99b717-c1e2-49a4-bfbb-35fff60aea46" providerId="ADAL" clId="{F84136B0-B444-4051-A6EC-C9B7961F7407}" dt="2025-11-15T06:10:27.673" v="104"/>
          <ac:spMkLst>
            <pc:docMk/>
            <pc:sldMk cId="3510294941" sldId="259"/>
            <ac:spMk id="2" creationId="{639AE39C-57E5-5B0C-26C6-1010D4A864DC}"/>
          </ac:spMkLst>
        </pc:spChg>
        <pc:spChg chg="add mod">
          <ac:chgData name="Dr. Muhammad Abdul Qayum" userId="6f99b717-c1e2-49a4-bfbb-35fff60aea46" providerId="ADAL" clId="{F84136B0-B444-4051-A6EC-C9B7961F7407}" dt="2025-11-15T06:17:40.693" v="125" actId="20577"/>
          <ac:spMkLst>
            <pc:docMk/>
            <pc:sldMk cId="3510294941" sldId="259"/>
            <ac:spMk id="4" creationId="{28085D1B-6F24-2B25-31C4-398C08DC4B76}"/>
          </ac:spMkLst>
        </pc:spChg>
      </pc:sldChg>
      <pc:sldChg chg="addSp modSp add mod modNotesTx">
        <pc:chgData name="Dr. Muhammad Abdul Qayum" userId="6f99b717-c1e2-49a4-bfbb-35fff60aea46" providerId="ADAL" clId="{F84136B0-B444-4051-A6EC-C9B7961F7407}" dt="2025-11-15T06:21:38.013" v="132" actId="20577"/>
        <pc:sldMkLst>
          <pc:docMk/>
          <pc:sldMk cId="2878454763" sldId="260"/>
        </pc:sldMkLst>
        <pc:spChg chg="mod">
          <ac:chgData name="Dr. Muhammad Abdul Qayum" userId="6f99b717-c1e2-49a4-bfbb-35fff60aea46" providerId="ADAL" clId="{F84136B0-B444-4051-A6EC-C9B7961F7407}" dt="2025-11-15T06:19:07.512" v="127" actId="14100"/>
          <ac:spMkLst>
            <pc:docMk/>
            <pc:sldMk cId="2878454763" sldId="260"/>
            <ac:spMk id="3" creationId="{7B67ABEF-2D08-3B84-0510-B06132E1DC65}"/>
          </ac:spMkLst>
        </pc:spChg>
        <pc:picChg chg="add mod">
          <ac:chgData name="Dr. Muhammad Abdul Qayum" userId="6f99b717-c1e2-49a4-bfbb-35fff60aea46" providerId="ADAL" clId="{F84136B0-B444-4051-A6EC-C9B7961F7407}" dt="2025-11-15T06:19:15.351" v="129" actId="1076"/>
          <ac:picMkLst>
            <pc:docMk/>
            <pc:sldMk cId="2878454763" sldId="260"/>
            <ac:picMk id="5" creationId="{5EFE7A0F-2ACC-053F-8479-3F03FC8CF015}"/>
          </ac:picMkLst>
        </pc:picChg>
      </pc:sldChg>
      <pc:sldChg chg="addSp delSp modSp new mod">
        <pc:chgData name="Dr. Muhammad Abdul Qayum" userId="6f99b717-c1e2-49a4-bfbb-35fff60aea46" providerId="ADAL" clId="{F84136B0-B444-4051-A6EC-C9B7961F7407}" dt="2025-11-15T06:26:00.578" v="150" actId="6549"/>
        <pc:sldMkLst>
          <pc:docMk/>
          <pc:sldMk cId="1322517471" sldId="261"/>
        </pc:sldMkLst>
        <pc:spChg chg="mod">
          <ac:chgData name="Dr. Muhammad Abdul Qayum" userId="6f99b717-c1e2-49a4-bfbb-35fff60aea46" providerId="ADAL" clId="{F84136B0-B444-4051-A6EC-C9B7961F7407}" dt="2025-11-15T06:22:06.389" v="133"/>
          <ac:spMkLst>
            <pc:docMk/>
            <pc:sldMk cId="1322517471" sldId="261"/>
            <ac:spMk id="2" creationId="{3827E8C5-90B1-75F1-FD94-2CB5CBC84DF1}"/>
          </ac:spMkLst>
        </pc:spChg>
        <pc:spChg chg="add mod">
          <ac:chgData name="Dr. Muhammad Abdul Qayum" userId="6f99b717-c1e2-49a4-bfbb-35fff60aea46" providerId="ADAL" clId="{F84136B0-B444-4051-A6EC-C9B7961F7407}" dt="2025-11-15T06:26:00.578" v="150" actId="6549"/>
          <ac:spMkLst>
            <pc:docMk/>
            <pc:sldMk cId="1322517471" sldId="261"/>
            <ac:spMk id="4" creationId="{59739033-C95D-BE68-D288-7CFDE55ACF1A}"/>
          </ac:spMkLst>
        </pc:spChg>
      </pc:sldChg>
      <pc:sldChg chg="addSp modSp new mod">
        <pc:chgData name="Dr. Muhammad Abdul Qayum" userId="6f99b717-c1e2-49a4-bfbb-35fff60aea46" providerId="ADAL" clId="{F84136B0-B444-4051-A6EC-C9B7961F7407}" dt="2025-11-15T06:32:22.127" v="176" actId="167"/>
        <pc:sldMkLst>
          <pc:docMk/>
          <pc:sldMk cId="3073908050" sldId="262"/>
        </pc:sldMkLst>
        <pc:spChg chg="mod">
          <ac:chgData name="Dr. Muhammad Abdul Qayum" userId="6f99b717-c1e2-49a4-bfbb-35fff60aea46" providerId="ADAL" clId="{F84136B0-B444-4051-A6EC-C9B7961F7407}" dt="2025-11-15T06:29:27.726" v="161"/>
          <ac:spMkLst>
            <pc:docMk/>
            <pc:sldMk cId="3073908050" sldId="262"/>
            <ac:spMk id="2" creationId="{8D577FA9-4640-ED70-3932-5A28AB62C0F6}"/>
          </ac:spMkLst>
        </pc:spChg>
        <pc:spChg chg="mod">
          <ac:chgData name="Dr. Muhammad Abdul Qayum" userId="6f99b717-c1e2-49a4-bfbb-35fff60aea46" providerId="ADAL" clId="{F84136B0-B444-4051-A6EC-C9B7961F7407}" dt="2025-11-15T06:32:15.699" v="175" actId="14100"/>
          <ac:spMkLst>
            <pc:docMk/>
            <pc:sldMk cId="3073908050" sldId="262"/>
            <ac:spMk id="3" creationId="{D26551AC-F24E-FEC2-A9D9-720D4696EF30}"/>
          </ac:spMkLst>
        </pc:spChg>
        <pc:spChg chg="add mod">
          <ac:chgData name="Dr. Muhammad Abdul Qayum" userId="6f99b717-c1e2-49a4-bfbb-35fff60aea46" providerId="ADAL" clId="{F84136B0-B444-4051-A6EC-C9B7961F7407}" dt="2025-11-15T06:32:03.592" v="174" actId="1076"/>
          <ac:spMkLst>
            <pc:docMk/>
            <pc:sldMk cId="3073908050" sldId="262"/>
            <ac:spMk id="6" creationId="{31469E12-4229-AADA-D9AE-E688DF8DCCED}"/>
          </ac:spMkLst>
        </pc:spChg>
        <pc:picChg chg="add mod ord">
          <ac:chgData name="Dr. Muhammad Abdul Qayum" userId="6f99b717-c1e2-49a4-bfbb-35fff60aea46" providerId="ADAL" clId="{F84136B0-B444-4051-A6EC-C9B7961F7407}" dt="2025-11-15T06:32:22.127" v="176" actId="167"/>
          <ac:picMkLst>
            <pc:docMk/>
            <pc:sldMk cId="3073908050" sldId="262"/>
            <ac:picMk id="4" creationId="{9D22C966-89C0-A9EC-0740-D3F4F962C148}"/>
          </ac:picMkLst>
        </pc:picChg>
      </pc:sldChg>
      <pc:sldChg chg="addSp delSp modSp add mod">
        <pc:chgData name="Dr. Muhammad Abdul Qayum" userId="6f99b717-c1e2-49a4-bfbb-35fff60aea46" providerId="ADAL" clId="{F84136B0-B444-4051-A6EC-C9B7961F7407}" dt="2025-11-15T06:29:37.365" v="163" actId="1076"/>
        <pc:sldMkLst>
          <pc:docMk/>
          <pc:sldMk cId="761955551" sldId="263"/>
        </pc:sldMkLst>
        <pc:spChg chg="add mod">
          <ac:chgData name="Dr. Muhammad Abdul Qayum" userId="6f99b717-c1e2-49a4-bfbb-35fff60aea46" providerId="ADAL" clId="{F84136B0-B444-4051-A6EC-C9B7961F7407}" dt="2025-11-15T06:26:45.639" v="153" actId="478"/>
          <ac:spMkLst>
            <pc:docMk/>
            <pc:sldMk cId="761955551" sldId="263"/>
            <ac:spMk id="3" creationId="{B82EA375-E82F-D2C4-1032-B64B16057FD3}"/>
          </ac:spMkLst>
        </pc:spChg>
        <pc:spChg chg="add mod">
          <ac:chgData name="Dr. Muhammad Abdul Qayum" userId="6f99b717-c1e2-49a4-bfbb-35fff60aea46" providerId="ADAL" clId="{F84136B0-B444-4051-A6EC-C9B7961F7407}" dt="2025-11-15T06:29:37.365" v="163" actId="1076"/>
          <ac:spMkLst>
            <pc:docMk/>
            <pc:sldMk cId="761955551" sldId="263"/>
            <ac:spMk id="8" creationId="{C7BDB983-5A1D-7B02-1A30-C17FF05AD905}"/>
          </ac:spMkLst>
        </pc:spChg>
        <pc:picChg chg="add mod">
          <ac:chgData name="Dr. Muhammad Abdul Qayum" userId="6f99b717-c1e2-49a4-bfbb-35fff60aea46" providerId="ADAL" clId="{F84136B0-B444-4051-A6EC-C9B7961F7407}" dt="2025-11-15T06:29:33.406" v="162" actId="1076"/>
          <ac:picMkLst>
            <pc:docMk/>
            <pc:sldMk cId="761955551" sldId="263"/>
            <ac:picMk id="6" creationId="{057CF99A-FB90-509E-8AA8-93D83091B233}"/>
          </ac:picMkLst>
        </pc:picChg>
      </pc:sldChg>
      <pc:sldChg chg="addSp modSp new mod modNotesTx">
        <pc:chgData name="Dr. Muhammad Abdul Qayum" userId="6f99b717-c1e2-49a4-bfbb-35fff60aea46" providerId="ADAL" clId="{F84136B0-B444-4051-A6EC-C9B7961F7407}" dt="2025-11-15T06:37:14.667" v="190" actId="1076"/>
        <pc:sldMkLst>
          <pc:docMk/>
          <pc:sldMk cId="64798760" sldId="264"/>
        </pc:sldMkLst>
        <pc:spChg chg="mod">
          <ac:chgData name="Dr. Muhammad Abdul Qayum" userId="6f99b717-c1e2-49a4-bfbb-35fff60aea46" providerId="ADAL" clId="{F84136B0-B444-4051-A6EC-C9B7961F7407}" dt="2025-11-15T06:34:44.627" v="178"/>
          <ac:spMkLst>
            <pc:docMk/>
            <pc:sldMk cId="64798760" sldId="264"/>
            <ac:spMk id="2" creationId="{BD1E088F-3F53-5CAF-080B-94D766B72249}"/>
          </ac:spMkLst>
        </pc:spChg>
        <pc:spChg chg="mod">
          <ac:chgData name="Dr. Muhammad Abdul Qayum" userId="6f99b717-c1e2-49a4-bfbb-35fff60aea46" providerId="ADAL" clId="{F84136B0-B444-4051-A6EC-C9B7961F7407}" dt="2025-11-15T06:37:10.429" v="189" actId="1076"/>
          <ac:spMkLst>
            <pc:docMk/>
            <pc:sldMk cId="64798760" sldId="264"/>
            <ac:spMk id="3" creationId="{D27EDB6C-4154-E80C-3113-563A32596318}"/>
          </ac:spMkLst>
        </pc:spChg>
        <pc:picChg chg="add mod">
          <ac:chgData name="Dr. Muhammad Abdul Qayum" userId="6f99b717-c1e2-49a4-bfbb-35fff60aea46" providerId="ADAL" clId="{F84136B0-B444-4051-A6EC-C9B7961F7407}" dt="2025-11-15T06:34:53.082" v="179"/>
          <ac:picMkLst>
            <pc:docMk/>
            <pc:sldMk cId="64798760" sldId="264"/>
            <ac:picMk id="4" creationId="{D1D81859-5FFD-8121-AAB3-38A1B94D20B2}"/>
          </ac:picMkLst>
        </pc:picChg>
        <pc:picChg chg="add mod ord">
          <ac:chgData name="Dr. Muhammad Abdul Qayum" userId="6f99b717-c1e2-49a4-bfbb-35fff60aea46" providerId="ADAL" clId="{F84136B0-B444-4051-A6EC-C9B7961F7407}" dt="2025-11-15T06:37:14.667" v="190" actId="1076"/>
          <ac:picMkLst>
            <pc:docMk/>
            <pc:sldMk cId="64798760" sldId="264"/>
            <ac:picMk id="6" creationId="{9F8F4758-62D7-BE3A-CD4D-E2EBC16261FF}"/>
          </ac:picMkLst>
        </pc:picChg>
      </pc:sldChg>
      <pc:sldChg chg="addSp delSp modSp new mod modNotesTx">
        <pc:chgData name="Dr. Muhammad Abdul Qayum" userId="6f99b717-c1e2-49a4-bfbb-35fff60aea46" providerId="ADAL" clId="{F84136B0-B444-4051-A6EC-C9B7961F7407}" dt="2025-11-15T06:46:33.625" v="209"/>
        <pc:sldMkLst>
          <pc:docMk/>
          <pc:sldMk cId="2280085689" sldId="265"/>
        </pc:sldMkLst>
        <pc:spChg chg="mod">
          <ac:chgData name="Dr. Muhammad Abdul Qayum" userId="6f99b717-c1e2-49a4-bfbb-35fff60aea46" providerId="ADAL" clId="{F84136B0-B444-4051-A6EC-C9B7961F7407}" dt="2025-11-15T06:38:39.765" v="191"/>
          <ac:spMkLst>
            <pc:docMk/>
            <pc:sldMk cId="2280085689" sldId="265"/>
            <ac:spMk id="2" creationId="{CF17A724-865E-475A-EFB1-D5407F055503}"/>
          </ac:spMkLst>
        </pc:spChg>
        <pc:spChg chg="add mod">
          <ac:chgData name="Dr. Muhammad Abdul Qayum" userId="6f99b717-c1e2-49a4-bfbb-35fff60aea46" providerId="ADAL" clId="{F84136B0-B444-4051-A6EC-C9B7961F7407}" dt="2025-11-15T06:45:28.792" v="207" actId="255"/>
          <ac:spMkLst>
            <pc:docMk/>
            <pc:sldMk cId="2280085689" sldId="265"/>
            <ac:spMk id="4" creationId="{800BB6FE-E28B-5D08-D8A6-16425B576535}"/>
          </ac:spMkLst>
        </pc:spChg>
      </pc:sldChg>
      <pc:sldChg chg="addSp delSp modSp add mod ord">
        <pc:chgData name="Dr. Muhammad Abdul Qayum" userId="6f99b717-c1e2-49a4-bfbb-35fff60aea46" providerId="ADAL" clId="{F84136B0-B444-4051-A6EC-C9B7961F7407}" dt="2025-11-15T06:44:26.924" v="202"/>
        <pc:sldMkLst>
          <pc:docMk/>
          <pc:sldMk cId="2489101560" sldId="266"/>
        </pc:sldMkLst>
        <pc:spChg chg="add mod">
          <ac:chgData name="Dr. Muhammad Abdul Qayum" userId="6f99b717-c1e2-49a4-bfbb-35fff60aea46" providerId="ADAL" clId="{F84136B0-B444-4051-A6EC-C9B7961F7407}" dt="2025-11-15T06:43:53.455" v="200" actId="2711"/>
          <ac:spMkLst>
            <pc:docMk/>
            <pc:sldMk cId="2489101560" sldId="266"/>
            <ac:spMk id="4" creationId="{BDDF983E-191A-7F35-2574-397D3C035F99}"/>
          </ac:spMkLst>
        </pc:spChg>
      </pc:sldChg>
      <pc:sldChg chg="addSp delSp modSp new mod">
        <pc:chgData name="Dr. Muhammad Abdul Qayum" userId="6f99b717-c1e2-49a4-bfbb-35fff60aea46" providerId="ADAL" clId="{F84136B0-B444-4051-A6EC-C9B7961F7407}" dt="2025-11-15T06:51:49.572" v="218" actId="255"/>
        <pc:sldMkLst>
          <pc:docMk/>
          <pc:sldMk cId="1822272280" sldId="267"/>
        </pc:sldMkLst>
        <pc:spChg chg="mod">
          <ac:chgData name="Dr. Muhammad Abdul Qayum" userId="6f99b717-c1e2-49a4-bfbb-35fff60aea46" providerId="ADAL" clId="{F84136B0-B444-4051-A6EC-C9B7961F7407}" dt="2025-11-15T06:47:46.968" v="210"/>
          <ac:spMkLst>
            <pc:docMk/>
            <pc:sldMk cId="1822272280" sldId="267"/>
            <ac:spMk id="2" creationId="{572C9D63-1127-244C-442C-C5F43848E128}"/>
          </ac:spMkLst>
        </pc:spChg>
        <pc:spChg chg="add mod">
          <ac:chgData name="Dr. Muhammad Abdul Qayum" userId="6f99b717-c1e2-49a4-bfbb-35fff60aea46" providerId="ADAL" clId="{F84136B0-B444-4051-A6EC-C9B7961F7407}" dt="2025-11-15T06:51:49.572" v="218" actId="255"/>
          <ac:spMkLst>
            <pc:docMk/>
            <pc:sldMk cId="1822272280" sldId="267"/>
            <ac:spMk id="5" creationId="{8178FA9F-27CB-3898-E7DF-9CC0DE6E0FDF}"/>
          </ac:spMkLst>
        </pc:spChg>
      </pc:sldChg>
      <pc:sldChg chg="addSp delSp modSp new mod modNotesTx">
        <pc:chgData name="Dr. Muhammad Abdul Qayum" userId="6f99b717-c1e2-49a4-bfbb-35fff60aea46" providerId="ADAL" clId="{F84136B0-B444-4051-A6EC-C9B7961F7407}" dt="2025-11-15T07:08:13.482" v="250" actId="22"/>
        <pc:sldMkLst>
          <pc:docMk/>
          <pc:sldMk cId="650714819" sldId="268"/>
        </pc:sldMkLst>
        <pc:spChg chg="mod">
          <ac:chgData name="Dr. Muhammad Abdul Qayum" userId="6f99b717-c1e2-49a4-bfbb-35fff60aea46" providerId="ADAL" clId="{F84136B0-B444-4051-A6EC-C9B7961F7407}" dt="2025-11-15T06:52:45.684" v="220"/>
          <ac:spMkLst>
            <pc:docMk/>
            <pc:sldMk cId="650714819" sldId="268"/>
            <ac:spMk id="2" creationId="{E61C4851-ECEE-E9F2-C1EB-DA65049DE852}"/>
          </ac:spMkLst>
        </pc:spChg>
        <pc:spChg chg="mod">
          <ac:chgData name="Dr. Muhammad Abdul Qayum" userId="6f99b717-c1e2-49a4-bfbb-35fff60aea46" providerId="ADAL" clId="{F84136B0-B444-4051-A6EC-C9B7961F7407}" dt="2025-11-15T06:58:02.897" v="231" actId="14100"/>
          <ac:spMkLst>
            <pc:docMk/>
            <pc:sldMk cId="650714819" sldId="268"/>
            <ac:spMk id="3" creationId="{7C9E5936-D717-DE55-4691-57757C6E7724}"/>
          </ac:spMkLst>
        </pc:spChg>
        <pc:spChg chg="add mod">
          <ac:chgData name="Dr. Muhammad Abdul Qayum" userId="6f99b717-c1e2-49a4-bfbb-35fff60aea46" providerId="ADAL" clId="{F84136B0-B444-4051-A6EC-C9B7961F7407}" dt="2025-11-15T07:02:13.498" v="244" actId="113"/>
          <ac:spMkLst>
            <pc:docMk/>
            <pc:sldMk cId="650714819" sldId="268"/>
            <ac:spMk id="5" creationId="{49D29043-9248-A332-EE9A-CDC89E7EB41F}"/>
          </ac:spMkLst>
        </pc:spChg>
      </pc:sldChg>
      <pc:sldChg chg="addSp delSp modSp new mod modClrScheme chgLayout">
        <pc:chgData name="Dr. Muhammad Abdul Qayum" userId="6f99b717-c1e2-49a4-bfbb-35fff60aea46" providerId="ADAL" clId="{F84136B0-B444-4051-A6EC-C9B7961F7407}" dt="2025-11-15T07:07:57.169" v="248" actId="700"/>
        <pc:sldMkLst>
          <pc:docMk/>
          <pc:sldMk cId="2180772402" sldId="269"/>
        </pc:sldMkLst>
        <pc:spChg chg="mod ord">
          <ac:chgData name="Dr. Muhammad Abdul Qayum" userId="6f99b717-c1e2-49a4-bfbb-35fff60aea46" providerId="ADAL" clId="{F84136B0-B444-4051-A6EC-C9B7961F7407}" dt="2025-11-15T07:07:57.169" v="248" actId="700"/>
          <ac:spMkLst>
            <pc:docMk/>
            <pc:sldMk cId="2180772402" sldId="269"/>
            <ac:spMk id="2" creationId="{19C42201-5824-5C73-A418-2B4A5E550112}"/>
          </ac:spMkLst>
        </pc:spChg>
        <pc:spChg chg="add mod ord">
          <ac:chgData name="Dr. Muhammad Abdul Qayum" userId="6f99b717-c1e2-49a4-bfbb-35fff60aea46" providerId="ADAL" clId="{F84136B0-B444-4051-A6EC-C9B7961F7407}" dt="2025-11-15T07:07:57.169" v="248" actId="700"/>
          <ac:spMkLst>
            <pc:docMk/>
            <pc:sldMk cId="2180772402" sldId="269"/>
            <ac:spMk id="4" creationId="{88584260-36F2-1354-93F1-14102DFCDD98}"/>
          </ac:spMkLst>
        </pc:spChg>
      </pc:sldChg>
      <pc:sldChg chg="addSp delSp modSp new mod">
        <pc:chgData name="Dr. Muhammad Abdul Qayum" userId="6f99b717-c1e2-49a4-bfbb-35fff60aea46" providerId="ADAL" clId="{F84136B0-B444-4051-A6EC-C9B7961F7407}" dt="2025-11-15T07:12:52.210" v="271" actId="179"/>
        <pc:sldMkLst>
          <pc:docMk/>
          <pc:sldMk cId="3409366240" sldId="270"/>
        </pc:sldMkLst>
        <pc:spChg chg="mod">
          <ac:chgData name="Dr. Muhammad Abdul Qayum" userId="6f99b717-c1e2-49a4-bfbb-35fff60aea46" providerId="ADAL" clId="{F84136B0-B444-4051-A6EC-C9B7961F7407}" dt="2025-11-15T07:09:19.099" v="254"/>
          <ac:spMkLst>
            <pc:docMk/>
            <pc:sldMk cId="3409366240" sldId="270"/>
            <ac:spMk id="2" creationId="{3678370C-D864-A471-9E68-4C33639F332F}"/>
          </ac:spMkLst>
        </pc:spChg>
        <pc:spChg chg="add mod">
          <ac:chgData name="Dr. Muhammad Abdul Qayum" userId="6f99b717-c1e2-49a4-bfbb-35fff60aea46" providerId="ADAL" clId="{F84136B0-B444-4051-A6EC-C9B7961F7407}" dt="2025-11-15T07:12:52.210" v="271" actId="179"/>
          <ac:spMkLst>
            <pc:docMk/>
            <pc:sldMk cId="3409366240" sldId="270"/>
            <ac:spMk id="4" creationId="{DC66856B-435F-F4BB-4F03-72C93E47DC6C}"/>
          </ac:spMkLst>
        </pc:spChg>
      </pc:sldChg>
      <pc:sldChg chg="modSp new mod modNotesTx">
        <pc:chgData name="Dr. Muhammad Abdul Qayum" userId="6f99b717-c1e2-49a4-bfbb-35fff60aea46" providerId="ADAL" clId="{F84136B0-B444-4051-A6EC-C9B7961F7407}" dt="2025-11-15T07:15:53.890" v="278" actId="113"/>
        <pc:sldMkLst>
          <pc:docMk/>
          <pc:sldMk cId="4178291135" sldId="271"/>
        </pc:sldMkLst>
        <pc:spChg chg="mod">
          <ac:chgData name="Dr. Muhammad Abdul Qayum" userId="6f99b717-c1e2-49a4-bfbb-35fff60aea46" providerId="ADAL" clId="{F84136B0-B444-4051-A6EC-C9B7961F7407}" dt="2025-11-15T07:13:41.053" v="273"/>
          <ac:spMkLst>
            <pc:docMk/>
            <pc:sldMk cId="4178291135" sldId="271"/>
            <ac:spMk id="2" creationId="{2F1F7622-CCBE-8150-58D8-3BABEA643230}"/>
          </ac:spMkLst>
        </pc:spChg>
        <pc:spChg chg="mod">
          <ac:chgData name="Dr. Muhammad Abdul Qayum" userId="6f99b717-c1e2-49a4-bfbb-35fff60aea46" providerId="ADAL" clId="{F84136B0-B444-4051-A6EC-C9B7961F7407}" dt="2025-11-15T07:15:53.890" v="278" actId="113"/>
          <ac:spMkLst>
            <pc:docMk/>
            <pc:sldMk cId="4178291135" sldId="271"/>
            <ac:spMk id="3" creationId="{0C571835-9B14-19B6-B086-BE8856C41706}"/>
          </ac:spMkLst>
        </pc:spChg>
      </pc:sldChg>
      <pc:sldChg chg="addSp delSp modSp new mod modNotesTx">
        <pc:chgData name="Dr. Muhammad Abdul Qayum" userId="6f99b717-c1e2-49a4-bfbb-35fff60aea46" providerId="ADAL" clId="{F84136B0-B444-4051-A6EC-C9B7961F7407}" dt="2025-11-15T07:21:48.137" v="289"/>
        <pc:sldMkLst>
          <pc:docMk/>
          <pc:sldMk cId="2367682600" sldId="272"/>
        </pc:sldMkLst>
        <pc:spChg chg="mod">
          <ac:chgData name="Dr. Muhammad Abdul Qayum" userId="6f99b717-c1e2-49a4-bfbb-35fff60aea46" providerId="ADAL" clId="{F84136B0-B444-4051-A6EC-C9B7961F7407}" dt="2025-11-15T07:16:03.861" v="279"/>
          <ac:spMkLst>
            <pc:docMk/>
            <pc:sldMk cId="2367682600" sldId="272"/>
            <ac:spMk id="2" creationId="{15E8AB85-E805-A9FA-5D95-26BB8AA8290F}"/>
          </ac:spMkLst>
        </pc:spChg>
        <pc:spChg chg="add mod">
          <ac:chgData name="Dr. Muhammad Abdul Qayum" userId="6f99b717-c1e2-49a4-bfbb-35fff60aea46" providerId="ADAL" clId="{F84136B0-B444-4051-A6EC-C9B7961F7407}" dt="2025-11-15T07:20:30.517" v="288" actId="1076"/>
          <ac:spMkLst>
            <pc:docMk/>
            <pc:sldMk cId="2367682600" sldId="272"/>
            <ac:spMk id="7" creationId="{3DF8EA9A-85A0-9B2F-2F02-BC66574B91C6}"/>
          </ac:spMkLst>
        </pc:spChg>
        <pc:picChg chg="add mod ord">
          <ac:chgData name="Dr. Muhammad Abdul Qayum" userId="6f99b717-c1e2-49a4-bfbb-35fff60aea46" providerId="ADAL" clId="{F84136B0-B444-4051-A6EC-C9B7961F7407}" dt="2025-11-15T07:20:13.874" v="284" actId="1076"/>
          <ac:picMkLst>
            <pc:docMk/>
            <pc:sldMk cId="2367682600" sldId="272"/>
            <ac:picMk id="5" creationId="{9334FC79-963C-6F3F-B0E2-0D767FB02F0A}"/>
          </ac:picMkLst>
        </pc:picChg>
      </pc:sldChg>
      <pc:sldChg chg="modSp new mod">
        <pc:chgData name="Dr. Muhammad Abdul Qayum" userId="6f99b717-c1e2-49a4-bfbb-35fff60aea46" providerId="ADAL" clId="{F84136B0-B444-4051-A6EC-C9B7961F7407}" dt="2025-11-15T07:30:33.575" v="304" actId="113"/>
        <pc:sldMkLst>
          <pc:docMk/>
          <pc:sldMk cId="1203664028" sldId="273"/>
        </pc:sldMkLst>
        <pc:spChg chg="mod">
          <ac:chgData name="Dr. Muhammad Abdul Qayum" userId="6f99b717-c1e2-49a4-bfbb-35fff60aea46" providerId="ADAL" clId="{F84136B0-B444-4051-A6EC-C9B7961F7407}" dt="2025-11-15T07:25:36.165" v="290"/>
          <ac:spMkLst>
            <pc:docMk/>
            <pc:sldMk cId="1203664028" sldId="273"/>
            <ac:spMk id="2" creationId="{4D66CF26-7CC7-7D3E-6D64-8ABE0095F657}"/>
          </ac:spMkLst>
        </pc:spChg>
        <pc:spChg chg="mod">
          <ac:chgData name="Dr. Muhammad Abdul Qayum" userId="6f99b717-c1e2-49a4-bfbb-35fff60aea46" providerId="ADAL" clId="{F84136B0-B444-4051-A6EC-C9B7961F7407}" dt="2025-11-15T07:30:33.575" v="304" actId="113"/>
          <ac:spMkLst>
            <pc:docMk/>
            <pc:sldMk cId="1203664028" sldId="273"/>
            <ac:spMk id="3" creationId="{67E0D892-C5CE-DEED-A28F-6C2CF86D9795}"/>
          </ac:spMkLst>
        </pc:spChg>
      </pc:sldChg>
      <pc:sldChg chg="addSp delSp modSp add mod">
        <pc:chgData name="Dr. Muhammad Abdul Qayum" userId="6f99b717-c1e2-49a4-bfbb-35fff60aea46" providerId="ADAL" clId="{F84136B0-B444-4051-A6EC-C9B7961F7407}" dt="2025-11-15T07:50:25.500" v="305" actId="22"/>
        <pc:sldMkLst>
          <pc:docMk/>
          <pc:sldMk cId="4145162357" sldId="274"/>
        </pc:sldMkLst>
        <pc:picChg chg="add mod ord">
          <ac:chgData name="Dr. Muhammad Abdul Qayum" userId="6f99b717-c1e2-49a4-bfbb-35fff60aea46" providerId="ADAL" clId="{F84136B0-B444-4051-A6EC-C9B7961F7407}" dt="2025-11-15T07:50:25.500" v="305" actId="22"/>
          <ac:picMkLst>
            <pc:docMk/>
            <pc:sldMk cId="4145162357" sldId="274"/>
            <ac:picMk id="5" creationId="{2A1AC508-57C8-A750-D9DD-0814C142A78D}"/>
          </ac:picMkLst>
        </pc:picChg>
      </pc:sldChg>
      <pc:sldChg chg="addSp delSp modSp add mod modNotesTx">
        <pc:chgData name="Dr. Muhammad Abdul Qayum" userId="6f99b717-c1e2-49a4-bfbb-35fff60aea46" providerId="ADAL" clId="{F84136B0-B444-4051-A6EC-C9B7961F7407}" dt="2025-11-15T07:57:28.654" v="319" actId="113"/>
        <pc:sldMkLst>
          <pc:docMk/>
          <pc:sldMk cId="1682067959" sldId="275"/>
        </pc:sldMkLst>
        <pc:spChg chg="add mod">
          <ac:chgData name="Dr. Muhammad Abdul Qayum" userId="6f99b717-c1e2-49a4-bfbb-35fff60aea46" providerId="ADAL" clId="{F84136B0-B444-4051-A6EC-C9B7961F7407}" dt="2025-11-15T07:55:52.405" v="313" actId="1076"/>
          <ac:spMkLst>
            <pc:docMk/>
            <pc:sldMk cId="1682067959" sldId="275"/>
            <ac:spMk id="4" creationId="{6814FE32-738C-E2A5-691B-85FB9670C438}"/>
          </ac:spMkLst>
        </pc:spChg>
        <pc:picChg chg="add mod">
          <ac:chgData name="Dr. Muhammad Abdul Qayum" userId="6f99b717-c1e2-49a4-bfbb-35fff60aea46" providerId="ADAL" clId="{F84136B0-B444-4051-A6EC-C9B7961F7407}" dt="2025-11-15T07:56:36.494" v="316" actId="14100"/>
          <ac:picMkLst>
            <pc:docMk/>
            <pc:sldMk cId="1682067959" sldId="275"/>
            <ac:picMk id="6" creationId="{1E4FD78B-BC06-04CF-AB32-6C6BEB357BE6}"/>
          </ac:picMkLst>
        </pc:picChg>
      </pc:sldChg>
      <pc:sldChg chg="addSp delSp modSp new mod">
        <pc:chgData name="Dr. Muhammad Abdul Qayum" userId="6f99b717-c1e2-49a4-bfbb-35fff60aea46" providerId="ADAL" clId="{F84136B0-B444-4051-A6EC-C9B7961F7407}" dt="2025-11-15T08:02:46.473" v="329" actId="114"/>
        <pc:sldMkLst>
          <pc:docMk/>
          <pc:sldMk cId="4284362152" sldId="276"/>
        </pc:sldMkLst>
        <pc:spChg chg="mod">
          <ac:chgData name="Dr. Muhammad Abdul Qayum" userId="6f99b717-c1e2-49a4-bfbb-35fff60aea46" providerId="ADAL" clId="{F84136B0-B444-4051-A6EC-C9B7961F7407}" dt="2025-11-15T07:58:14.644" v="320"/>
          <ac:spMkLst>
            <pc:docMk/>
            <pc:sldMk cId="4284362152" sldId="276"/>
            <ac:spMk id="2" creationId="{53C2A936-3A64-08BF-87CA-A18E1EEB5CDE}"/>
          </ac:spMkLst>
        </pc:spChg>
        <pc:spChg chg="add mod">
          <ac:chgData name="Dr. Muhammad Abdul Qayum" userId="6f99b717-c1e2-49a4-bfbb-35fff60aea46" providerId="ADAL" clId="{F84136B0-B444-4051-A6EC-C9B7961F7407}" dt="2025-11-15T08:02:46.473" v="329" actId="114"/>
          <ac:spMkLst>
            <pc:docMk/>
            <pc:sldMk cId="4284362152" sldId="276"/>
            <ac:spMk id="4" creationId="{77CE1EB6-7C5D-B6C5-21E6-5C9660B3F45E}"/>
          </ac:spMkLst>
        </pc:spChg>
      </pc:sldChg>
      <pc:sldChg chg="addSp delSp modSp add mod">
        <pc:chgData name="Dr. Muhammad Abdul Qayum" userId="6f99b717-c1e2-49a4-bfbb-35fff60aea46" providerId="ADAL" clId="{F84136B0-B444-4051-A6EC-C9B7961F7407}" dt="2025-11-24T18:39:31.021" v="514" actId="1076"/>
        <pc:sldMkLst>
          <pc:docMk/>
          <pc:sldMk cId="3889635784" sldId="277"/>
        </pc:sldMkLst>
        <pc:spChg chg="mod">
          <ac:chgData name="Dr. Muhammad Abdul Qayum" userId="6f99b717-c1e2-49a4-bfbb-35fff60aea46" providerId="ADAL" clId="{F84136B0-B444-4051-A6EC-C9B7961F7407}" dt="2025-11-15T08:04:34.414" v="337" actId="14100"/>
          <ac:spMkLst>
            <pc:docMk/>
            <pc:sldMk cId="3889635784" sldId="277"/>
            <ac:spMk id="3" creationId="{11519DD2-72FF-47E6-1DB9-14659315A6D3}"/>
          </ac:spMkLst>
        </pc:spChg>
        <pc:picChg chg="add mod">
          <ac:chgData name="Dr. Muhammad Abdul Qayum" userId="6f99b717-c1e2-49a4-bfbb-35fff60aea46" providerId="ADAL" clId="{F84136B0-B444-4051-A6EC-C9B7961F7407}" dt="2025-11-24T18:39:31.021" v="514" actId="1076"/>
          <ac:picMkLst>
            <pc:docMk/>
            <pc:sldMk cId="3889635784" sldId="277"/>
            <ac:picMk id="7" creationId="{C6D80DF0-5E65-8EB5-3BC7-82628F965A63}"/>
          </ac:picMkLst>
        </pc:picChg>
      </pc:sldChg>
      <pc:sldChg chg="modSp add mod modNotesTx">
        <pc:chgData name="Dr. Muhammad Abdul Qayum" userId="6f99b717-c1e2-49a4-bfbb-35fff60aea46" providerId="ADAL" clId="{F84136B0-B444-4051-A6EC-C9B7961F7407}" dt="2025-11-28T03:47:54.916" v="516" actId="20577"/>
        <pc:sldMkLst>
          <pc:docMk/>
          <pc:sldMk cId="3454425402" sldId="278"/>
        </pc:sldMkLst>
        <pc:spChg chg="mod">
          <ac:chgData name="Dr. Muhammad Abdul Qayum" userId="6f99b717-c1e2-49a4-bfbb-35fff60aea46" providerId="ADAL" clId="{F84136B0-B444-4051-A6EC-C9B7961F7407}" dt="2025-11-24T18:41:24.424" v="515" actId="123"/>
          <ac:spMkLst>
            <pc:docMk/>
            <pc:sldMk cId="3454425402" sldId="278"/>
            <ac:spMk id="3" creationId="{F78EB610-BC36-21B6-6600-C88FFA30862D}"/>
          </ac:spMkLst>
        </pc:spChg>
      </pc:sldChg>
      <pc:sldChg chg="addSp delSp modSp new mod">
        <pc:chgData name="Dr. Muhammad Abdul Qayum" userId="6f99b717-c1e2-49a4-bfbb-35fff60aea46" providerId="ADAL" clId="{F84136B0-B444-4051-A6EC-C9B7961F7407}" dt="2025-11-15T08:14:29.561" v="365" actId="1076"/>
        <pc:sldMkLst>
          <pc:docMk/>
          <pc:sldMk cId="1587067451" sldId="279"/>
        </pc:sldMkLst>
        <pc:spChg chg="mod">
          <ac:chgData name="Dr. Muhammad Abdul Qayum" userId="6f99b717-c1e2-49a4-bfbb-35fff60aea46" providerId="ADAL" clId="{F84136B0-B444-4051-A6EC-C9B7961F7407}" dt="2025-11-15T08:11:24.801" v="360"/>
          <ac:spMkLst>
            <pc:docMk/>
            <pc:sldMk cId="1587067451" sldId="279"/>
            <ac:spMk id="2" creationId="{A2BD7CC5-1D06-0E51-9582-3CC9B266243F}"/>
          </ac:spMkLst>
        </pc:spChg>
        <pc:spChg chg="add mod">
          <ac:chgData name="Dr. Muhammad Abdul Qayum" userId="6f99b717-c1e2-49a4-bfbb-35fff60aea46" providerId="ADAL" clId="{F84136B0-B444-4051-A6EC-C9B7961F7407}" dt="2025-11-15T08:14:29.561" v="365" actId="1076"/>
          <ac:spMkLst>
            <pc:docMk/>
            <pc:sldMk cId="1587067451" sldId="279"/>
            <ac:spMk id="4" creationId="{0C45E602-B8D0-B424-B91D-3FCACA50CC7C}"/>
          </ac:spMkLst>
        </pc:spChg>
      </pc:sldChg>
      <pc:sldChg chg="addSp modSp new mod">
        <pc:chgData name="Dr. Muhammad Abdul Qayum" userId="6f99b717-c1e2-49a4-bfbb-35fff60aea46" providerId="ADAL" clId="{F84136B0-B444-4051-A6EC-C9B7961F7407}" dt="2025-11-15T08:17:19.179" v="378" actId="14100"/>
        <pc:sldMkLst>
          <pc:docMk/>
          <pc:sldMk cId="3697727301" sldId="280"/>
        </pc:sldMkLst>
        <pc:spChg chg="mod">
          <ac:chgData name="Dr. Muhammad Abdul Qayum" userId="6f99b717-c1e2-49a4-bfbb-35fff60aea46" providerId="ADAL" clId="{F84136B0-B444-4051-A6EC-C9B7961F7407}" dt="2025-11-15T08:16:20.404" v="374" actId="20577"/>
          <ac:spMkLst>
            <pc:docMk/>
            <pc:sldMk cId="3697727301" sldId="280"/>
            <ac:spMk id="2" creationId="{84D1F742-3E12-7816-48AB-A3084CDA1DF2}"/>
          </ac:spMkLst>
        </pc:spChg>
        <pc:spChg chg="mod">
          <ac:chgData name="Dr. Muhammad Abdul Qayum" userId="6f99b717-c1e2-49a4-bfbb-35fff60aea46" providerId="ADAL" clId="{F84136B0-B444-4051-A6EC-C9B7961F7407}" dt="2025-11-15T08:17:07.451" v="375" actId="14100"/>
          <ac:spMkLst>
            <pc:docMk/>
            <pc:sldMk cId="3697727301" sldId="280"/>
            <ac:spMk id="3" creationId="{B2278BF2-BE1C-123F-CDD8-52077B40F65C}"/>
          </ac:spMkLst>
        </pc:spChg>
        <pc:picChg chg="add mod">
          <ac:chgData name="Dr. Muhammad Abdul Qayum" userId="6f99b717-c1e2-49a4-bfbb-35fff60aea46" providerId="ADAL" clId="{F84136B0-B444-4051-A6EC-C9B7961F7407}" dt="2025-11-15T08:17:19.179" v="378" actId="14100"/>
          <ac:picMkLst>
            <pc:docMk/>
            <pc:sldMk cId="3697727301" sldId="280"/>
            <ac:picMk id="5" creationId="{D61834BA-3768-83C2-8BF4-0B350886BD14}"/>
          </ac:picMkLst>
        </pc:picChg>
      </pc:sldChg>
      <pc:sldChg chg="addSp delSp modSp new mod">
        <pc:chgData name="Dr. Muhammad Abdul Qayum" userId="6f99b717-c1e2-49a4-bfbb-35fff60aea46" providerId="ADAL" clId="{F84136B0-B444-4051-A6EC-C9B7961F7407}" dt="2025-11-15T08:24:16.392" v="429" actId="14100"/>
        <pc:sldMkLst>
          <pc:docMk/>
          <pc:sldMk cId="4194767287" sldId="281"/>
        </pc:sldMkLst>
        <pc:spChg chg="mod">
          <ac:chgData name="Dr. Muhammad Abdul Qayum" userId="6f99b717-c1e2-49a4-bfbb-35fff60aea46" providerId="ADAL" clId="{F84136B0-B444-4051-A6EC-C9B7961F7407}" dt="2025-11-15T08:22:42.910" v="418" actId="122"/>
          <ac:spMkLst>
            <pc:docMk/>
            <pc:sldMk cId="4194767287" sldId="281"/>
            <ac:spMk id="2" creationId="{7BA2446A-2A1E-4F02-9644-2F6D7B134BBC}"/>
          </ac:spMkLst>
        </pc:spChg>
        <pc:spChg chg="add mod">
          <ac:chgData name="Dr. Muhammad Abdul Qayum" userId="6f99b717-c1e2-49a4-bfbb-35fff60aea46" providerId="ADAL" clId="{F84136B0-B444-4051-A6EC-C9B7961F7407}" dt="2025-11-15T08:24:16.392" v="429" actId="14100"/>
          <ac:spMkLst>
            <pc:docMk/>
            <pc:sldMk cId="4194767287" sldId="281"/>
            <ac:spMk id="7" creationId="{E494A4CA-7FD6-6F49-5612-7DAE4BA95E1C}"/>
          </ac:spMkLst>
        </pc:spChg>
      </pc:sldChg>
      <pc:sldChg chg="addSp delSp modSp new mod modShow">
        <pc:chgData name="Dr. Muhammad Abdul Qayum" userId="6f99b717-c1e2-49a4-bfbb-35fff60aea46" providerId="ADAL" clId="{F84136B0-B444-4051-A6EC-C9B7961F7407}" dt="2025-12-01T03:41:47.988" v="555" actId="729"/>
        <pc:sldMkLst>
          <pc:docMk/>
          <pc:sldMk cId="2452470813" sldId="282"/>
        </pc:sldMkLst>
        <pc:spChg chg="mod">
          <ac:chgData name="Dr. Muhammad Abdul Qayum" userId="6f99b717-c1e2-49a4-bfbb-35fff60aea46" providerId="ADAL" clId="{F84136B0-B444-4051-A6EC-C9B7961F7407}" dt="2025-11-15T08:25:24.728" v="431"/>
          <ac:spMkLst>
            <pc:docMk/>
            <pc:sldMk cId="2452470813" sldId="282"/>
            <ac:spMk id="2" creationId="{36637ADE-874E-2667-E59C-2F8328FE3950}"/>
          </ac:spMkLst>
        </pc:spChg>
        <pc:spChg chg="add mod">
          <ac:chgData name="Dr. Muhammad Abdul Qayum" userId="6f99b717-c1e2-49a4-bfbb-35fff60aea46" providerId="ADAL" clId="{F84136B0-B444-4051-A6EC-C9B7961F7407}" dt="2025-11-28T04:10:21.016" v="532" actId="1076"/>
          <ac:spMkLst>
            <pc:docMk/>
            <pc:sldMk cId="2452470813" sldId="282"/>
            <ac:spMk id="7" creationId="{513EA5F8-E156-AC09-5868-5446BCEDBFFA}"/>
          </ac:spMkLst>
        </pc:spChg>
        <pc:spChg chg="add mod">
          <ac:chgData name="Dr. Muhammad Abdul Qayum" userId="6f99b717-c1e2-49a4-bfbb-35fff60aea46" providerId="ADAL" clId="{F84136B0-B444-4051-A6EC-C9B7961F7407}" dt="2025-11-28T04:11:00.721" v="534" actId="1076"/>
          <ac:spMkLst>
            <pc:docMk/>
            <pc:sldMk cId="2452470813" sldId="282"/>
            <ac:spMk id="9" creationId="{3C1ADB10-C136-C9A4-2222-549D0829FE17}"/>
          </ac:spMkLst>
        </pc:spChg>
        <pc:picChg chg="add mod">
          <ac:chgData name="Dr. Muhammad Abdul Qayum" userId="6f99b717-c1e2-49a4-bfbb-35fff60aea46" providerId="ADAL" clId="{F84136B0-B444-4051-A6EC-C9B7961F7407}" dt="2025-12-01T03:41:26.055" v="554" actId="14100"/>
          <ac:picMkLst>
            <pc:docMk/>
            <pc:sldMk cId="2452470813" sldId="282"/>
            <ac:picMk id="4" creationId="{582141FB-ECC1-3172-21DE-EA5FCA692108}"/>
          </ac:picMkLst>
        </pc:picChg>
        <pc:picChg chg="add mod ord">
          <ac:chgData name="Dr. Muhammad Abdul Qayum" userId="6f99b717-c1e2-49a4-bfbb-35fff60aea46" providerId="ADAL" clId="{F84136B0-B444-4051-A6EC-C9B7961F7407}" dt="2025-11-15T08:30:39.893" v="444" actId="14100"/>
          <ac:picMkLst>
            <pc:docMk/>
            <pc:sldMk cId="2452470813" sldId="282"/>
            <ac:picMk id="5" creationId="{1ACB4AAE-A8AE-5758-DBEF-8EE27FA7CDCD}"/>
          </ac:picMkLst>
        </pc:picChg>
      </pc:sldChg>
      <pc:sldChg chg="addSp delSp modSp add mod ord">
        <pc:chgData name="Dr. Muhammad Abdul Qayum" userId="6f99b717-c1e2-49a4-bfbb-35fff60aea46" providerId="ADAL" clId="{F84136B0-B444-4051-A6EC-C9B7961F7407}" dt="2025-11-15T08:29:39.503" v="440"/>
        <pc:sldMkLst>
          <pc:docMk/>
          <pc:sldMk cId="900868768" sldId="283"/>
        </pc:sldMkLst>
        <pc:spChg chg="add mod">
          <ac:chgData name="Dr. Muhammad Abdul Qayum" userId="6f99b717-c1e2-49a4-bfbb-35fff60aea46" providerId="ADAL" clId="{F84136B0-B444-4051-A6EC-C9B7961F7407}" dt="2025-11-15T08:27:10.217" v="436" actId="255"/>
          <ac:spMkLst>
            <pc:docMk/>
            <pc:sldMk cId="900868768" sldId="283"/>
            <ac:spMk id="4" creationId="{B3CC31F2-7897-89F2-2E50-74445CB8F917}"/>
          </ac:spMkLst>
        </pc:spChg>
      </pc:sldChg>
      <pc:sldChg chg="addSp modSp new mod modNotesTx">
        <pc:chgData name="Dr. Muhammad Abdul Qayum" userId="6f99b717-c1e2-49a4-bfbb-35fff60aea46" providerId="ADAL" clId="{F84136B0-B444-4051-A6EC-C9B7961F7407}" dt="2025-12-01T03:43:31.599" v="558" actId="1076"/>
        <pc:sldMkLst>
          <pc:docMk/>
          <pc:sldMk cId="64425624" sldId="284"/>
        </pc:sldMkLst>
        <pc:spChg chg="mod">
          <ac:chgData name="Dr. Muhammad Abdul Qayum" userId="6f99b717-c1e2-49a4-bfbb-35fff60aea46" providerId="ADAL" clId="{F84136B0-B444-4051-A6EC-C9B7961F7407}" dt="2025-11-15T08:29:37.346" v="438"/>
          <ac:spMkLst>
            <pc:docMk/>
            <pc:sldMk cId="64425624" sldId="284"/>
            <ac:spMk id="2" creationId="{2FFE307A-D9B4-717B-DB7F-8770F2FD03EE}"/>
          </ac:spMkLst>
        </pc:spChg>
        <pc:spChg chg="mod">
          <ac:chgData name="Dr. Muhammad Abdul Qayum" userId="6f99b717-c1e2-49a4-bfbb-35fff60aea46" providerId="ADAL" clId="{F84136B0-B444-4051-A6EC-C9B7961F7407}" dt="2025-12-01T03:43:31.599" v="558" actId="1076"/>
          <ac:spMkLst>
            <pc:docMk/>
            <pc:sldMk cId="64425624" sldId="284"/>
            <ac:spMk id="3" creationId="{A6428B09-3C05-4B37-8DE4-F86D05086BED}"/>
          </ac:spMkLst>
        </pc:spChg>
        <pc:picChg chg="add mod">
          <ac:chgData name="Dr. Muhammad Abdul Qayum" userId="6f99b717-c1e2-49a4-bfbb-35fff60aea46" providerId="ADAL" clId="{F84136B0-B444-4051-A6EC-C9B7961F7407}" dt="2025-11-28T03:57:38.890" v="517" actId="1076"/>
          <ac:picMkLst>
            <pc:docMk/>
            <pc:sldMk cId="64425624" sldId="284"/>
            <ac:picMk id="5" creationId="{5224D867-D238-D09D-79F8-C1B9698282E8}"/>
          </ac:picMkLst>
        </pc:picChg>
      </pc:sldChg>
      <pc:sldChg chg="addSp delSp modSp new mod">
        <pc:chgData name="Dr. Muhammad Abdul Qayum" userId="6f99b717-c1e2-49a4-bfbb-35fff60aea46" providerId="ADAL" clId="{F84136B0-B444-4051-A6EC-C9B7961F7407}" dt="2025-11-28T03:59:46.837" v="524" actId="14100"/>
        <pc:sldMkLst>
          <pc:docMk/>
          <pc:sldMk cId="4031873478" sldId="285"/>
        </pc:sldMkLst>
        <pc:spChg chg="mod">
          <ac:chgData name="Dr. Muhammad Abdul Qayum" userId="6f99b717-c1e2-49a4-bfbb-35fff60aea46" providerId="ADAL" clId="{F84136B0-B444-4051-A6EC-C9B7961F7407}" dt="2025-11-15T08:34:05.684" v="454"/>
          <ac:spMkLst>
            <pc:docMk/>
            <pc:sldMk cId="4031873478" sldId="285"/>
            <ac:spMk id="2" creationId="{38A213F6-4FA5-D3E4-1E94-21179BDF9F99}"/>
          </ac:spMkLst>
        </pc:spChg>
        <pc:picChg chg="add mod ord">
          <ac:chgData name="Dr. Muhammad Abdul Qayum" userId="6f99b717-c1e2-49a4-bfbb-35fff60aea46" providerId="ADAL" clId="{F84136B0-B444-4051-A6EC-C9B7961F7407}" dt="2025-11-28T03:59:46.837" v="524" actId="14100"/>
          <ac:picMkLst>
            <pc:docMk/>
            <pc:sldMk cId="4031873478" sldId="285"/>
            <ac:picMk id="5" creationId="{1208E1D0-3356-04A4-E70B-5D200A75D698}"/>
          </ac:picMkLst>
        </pc:picChg>
      </pc:sldChg>
      <pc:sldChg chg="addSp delSp modSp new mod">
        <pc:chgData name="Dr. Muhammad Abdul Qayum" userId="6f99b717-c1e2-49a4-bfbb-35fff60aea46" providerId="ADAL" clId="{F84136B0-B444-4051-A6EC-C9B7961F7407}" dt="2025-11-28T04:00:51.694" v="525" actId="313"/>
        <pc:sldMkLst>
          <pc:docMk/>
          <pc:sldMk cId="3862666155" sldId="286"/>
        </pc:sldMkLst>
        <pc:spChg chg="mod">
          <ac:chgData name="Dr. Muhammad Abdul Qayum" userId="6f99b717-c1e2-49a4-bfbb-35fff60aea46" providerId="ADAL" clId="{F84136B0-B444-4051-A6EC-C9B7961F7407}" dt="2025-11-15T09:11:14.310" v="458"/>
          <ac:spMkLst>
            <pc:docMk/>
            <pc:sldMk cId="3862666155" sldId="286"/>
            <ac:spMk id="2" creationId="{C6C63BC0-8326-FFB7-A59C-BB43C401AA17}"/>
          </ac:spMkLst>
        </pc:spChg>
        <pc:spChg chg="add mod">
          <ac:chgData name="Dr. Muhammad Abdul Qayum" userId="6f99b717-c1e2-49a4-bfbb-35fff60aea46" providerId="ADAL" clId="{F84136B0-B444-4051-A6EC-C9B7961F7407}" dt="2025-11-28T04:00:51.694" v="525" actId="313"/>
          <ac:spMkLst>
            <pc:docMk/>
            <pc:sldMk cId="3862666155" sldId="286"/>
            <ac:spMk id="4" creationId="{15C9997B-EE05-549B-1C26-FE88188A642E}"/>
          </ac:spMkLst>
        </pc:spChg>
      </pc:sldChg>
      <pc:sldChg chg="addSp modSp new mod">
        <pc:chgData name="Dr. Muhammad Abdul Qayum" userId="6f99b717-c1e2-49a4-bfbb-35fff60aea46" providerId="ADAL" clId="{F84136B0-B444-4051-A6EC-C9B7961F7407}" dt="2025-11-15T09:13:51.976" v="470" actId="1076"/>
        <pc:sldMkLst>
          <pc:docMk/>
          <pc:sldMk cId="2120914290" sldId="287"/>
        </pc:sldMkLst>
        <pc:spChg chg="mod">
          <ac:chgData name="Dr. Muhammad Abdul Qayum" userId="6f99b717-c1e2-49a4-bfbb-35fff60aea46" providerId="ADAL" clId="{F84136B0-B444-4051-A6EC-C9B7961F7407}" dt="2025-11-15T09:13:18.104" v="468"/>
          <ac:spMkLst>
            <pc:docMk/>
            <pc:sldMk cId="2120914290" sldId="287"/>
            <ac:spMk id="2" creationId="{76BC6878-FA15-DC8E-A543-D1B9A4304554}"/>
          </ac:spMkLst>
        </pc:spChg>
        <pc:spChg chg="mod">
          <ac:chgData name="Dr. Muhammad Abdul Qayum" userId="6f99b717-c1e2-49a4-bfbb-35fff60aea46" providerId="ADAL" clId="{F84136B0-B444-4051-A6EC-C9B7961F7407}" dt="2025-11-15T09:13:07.041" v="467"/>
          <ac:spMkLst>
            <pc:docMk/>
            <pc:sldMk cId="2120914290" sldId="287"/>
            <ac:spMk id="3" creationId="{CDC538EA-EC7E-15EE-3530-501D07607F80}"/>
          </ac:spMkLst>
        </pc:spChg>
        <pc:picChg chg="add mod">
          <ac:chgData name="Dr. Muhammad Abdul Qayum" userId="6f99b717-c1e2-49a4-bfbb-35fff60aea46" providerId="ADAL" clId="{F84136B0-B444-4051-A6EC-C9B7961F7407}" dt="2025-11-15T09:13:51.976" v="470" actId="1076"/>
          <ac:picMkLst>
            <pc:docMk/>
            <pc:sldMk cId="2120914290" sldId="287"/>
            <ac:picMk id="5" creationId="{A029F89D-6D03-DC9A-CDD1-C1E85F68D6EF}"/>
          </ac:picMkLst>
        </pc:picChg>
      </pc:sldChg>
      <pc:sldChg chg="addSp modSp new mod">
        <pc:chgData name="Dr. Muhammad Abdul Qayum" userId="6f99b717-c1e2-49a4-bfbb-35fff60aea46" providerId="ADAL" clId="{F84136B0-B444-4051-A6EC-C9B7961F7407}" dt="2025-11-15T09:17:00.164" v="493" actId="1076"/>
        <pc:sldMkLst>
          <pc:docMk/>
          <pc:sldMk cId="612978024" sldId="288"/>
        </pc:sldMkLst>
        <pc:spChg chg="mod">
          <ac:chgData name="Dr. Muhammad Abdul Qayum" userId="6f99b717-c1e2-49a4-bfbb-35fff60aea46" providerId="ADAL" clId="{F84136B0-B444-4051-A6EC-C9B7961F7407}" dt="2025-11-15T09:14:28.285" v="474"/>
          <ac:spMkLst>
            <pc:docMk/>
            <pc:sldMk cId="612978024" sldId="288"/>
            <ac:spMk id="2" creationId="{0AC54BF5-C510-48BA-4A63-263F5D0D9091}"/>
          </ac:spMkLst>
        </pc:spChg>
        <pc:spChg chg="mod">
          <ac:chgData name="Dr. Muhammad Abdul Qayum" userId="6f99b717-c1e2-49a4-bfbb-35fff60aea46" providerId="ADAL" clId="{F84136B0-B444-4051-A6EC-C9B7961F7407}" dt="2025-11-15T09:15:42.917" v="481" actId="20577"/>
          <ac:spMkLst>
            <pc:docMk/>
            <pc:sldMk cId="612978024" sldId="288"/>
            <ac:spMk id="3" creationId="{4ED5052E-BF56-25B5-471A-CD2114476408}"/>
          </ac:spMkLst>
        </pc:spChg>
        <pc:spChg chg="add mod">
          <ac:chgData name="Dr. Muhammad Abdul Qayum" userId="6f99b717-c1e2-49a4-bfbb-35fff60aea46" providerId="ADAL" clId="{F84136B0-B444-4051-A6EC-C9B7961F7407}" dt="2025-11-15T09:17:00.164" v="493" actId="1076"/>
          <ac:spMkLst>
            <pc:docMk/>
            <pc:sldMk cId="612978024" sldId="288"/>
            <ac:spMk id="5" creationId="{186B590B-3669-F0B4-C1C3-B4F901CEFE4A}"/>
          </ac:spMkLst>
        </pc:spChg>
      </pc:sldChg>
      <pc:sldChg chg="addSp delSp modSp new mod modNotesTx">
        <pc:chgData name="Dr. Muhammad Abdul Qayum" userId="6f99b717-c1e2-49a4-bfbb-35fff60aea46" providerId="ADAL" clId="{F84136B0-B444-4051-A6EC-C9B7961F7407}" dt="2025-11-15T09:27:29.277" v="497"/>
        <pc:sldMkLst>
          <pc:docMk/>
          <pc:sldMk cId="3254283044" sldId="289"/>
        </pc:sldMkLst>
        <pc:picChg chg="add mod ord">
          <ac:chgData name="Dr. Muhammad Abdul Qayum" userId="6f99b717-c1e2-49a4-bfbb-35fff60aea46" providerId="ADAL" clId="{F84136B0-B444-4051-A6EC-C9B7961F7407}" dt="2025-11-15T09:20:20.227" v="496" actId="1076"/>
          <ac:picMkLst>
            <pc:docMk/>
            <pc:sldMk cId="3254283044" sldId="289"/>
            <ac:picMk id="5" creationId="{54704E86-33CE-E105-58CB-EA06738E9451}"/>
          </ac:picMkLst>
        </pc:picChg>
      </pc:sldChg>
      <pc:sldChg chg="modSp new mod">
        <pc:chgData name="Dr. Muhammad Abdul Qayum" userId="6f99b717-c1e2-49a4-bfbb-35fff60aea46" providerId="ADAL" clId="{F84136B0-B444-4051-A6EC-C9B7961F7407}" dt="2025-11-15T09:30:51.745" v="509"/>
        <pc:sldMkLst>
          <pc:docMk/>
          <pc:sldMk cId="4250081461" sldId="290"/>
        </pc:sldMkLst>
        <pc:spChg chg="mod">
          <ac:chgData name="Dr. Muhammad Abdul Qayum" userId="6f99b717-c1e2-49a4-bfbb-35fff60aea46" providerId="ADAL" clId="{F84136B0-B444-4051-A6EC-C9B7961F7407}" dt="2025-11-15T09:30:46.530" v="508" actId="20577"/>
          <ac:spMkLst>
            <pc:docMk/>
            <pc:sldMk cId="4250081461" sldId="290"/>
            <ac:spMk id="2" creationId="{D2B63041-29BF-4A52-13D5-D34482EADAAE}"/>
          </ac:spMkLst>
        </pc:spChg>
        <pc:spChg chg="mod">
          <ac:chgData name="Dr. Muhammad Abdul Qayum" userId="6f99b717-c1e2-49a4-bfbb-35fff60aea46" providerId="ADAL" clId="{F84136B0-B444-4051-A6EC-C9B7961F7407}" dt="2025-11-15T09:30:51.745" v="509"/>
          <ac:spMkLst>
            <pc:docMk/>
            <pc:sldMk cId="4250081461" sldId="290"/>
            <ac:spMk id="3" creationId="{0FCEED16-9FCA-D062-EB80-D7FCC7CB5B51}"/>
          </ac:spMkLst>
        </pc:spChg>
      </pc:sldChg>
      <pc:sldChg chg="modSp new mod">
        <pc:chgData name="Dr. Muhammad Abdul Qayum" userId="6f99b717-c1e2-49a4-bfbb-35fff60aea46" providerId="ADAL" clId="{F84136B0-B444-4051-A6EC-C9B7961F7407}" dt="2025-11-15T09:31:56.192" v="513" actId="27636"/>
        <pc:sldMkLst>
          <pc:docMk/>
          <pc:sldMk cId="2142886579" sldId="291"/>
        </pc:sldMkLst>
        <pc:spChg chg="mod">
          <ac:chgData name="Dr. Muhammad Abdul Qayum" userId="6f99b717-c1e2-49a4-bfbb-35fff60aea46" providerId="ADAL" clId="{F84136B0-B444-4051-A6EC-C9B7961F7407}" dt="2025-11-15T09:31:07.376" v="511"/>
          <ac:spMkLst>
            <pc:docMk/>
            <pc:sldMk cId="2142886579" sldId="291"/>
            <ac:spMk id="2" creationId="{B933F53E-4BBE-CDC2-62C2-72B147926384}"/>
          </ac:spMkLst>
        </pc:spChg>
        <pc:spChg chg="mod">
          <ac:chgData name="Dr. Muhammad Abdul Qayum" userId="6f99b717-c1e2-49a4-bfbb-35fff60aea46" providerId="ADAL" clId="{F84136B0-B444-4051-A6EC-C9B7961F7407}" dt="2025-11-15T09:31:56.192" v="513" actId="27636"/>
          <ac:spMkLst>
            <pc:docMk/>
            <pc:sldMk cId="2142886579" sldId="291"/>
            <ac:spMk id="3" creationId="{F595786F-2F95-6259-EA81-F123E108853F}"/>
          </ac:spMkLst>
        </pc:spChg>
      </pc:sldChg>
      <pc:sldChg chg="addSp delSp modSp new mod">
        <pc:chgData name="Dr. Muhammad Abdul Qayum" userId="6f99b717-c1e2-49a4-bfbb-35fff60aea46" providerId="ADAL" clId="{F84136B0-B444-4051-A6EC-C9B7961F7407}" dt="2025-11-28T04:12:46.859" v="540" actId="14100"/>
        <pc:sldMkLst>
          <pc:docMk/>
          <pc:sldMk cId="1449423733" sldId="292"/>
        </pc:sldMkLst>
        <pc:spChg chg="mod">
          <ac:chgData name="Dr. Muhammad Abdul Qayum" userId="6f99b717-c1e2-49a4-bfbb-35fff60aea46" providerId="ADAL" clId="{F84136B0-B444-4051-A6EC-C9B7961F7407}" dt="2025-11-28T04:12:16.570" v="537"/>
          <ac:spMkLst>
            <pc:docMk/>
            <pc:sldMk cId="1449423733" sldId="292"/>
            <ac:spMk id="2" creationId="{309DF45A-9BCD-E786-BDCA-583A33220F27}"/>
          </ac:spMkLst>
        </pc:spChg>
        <pc:picChg chg="add mod ord">
          <ac:chgData name="Dr. Muhammad Abdul Qayum" userId="6f99b717-c1e2-49a4-bfbb-35fff60aea46" providerId="ADAL" clId="{F84136B0-B444-4051-A6EC-C9B7961F7407}" dt="2025-11-28T04:12:46.859" v="540" actId="14100"/>
          <ac:picMkLst>
            <pc:docMk/>
            <pc:sldMk cId="1449423733" sldId="292"/>
            <ac:picMk id="5" creationId="{4D39B3A1-525B-25B3-7A62-699B16F50622}"/>
          </ac:picMkLst>
        </pc:picChg>
      </pc:sldChg>
      <pc:sldChg chg="addSp delSp modSp add mod">
        <pc:chgData name="Dr. Muhammad Abdul Qayum" userId="6f99b717-c1e2-49a4-bfbb-35fff60aea46" providerId="ADAL" clId="{F84136B0-B444-4051-A6EC-C9B7961F7407}" dt="2025-11-28T04:13:40.695" v="545" actId="1076"/>
        <pc:sldMkLst>
          <pc:docMk/>
          <pc:sldMk cId="1087632486" sldId="293"/>
        </pc:sldMkLst>
        <pc:picChg chg="add mod ord">
          <ac:chgData name="Dr. Muhammad Abdul Qayum" userId="6f99b717-c1e2-49a4-bfbb-35fff60aea46" providerId="ADAL" clId="{F84136B0-B444-4051-A6EC-C9B7961F7407}" dt="2025-11-28T04:13:40.695" v="545" actId="1076"/>
          <ac:picMkLst>
            <pc:docMk/>
            <pc:sldMk cId="1087632486" sldId="293"/>
            <ac:picMk id="7" creationId="{6639BF3B-75F0-9D77-8BC9-6E3BC5432C80}"/>
          </ac:picMkLst>
        </pc:picChg>
      </pc:sldChg>
      <pc:sldChg chg="addSp delSp modSp new mod">
        <pc:chgData name="Dr. Muhammad Abdul Qayum" userId="6f99b717-c1e2-49a4-bfbb-35fff60aea46" providerId="ADAL" clId="{F84136B0-B444-4051-A6EC-C9B7961F7407}" dt="2025-12-01T03:43:08.866" v="556" actId="1076"/>
        <pc:sldMkLst>
          <pc:docMk/>
          <pc:sldMk cId="2886872955" sldId="294"/>
        </pc:sldMkLst>
        <pc:spChg chg="mod">
          <ac:chgData name="Dr. Muhammad Abdul Qayum" userId="6f99b717-c1e2-49a4-bfbb-35fff60aea46" providerId="ADAL" clId="{F84136B0-B444-4051-A6EC-C9B7961F7407}" dt="2025-11-28T04:14:16.840" v="549"/>
          <ac:spMkLst>
            <pc:docMk/>
            <pc:sldMk cId="2886872955" sldId="294"/>
            <ac:spMk id="2" creationId="{1128514F-D512-A988-6CE2-7BCF1F5FEE82}"/>
          </ac:spMkLst>
        </pc:spChg>
        <pc:picChg chg="add mod ord">
          <ac:chgData name="Dr. Muhammad Abdul Qayum" userId="6f99b717-c1e2-49a4-bfbb-35fff60aea46" providerId="ADAL" clId="{F84136B0-B444-4051-A6EC-C9B7961F7407}" dt="2025-12-01T03:43:08.866" v="556" actId="1076"/>
          <ac:picMkLst>
            <pc:docMk/>
            <pc:sldMk cId="2886872955" sldId="294"/>
            <ac:picMk id="5" creationId="{A91757A7-C689-3D00-7535-6A20F1239A40}"/>
          </ac:picMkLst>
        </pc:picChg>
      </pc:sldChg>
      <pc:sldChg chg="addSp new">
        <pc:chgData name="Dr. Muhammad Abdul Qayum" userId="6f99b717-c1e2-49a4-bfbb-35fff60aea46" providerId="ADAL" clId="{F84136B0-B444-4051-A6EC-C9B7961F7407}" dt="2025-12-05T09:56:59.205" v="560"/>
        <pc:sldMkLst>
          <pc:docMk/>
          <pc:sldMk cId="3115563353" sldId="295"/>
        </pc:sldMkLst>
        <pc:picChg chg="add">
          <ac:chgData name="Dr. Muhammad Abdul Qayum" userId="6f99b717-c1e2-49a4-bfbb-35fff60aea46" providerId="ADAL" clId="{F84136B0-B444-4051-A6EC-C9B7961F7407}" dt="2025-12-05T09:56:59.205" v="560"/>
          <ac:picMkLst>
            <pc:docMk/>
            <pc:sldMk cId="3115563353" sldId="295"/>
            <ac:picMk id="4" creationId="{A204EF43-CD82-2E12-1929-2AFC1D870BF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AFCB37-1E60-4D2B-B463-F697A0328E36}" type="datetimeFigureOut">
              <a:rPr lang="en-PK" smtClean="0"/>
              <a:t>05/12/2025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171226-B2EA-4461-B1FF-C5A963F5D5F3}" type="slidenum">
              <a:rPr lang="en-PK" smtClean="0"/>
              <a:t>‹#›</a:t>
            </a:fld>
            <a:endParaRPr lang="en-PK"/>
          </a:p>
        </p:txBody>
      </p:sp>
    </p:spTree>
    <p:extLst>
      <p:ext uri="{BB962C8B-B14F-4D97-AF65-F5344CB8AC3E}">
        <p14:creationId xmlns:p14="http://schemas.microsoft.com/office/powerpoint/2010/main" val="623295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logic framework that enables the agent to think iteratively is already embedded within the agent itself as a direct result of the framework. We then run the agent on a user query and print the output from the model.</a:t>
            </a:r>
          </a:p>
          <a:p>
            <a:r>
              <a:rPr lang="en-US" dirty="0"/>
              <a:t>Without the SDK, this would notably take thousands of lines of code to orchestrate, not to mention the additional thousands of lines of code to create a tracing and logging system that you get automatically with OpenAI Agents SDK.</a:t>
            </a:r>
          </a:p>
          <a:p>
            <a:r>
              <a:rPr lang="en-US" dirty="0"/>
              <a:t>OpenAI Agents SDK is engineered to address the inherent challenges in constructing LLM-driven processes that require more than just text generation. These challenges include enabling models to reason through multi-step problems, interact with external data sources and APIs (tool use), and coordinate actions among multiple AI entities.</a:t>
            </a:r>
          </a:p>
          <a:p>
            <a:r>
              <a:rPr lang="en-US" dirty="0"/>
              <a:t>Multi-agent orchestration</a:t>
            </a:r>
          </a:p>
          <a:p>
            <a:r>
              <a:rPr lang="en-US" dirty="0"/>
              <a:t>As a subset, this framework also enables developers to build multi-agent solutions. In fact, this was the original purpose of the framework’s predecessor, Swarm (the idea being you can originate a series of agents in a swarm-like fashion to complete a task). The idea here is that for specific tasks, you can’t have one agent do everything. Instead, you have a team of agents, each specialized in a particular task, that hand off the delegation to each other when necessary.</a:t>
            </a:r>
          </a:p>
          <a:p>
            <a:r>
              <a:rPr lang="en-US" dirty="0"/>
              <a:t>Note</a:t>
            </a:r>
          </a:p>
          <a:p>
            <a:r>
              <a:rPr lang="en-US" dirty="0"/>
              <a:t>At this point, we are introducing code as a way to understand the simplicity and ease of use of implementing the SDK. To actually run the code would require installing and importing the necessary libraries, which we will go through in detail in the next chapter.</a:t>
            </a:r>
          </a:p>
          <a:p>
            <a:r>
              <a:rPr lang="en-US" sz="1200" b="0" i="0" u="none" strike="noStrike" kern="1200" baseline="0" dirty="0">
                <a:solidFill>
                  <a:schemeClr val="tx1"/>
                </a:solidFill>
                <a:latin typeface="+mn-lt"/>
                <a:ea typeface="+mn-ea"/>
                <a:cs typeface="+mn-cs"/>
              </a:rPr>
              <a:t>Without the SDK, this would notably take thousands of lines of code to orchestrate, not to mention the additional thousands of lines of code to create a tracing and logging system that you get automatically with OpenAI Agents SDK.</a:t>
            </a:r>
          </a:p>
          <a:p>
            <a:r>
              <a:rPr lang="en-US" sz="1200" b="0" i="0" u="none" strike="noStrike" kern="1200" baseline="0" dirty="0">
                <a:solidFill>
                  <a:schemeClr val="tx1"/>
                </a:solidFill>
                <a:latin typeface="+mn-lt"/>
                <a:ea typeface="+mn-ea"/>
                <a:cs typeface="+mn-cs"/>
              </a:rPr>
              <a:t>OpenAI Agents SDK is engineered to address the inherent challenges in constructing LLM-driven processes that require more than just text generation. These challenges include enabling models to reason through multi-step problems, interact with external data sources and APIs (tool use), and coordinate actions among multiple AI entities.</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5</a:t>
            </a:fld>
            <a:endParaRPr lang="en-PK"/>
          </a:p>
        </p:txBody>
      </p:sp>
    </p:spTree>
    <p:extLst>
      <p:ext uri="{BB962C8B-B14F-4D97-AF65-F5344CB8AC3E}">
        <p14:creationId xmlns:p14="http://schemas.microsoft.com/office/powerpoint/2010/main" val="3618965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focuses on its domain, yet to the end user, the experience feels like a single, coherent conversation. All the context-passing, role-switching, and error-handling happen inside the SDK’s orchestration layer (done with a primitive called handoffs). You configure handoff routes once and let the framework do the choreography. This can be done with a few lines of code:</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9</a:t>
            </a:fld>
            <a:endParaRPr lang="en-PK"/>
          </a:p>
        </p:txBody>
      </p:sp>
    </p:spTree>
    <p:extLst>
      <p:ext uri="{BB962C8B-B14F-4D97-AF65-F5344CB8AC3E}">
        <p14:creationId xmlns:p14="http://schemas.microsoft.com/office/powerpoint/2010/main" val="2435019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 Agents SDK keeps things intentionally simple by providing just a handful of core primitives. Mastering these gives you most of the framework's power without needing to learn complex new abstractions. It's lightweight, transparent, and easy to adopt—using plain Python and simple decorators for tools. However, this simplicity means developers must build some integrations themselves, unlike larger frameworks that come with everything prepackaged</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11</a:t>
            </a:fld>
            <a:endParaRPr lang="en-PK"/>
          </a:p>
        </p:txBody>
      </p:sp>
    </p:spTree>
    <p:extLst>
      <p:ext uri="{BB962C8B-B14F-4D97-AF65-F5344CB8AC3E}">
        <p14:creationId xmlns:p14="http://schemas.microsoft.com/office/powerpoint/2010/main" val="3916300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penAI</a:t>
            </a:r>
            <a:r>
              <a:rPr lang="en-US" dirty="0"/>
              <a:t> Agents SDK keeps things simple by treating agents as basic Python objects and tools as regular functions with decorators. You use everyday Python to connect everything, much like working with lightweight frameworks such as Flask or </a:t>
            </a:r>
            <a:r>
              <a:rPr lang="en-US" dirty="0" err="1"/>
              <a:t>Pydantic</a:t>
            </a:r>
            <a:r>
              <a:rPr lang="en-US" dirty="0"/>
              <a:t>. This simplicity makes the SDK approachable, powerful, and ideal for rapid development.</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12</a:t>
            </a:fld>
            <a:endParaRPr lang="en-PK"/>
          </a:p>
        </p:txBody>
      </p:sp>
    </p:spTree>
    <p:extLst>
      <p:ext uri="{BB962C8B-B14F-4D97-AF65-F5344CB8AC3E}">
        <p14:creationId xmlns:p14="http://schemas.microsoft.com/office/powerpoint/2010/main" val="2747686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0" i="0" u="none" strike="noStrike" baseline="0" dirty="0">
                <a:solidFill>
                  <a:srgbClr val="000000"/>
                </a:solidFill>
                <a:latin typeface="Crimson Pro ExtraLight"/>
              </a:rPr>
              <a:t>Technically, even the agent-execution loop is modular. The high-level runner handles retries, step limits, and concurrent calls, but advanced users can bypass it and drive lower-level primitives directly inside an existing event loop or task queue.</a:t>
            </a:r>
          </a:p>
          <a:p>
            <a:pPr algn="just"/>
            <a:r>
              <a:rPr lang="en-US" sz="1200" b="0" i="0" u="none" strike="noStrike" baseline="0" dirty="0">
                <a:solidFill>
                  <a:srgbClr val="000000"/>
                </a:solidFill>
                <a:latin typeface="Crimson Pro ExtraLight"/>
              </a:rPr>
              <a:t>For example, rather than calling </a:t>
            </a:r>
            <a:r>
              <a:rPr lang="en-US" sz="1100" b="0" i="0" u="none" strike="noStrike" baseline="0" dirty="0" err="1">
                <a:solidFill>
                  <a:srgbClr val="000000"/>
                </a:solidFill>
                <a:latin typeface="Consolas" panose="020B0609020204030204" pitchFamily="49" charset="0"/>
              </a:rPr>
              <a:t>Runner.run_sync</a:t>
            </a:r>
            <a:r>
              <a:rPr lang="en-US" sz="1100" b="0" i="0" u="none" strike="noStrike" baseline="0" dirty="0">
                <a:solidFill>
                  <a:srgbClr val="000000"/>
                </a:solidFill>
                <a:latin typeface="Consolas" panose="020B0609020204030204" pitchFamily="49" charset="0"/>
              </a:rPr>
              <a:t>(agent, input)</a:t>
            </a:r>
            <a:r>
              <a:rPr lang="en-US" sz="1200" b="0" i="0" u="none" strike="noStrike" baseline="0" dirty="0">
                <a:solidFill>
                  <a:srgbClr val="000000"/>
                </a:solidFill>
                <a:latin typeface="Crimson Pro ExtraLight"/>
              </a:rPr>
              <a:t>, an advanced user can manually step through the agent’s execution logic using the </a:t>
            </a:r>
            <a:r>
              <a:rPr lang="en-US" sz="1100" b="0" i="0" u="none" strike="noStrike" baseline="0" dirty="0" err="1">
                <a:solidFill>
                  <a:srgbClr val="000000"/>
                </a:solidFill>
                <a:latin typeface="Consolas" panose="020B0609020204030204" pitchFamily="49" charset="0"/>
              </a:rPr>
              <a:t>agent.run_step</a:t>
            </a:r>
            <a:r>
              <a:rPr lang="en-US" sz="1100" b="0" i="0" u="none" strike="noStrike" baseline="0" dirty="0">
                <a:solidFill>
                  <a:srgbClr val="000000"/>
                </a:solidFill>
                <a:latin typeface="Consolas" panose="020B0609020204030204" pitchFamily="49" charset="0"/>
              </a:rPr>
              <a:t>(...) </a:t>
            </a:r>
            <a:r>
              <a:rPr lang="en-US" sz="1200" b="0" i="0" u="none" strike="noStrike" baseline="0" dirty="0">
                <a:solidFill>
                  <a:srgbClr val="000000"/>
                </a:solidFill>
                <a:latin typeface="Crimson Pro ExtraLight"/>
              </a:rPr>
              <a:t>method or control the loop using </a:t>
            </a:r>
            <a:r>
              <a:rPr lang="en-US" sz="1100" b="0" i="0" u="none" strike="noStrike" baseline="0" dirty="0" err="1">
                <a:solidFill>
                  <a:srgbClr val="000000"/>
                </a:solidFill>
                <a:latin typeface="Consolas" panose="020B0609020204030204" pitchFamily="49" charset="0"/>
              </a:rPr>
              <a:t>agent.get_initial_state</a:t>
            </a:r>
            <a:r>
              <a:rPr lang="en-US" sz="1100" b="0" i="0" u="none" strike="noStrike" baseline="0" dirty="0">
                <a:solidFill>
                  <a:srgbClr val="000000"/>
                </a:solidFill>
                <a:latin typeface="Consolas" panose="020B0609020204030204" pitchFamily="49" charset="0"/>
              </a:rPr>
              <a:t>() </a:t>
            </a:r>
            <a:r>
              <a:rPr lang="en-US" sz="1200" b="0" i="0" u="none" strike="noStrike" baseline="0" dirty="0">
                <a:solidFill>
                  <a:srgbClr val="000000"/>
                </a:solidFill>
                <a:latin typeface="Crimson Pro ExtraLight"/>
              </a:rPr>
              <a:t>and </a:t>
            </a:r>
            <a:r>
              <a:rPr lang="en-US" sz="1100" b="0" i="0" u="none" strike="noStrike" baseline="0" dirty="0" err="1">
                <a:solidFill>
                  <a:srgbClr val="000000"/>
                </a:solidFill>
                <a:latin typeface="Consolas" panose="020B0609020204030204" pitchFamily="49" charset="0"/>
              </a:rPr>
              <a:t>agent.step</a:t>
            </a:r>
            <a:r>
              <a:rPr lang="en-US" sz="1100" b="0" i="0" u="none" strike="noStrike" baseline="0" dirty="0">
                <a:solidFill>
                  <a:srgbClr val="000000"/>
                </a:solidFill>
                <a:latin typeface="Consolas" panose="020B0609020204030204" pitchFamily="49" charset="0"/>
              </a:rPr>
              <a:t>(...)</a:t>
            </a:r>
            <a:r>
              <a:rPr lang="en-US" sz="1200" b="0" i="0" u="none" strike="noStrike" baseline="0" dirty="0">
                <a:solidFill>
                  <a:srgbClr val="000000"/>
                </a:solidFill>
                <a:latin typeface="Crimson Pro ExtraLight"/>
              </a:rPr>
              <a:t>. This is particularly useful in environments where you need to interleave agent execution with other async operations, such as within a </a:t>
            </a:r>
            <a:r>
              <a:rPr lang="en-US" sz="1200" b="0" i="0" u="none" strike="noStrike" baseline="0" dirty="0" err="1">
                <a:solidFill>
                  <a:srgbClr val="000000"/>
                </a:solidFill>
                <a:latin typeface="Crimson Pro ExtraLight"/>
              </a:rPr>
              <a:t>FastAPI</a:t>
            </a:r>
            <a:r>
              <a:rPr lang="en-US" sz="1200" b="0" i="0" u="none" strike="noStrike" baseline="0" dirty="0">
                <a:solidFill>
                  <a:srgbClr val="000000"/>
                </a:solidFill>
                <a:latin typeface="Crimson Pro ExtraLight"/>
              </a:rPr>
              <a:t> route, allowing for full control over timing, concurrency, or resource management.</a:t>
            </a:r>
          </a:p>
          <a:p>
            <a:pPr algn="just"/>
            <a:r>
              <a:rPr lang="en-US" sz="1200" b="0" i="0" u="none" strike="noStrike" baseline="0" dirty="0">
                <a:solidFill>
                  <a:srgbClr val="000000"/>
                </a:solidFill>
                <a:latin typeface="Crimson Pro ExtraLight"/>
              </a:rPr>
              <a:t>Finally, the SDK is open sourced, which means this framework benefits from complete transparency and an ever-growing list of developers who are continually improving the framework and making it more resilient.</a:t>
            </a:r>
          </a:p>
          <a:p>
            <a:pPr algn="just"/>
            <a:r>
              <a:rPr lang="en-US" sz="1200" b="0" i="0" u="none" strike="noStrike" baseline="0" dirty="0">
                <a:solidFill>
                  <a:srgbClr val="000000"/>
                </a:solidFill>
                <a:latin typeface="Crimson Pro ExtraLight"/>
              </a:rPr>
              <a:t>Overall, OpenAI Agents SDK provides a streamlined, Pythonic framework specifically designed to simplify and accelerate the creation and orchestration of sophisticated AI agents. By offering minimal yet powerful abstractions (agents, runners, tools, handoffs, guardrails, and tracing), the SDK empowers developers to quickly build complex, multi-agent solutions without wrestling with excessive boilerplate or hidden configurations. Its extensibility and compatibility with existing Python constructs enable both rapid deployment and deep customization when creating AI agents.</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13</a:t>
            </a:fld>
            <a:endParaRPr lang="en-PK"/>
          </a:p>
        </p:txBody>
      </p:sp>
    </p:spTree>
    <p:extLst>
      <p:ext uri="{BB962C8B-B14F-4D97-AF65-F5344CB8AC3E}">
        <p14:creationId xmlns:p14="http://schemas.microsoft.com/office/powerpoint/2010/main" val="3912335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14</a:t>
            </a:fld>
            <a:endParaRPr lang="en-PK"/>
          </a:p>
        </p:txBody>
      </p:sp>
    </p:spTree>
    <p:extLst>
      <p:ext uri="{BB962C8B-B14F-4D97-AF65-F5344CB8AC3E}">
        <p14:creationId xmlns:p14="http://schemas.microsoft.com/office/powerpoint/2010/main" val="1206438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primitive is the most fundamental concept of OpenAI Agents SDK. It essentially serves as a highly configurable wrapper around an LLM to make it “agentic” (i.e., providing it with a persona or system instructions, a tooling interface, and other settings necessary for it to autonomously make decisions and pursue a goal). When an agent is instantiated with the agent primitive, it can have the following configuration:</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16</a:t>
            </a:fld>
            <a:endParaRPr lang="en-PK"/>
          </a:p>
        </p:txBody>
      </p:sp>
    </p:spTree>
    <p:extLst>
      <p:ext uri="{BB962C8B-B14F-4D97-AF65-F5344CB8AC3E}">
        <p14:creationId xmlns:p14="http://schemas.microsoft.com/office/powerpoint/2010/main" val="32863222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0" i="0" u="none" strike="noStrike" baseline="0" dirty="0">
                <a:solidFill>
                  <a:srgbClr val="000000"/>
                </a:solidFill>
                <a:latin typeface="Crimson Pro ExtraLight"/>
              </a:rPr>
              <a:t>Unsurprisingly, most of these components match the anatomy of an AI agent that we discussed in the previous chapter. This configurability is what enables developers to quickly spin up specialized agents, tailored to a specific role or task within a larger application.</a:t>
            </a:r>
          </a:p>
          <a:p>
            <a:pPr algn="just"/>
            <a:r>
              <a:rPr lang="en-US" sz="1200" b="0" i="0" u="none" strike="noStrike" baseline="0" dirty="0">
                <a:solidFill>
                  <a:srgbClr val="000000"/>
                </a:solidFill>
                <a:latin typeface="Crimson Pro ExtraLight"/>
              </a:rPr>
              <a:t>This agent can either respond with natural language or call one of the tools it’s been given. It’s worth mentioning that this SDK provides a single </a:t>
            </a:r>
            <a:r>
              <a:rPr lang="en-US" sz="1100" b="0" i="0" u="none" strike="noStrike" baseline="0" dirty="0">
                <a:solidFill>
                  <a:srgbClr val="000000"/>
                </a:solidFill>
                <a:latin typeface="Consolas" panose="020B0609020204030204" pitchFamily="49" charset="0"/>
              </a:rPr>
              <a:t>Agent </a:t>
            </a:r>
            <a:r>
              <a:rPr lang="en-US" sz="1200" b="0" i="0" u="none" strike="noStrike" baseline="0" dirty="0">
                <a:solidFill>
                  <a:srgbClr val="000000"/>
                </a:solidFill>
                <a:latin typeface="Crimson Pro ExtraLight"/>
              </a:rPr>
              <a:t>class, unlike some frameworks that have different classes for each agent type. Here, the agent behavior simply depends on the preceding configurations, nothing else.</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17</a:t>
            </a:fld>
            <a:endParaRPr lang="en-PK"/>
          </a:p>
        </p:txBody>
      </p:sp>
    </p:spTree>
    <p:extLst>
      <p:ext uri="{BB962C8B-B14F-4D97-AF65-F5344CB8AC3E}">
        <p14:creationId xmlns:p14="http://schemas.microsoft.com/office/powerpoint/2010/main" val="1176917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endParaRPr lang="en-PK" sz="1800" b="0" i="0" u="none" strike="noStrike" baseline="0" dirty="0">
              <a:solidFill>
                <a:srgbClr val="000000"/>
              </a:solidFill>
              <a:latin typeface="Consolas" panose="020B0609020204030204" pitchFamily="49" charset="0"/>
            </a:endParaRPr>
          </a:p>
          <a:p>
            <a:pPr algn="just"/>
            <a:r>
              <a:rPr lang="en-US" sz="1100" b="0" i="0" u="none" strike="noStrike" baseline="0" dirty="0" err="1">
                <a:solidFill>
                  <a:srgbClr val="000000"/>
                </a:solidFill>
                <a:latin typeface="Consolas" panose="020B0609020204030204" pitchFamily="49" charset="0"/>
              </a:rPr>
              <a:t>Runner.run</a:t>
            </a:r>
            <a:r>
              <a:rPr lang="en-US" sz="1100" b="0" i="0" u="none" strike="noStrike" baseline="0" dirty="0">
                <a:solidFill>
                  <a:srgbClr val="000000"/>
                </a:solidFill>
                <a:latin typeface="Consolas" panose="020B0609020204030204" pitchFamily="49" charset="0"/>
              </a:rPr>
              <a:t>() </a:t>
            </a:r>
            <a:r>
              <a:rPr lang="en-US" sz="1200" b="0" i="0" u="none" strike="noStrike" baseline="0" dirty="0">
                <a:solidFill>
                  <a:srgbClr val="000000"/>
                </a:solidFill>
                <a:latin typeface="Crimson Pro ExtraLight"/>
              </a:rPr>
              <a:t>has a useful argument called </a:t>
            </a:r>
            <a:r>
              <a:rPr lang="en-US" sz="1100" b="1" i="0" u="none" strike="noStrike" baseline="0" dirty="0" err="1">
                <a:solidFill>
                  <a:srgbClr val="000000"/>
                </a:solidFill>
                <a:latin typeface="Consolas" panose="020B0609020204030204" pitchFamily="49" charset="0"/>
              </a:rPr>
              <a:t>max_turns</a:t>
            </a:r>
            <a:r>
              <a:rPr lang="en-US" sz="1100" b="1" i="0" u="none" strike="noStrike" baseline="0" dirty="0">
                <a:solidFill>
                  <a:srgbClr val="000000"/>
                </a:solidFill>
                <a:latin typeface="Consolas" panose="020B0609020204030204" pitchFamily="49" charset="0"/>
              </a:rPr>
              <a:t> </a:t>
            </a:r>
            <a:r>
              <a:rPr lang="en-US" sz="1200" b="0" i="0" u="none" strike="noStrike" baseline="0" dirty="0">
                <a:solidFill>
                  <a:srgbClr val="000000"/>
                </a:solidFill>
                <a:latin typeface="Crimson Pro ExtraLight"/>
              </a:rPr>
              <a:t>that caps how many cycles the agent may take. By bounding the loop, </a:t>
            </a:r>
            <a:r>
              <a:rPr lang="en-US" sz="1100" b="0" i="0" u="none" strike="noStrike" baseline="0" dirty="0" err="1">
                <a:solidFill>
                  <a:srgbClr val="000000"/>
                </a:solidFill>
                <a:latin typeface="Consolas" panose="020B0609020204030204" pitchFamily="49" charset="0"/>
              </a:rPr>
              <a:t>max_turns</a:t>
            </a:r>
            <a:r>
              <a:rPr lang="en-US" sz="1100" b="0" i="0" u="none" strike="noStrike" baseline="0" dirty="0">
                <a:solidFill>
                  <a:srgbClr val="000000"/>
                </a:solidFill>
                <a:latin typeface="Consolas" panose="020B0609020204030204" pitchFamily="49" charset="0"/>
              </a:rPr>
              <a:t> </a:t>
            </a:r>
            <a:r>
              <a:rPr lang="en-US" sz="1200" b="0" i="0" u="none" strike="noStrike" baseline="0" dirty="0">
                <a:solidFill>
                  <a:srgbClr val="000000"/>
                </a:solidFill>
                <a:latin typeface="Crimson Pro ExtraLight"/>
              </a:rPr>
              <a:t>acts as a safety valve against endless spins caused by a bad configuration or an unsolvable task. We will go through this in detail in subsequent chapters</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20</a:t>
            </a:fld>
            <a:endParaRPr lang="en-PK"/>
          </a:p>
        </p:txBody>
      </p:sp>
    </p:spTree>
    <p:extLst>
      <p:ext uri="{BB962C8B-B14F-4D97-AF65-F5344CB8AC3E}">
        <p14:creationId xmlns:p14="http://schemas.microsoft.com/office/powerpoint/2010/main" val="1463740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uhn·stan·shee·ayt</a:t>
            </a:r>
            <a:endParaRPr lang="en-US" dirty="0"/>
          </a:p>
          <a:p>
            <a:r>
              <a:rPr lang="en-US" dirty="0"/>
              <a:t>In Python, instantiation refers to the process of creating an instance (or object) of a class</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23</a:t>
            </a:fld>
            <a:endParaRPr lang="en-PK"/>
          </a:p>
        </p:txBody>
      </p:sp>
    </p:spTree>
    <p:extLst>
      <p:ext uri="{BB962C8B-B14F-4D97-AF65-F5344CB8AC3E}">
        <p14:creationId xmlns:p14="http://schemas.microsoft.com/office/powerpoint/2010/main" val="31847821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0" i="0" u="none" strike="noStrike" baseline="0" dirty="0">
                <a:solidFill>
                  <a:srgbClr val="000000"/>
                </a:solidFill>
                <a:latin typeface="Crimson Pro ExtraLight"/>
              </a:rPr>
              <a:t>The concept of guardrails in AI agents is important yet barely discussed. For example, you may want to run the preceding guardrail as executing any agents or tools may be computationally or financially expensive. Any autonomous system that is not deterministic needs guardrails to ensure proper functioning, and this primitive makes it simple for developers to implement this mechanism.</a:t>
            </a:r>
          </a:p>
          <a:p>
            <a:pPr algn="just"/>
            <a:endParaRPr lang="en-PK" sz="1200" b="0" i="0" u="none" strike="noStrike" baseline="0" dirty="0">
              <a:solidFill>
                <a:srgbClr val="000000"/>
              </a:solidFill>
              <a:latin typeface="Crimson Pro ExtraLight"/>
            </a:endParaRPr>
          </a:p>
          <a:p>
            <a:pPr algn="just"/>
            <a:r>
              <a:rPr lang="en-US" sz="1200" b="1" i="0" u="none" strike="noStrike" baseline="0" dirty="0">
                <a:solidFill>
                  <a:srgbClr val="000000"/>
                </a:solidFill>
                <a:latin typeface="Crimson Pro SemiBold"/>
              </a:rPr>
              <a:t>Note</a:t>
            </a:r>
            <a:endParaRPr lang="en-US" sz="1200" b="0" i="0" u="none" strike="noStrike" baseline="0" dirty="0">
              <a:solidFill>
                <a:srgbClr val="000000"/>
              </a:solidFill>
              <a:latin typeface="Crimson Pro SemiBold"/>
            </a:endParaRPr>
          </a:p>
          <a:p>
            <a:pPr algn="just"/>
            <a:r>
              <a:rPr lang="en-US" sz="1200" b="0" i="0" u="none" strike="noStrike" baseline="0" dirty="0">
                <a:solidFill>
                  <a:srgbClr val="000000"/>
                </a:solidFill>
                <a:latin typeface="Crimson Pro ExtraLight"/>
              </a:rPr>
              <a:t>Guardrails usually take the form of decorated Python functions that embed the validation rules. These can be applied to either the initial input from the user or the output to the user. However, those functions can themselves call on another agent to inspect the candidate input or output and decide whether it meets the specified criteria. This means not only can you have agents as tools but also agents as guardrails.</a:t>
            </a:r>
          </a:p>
          <a:p>
            <a:r>
              <a:rPr lang="en-US" sz="2000" b="1" i="0" u="none" strike="noStrike" baseline="0" dirty="0">
                <a:solidFill>
                  <a:srgbClr val="000000"/>
                </a:solidFill>
                <a:latin typeface="Jost*"/>
              </a:rPr>
              <a:t>Tracing</a:t>
            </a:r>
            <a:endParaRPr lang="en-US" sz="2000" b="0" i="0" u="none" strike="noStrike" baseline="0" dirty="0">
              <a:solidFill>
                <a:srgbClr val="000000"/>
              </a:solidFill>
              <a:latin typeface="Jost*"/>
            </a:endParaRPr>
          </a:p>
          <a:p>
            <a:pPr algn="just"/>
            <a:r>
              <a:rPr lang="en-US" sz="1200" b="0" i="0" u="none" strike="noStrike" baseline="0" dirty="0">
                <a:solidFill>
                  <a:srgbClr val="000000"/>
                </a:solidFill>
                <a:latin typeface="Crimson Pro ExtraLight"/>
              </a:rPr>
              <a:t>The </a:t>
            </a:r>
            <a:r>
              <a:rPr lang="en-US" sz="1200" b="1" i="0" u="none" strike="noStrike" baseline="0" dirty="0">
                <a:solidFill>
                  <a:srgbClr val="000000"/>
                </a:solidFill>
                <a:latin typeface="Crimson Pro SemiBold"/>
              </a:rPr>
              <a:t>tracing </a:t>
            </a:r>
            <a:r>
              <a:rPr lang="en-US" sz="1200" b="0" i="0" u="none" strike="noStrike" baseline="0" dirty="0">
                <a:solidFill>
                  <a:srgbClr val="000000"/>
                </a:solidFill>
                <a:latin typeface="Crimson Pro ExtraLight"/>
              </a:rPr>
              <a:t>primitive allows developers to observe and debug the behavior of their agent systems by capturing and recording detailed execution flows during a run. Tracing acts like a flight data recorder for your agent’s reasoning loop. This includes every decision made by the agent, tool invocations, intermediate messages, and handoffs between agents. Without tracing, understanding how and why an agent came to a particular result can be extremely difficult, especially in complex or multi-agent workflows.</a:t>
            </a:r>
          </a:p>
          <a:p>
            <a:pPr algn="just"/>
            <a:r>
              <a:rPr lang="en-US" sz="1200" b="0" i="0" u="none" strike="noStrike" baseline="0" dirty="0">
                <a:solidFill>
                  <a:srgbClr val="000000"/>
                </a:solidFill>
                <a:latin typeface="Crimson Pro ExtraLight"/>
              </a:rPr>
              <a:t>The SDK provides a built-in tracing utility that can be used manually, but more commonly, tracing is enabled automatically through the SDK’s integrated tracing system. This system can persist traces locally or send them to a remote tracing backend such as OpenAI’s built-in UI or your own custom observability setup.</a:t>
            </a:r>
          </a:p>
          <a:p>
            <a:pPr algn="just"/>
            <a:r>
              <a:rPr lang="en-US" sz="1200" b="0" i="0" u="none" strike="noStrike" baseline="0" dirty="0">
                <a:solidFill>
                  <a:srgbClr val="000000"/>
                </a:solidFill>
                <a:latin typeface="Crimson Pro ExtraLight"/>
              </a:rPr>
              <a:t>Let’s look at a simple example. Imagine we want to debug the behavior of our customer service agent when it receives a user request:</a:t>
            </a:r>
          </a:p>
          <a:p>
            <a:pPr marR="2600"/>
            <a:r>
              <a:rPr lang="en-US" sz="1100" b="0" i="0" u="none" strike="noStrike" baseline="0" dirty="0">
                <a:solidFill>
                  <a:srgbClr val="373841"/>
                </a:solidFill>
                <a:latin typeface="Consolas" panose="020B0609020204030204" pitchFamily="49" charset="0"/>
              </a:rPr>
              <a:t>From agents import Runner, </a:t>
            </a:r>
            <a:r>
              <a:rPr lang="en-US" sz="1100" b="0" i="0" u="none" strike="noStrike" baseline="0" dirty="0" err="1">
                <a:solidFill>
                  <a:srgbClr val="373841"/>
                </a:solidFill>
                <a:latin typeface="Consolas" panose="020B0609020204030204" pitchFamily="49" charset="0"/>
              </a:rPr>
              <a:t>enable_tracing</a:t>
            </a:r>
            <a:endParaRPr lang="en-US" sz="1100" b="0" i="0" u="none" strike="noStrike" baseline="0" dirty="0">
              <a:solidFill>
                <a:srgbClr val="373841"/>
              </a:solidFill>
              <a:latin typeface="Consolas" panose="020B0609020204030204" pitchFamily="49" charset="0"/>
            </a:endParaRPr>
          </a:p>
          <a:p>
            <a:pPr marR="2600"/>
            <a:r>
              <a:rPr lang="en-US" sz="1100" b="0" i="0" u="none" strike="noStrike" baseline="0" dirty="0">
                <a:solidFill>
                  <a:srgbClr val="373841"/>
                </a:solidFill>
                <a:latin typeface="Consolas" panose="020B0609020204030204" pitchFamily="49" charset="0"/>
              </a:rPr>
              <a:t>await </a:t>
            </a:r>
            <a:r>
              <a:rPr lang="en-US" sz="1100" b="0" i="0" u="none" strike="noStrike" baseline="0" dirty="0" err="1">
                <a:solidFill>
                  <a:srgbClr val="373841"/>
                </a:solidFill>
                <a:latin typeface="Consolas" panose="020B0609020204030204" pitchFamily="49" charset="0"/>
              </a:rPr>
              <a:t>Runner.run</a:t>
            </a:r>
            <a:r>
              <a:rPr lang="en-US" sz="1100" b="0" i="0" u="none" strike="noStrike" baseline="0" dirty="0">
                <a:solidFill>
                  <a:srgbClr val="373841"/>
                </a:solidFill>
                <a:latin typeface="Consolas" panose="020B0609020204030204" pitchFamily="49" charset="0"/>
              </a:rPr>
              <a:t>(agent, "Please cancel my last order.")</a:t>
            </a:r>
          </a:p>
          <a:p>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32</a:t>
            </a:fld>
            <a:endParaRPr lang="en-PK"/>
          </a:p>
        </p:txBody>
      </p:sp>
    </p:spTree>
    <p:extLst>
      <p:ext uri="{BB962C8B-B14F-4D97-AF65-F5344CB8AC3E}">
        <p14:creationId xmlns:p14="http://schemas.microsoft.com/office/powerpoint/2010/main" val="1992347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33</a:t>
            </a:fld>
            <a:endParaRPr lang="en-PK"/>
          </a:p>
        </p:txBody>
      </p:sp>
    </p:spTree>
    <p:extLst>
      <p:ext uri="{BB962C8B-B14F-4D97-AF65-F5344CB8AC3E}">
        <p14:creationId xmlns:p14="http://schemas.microsoft.com/office/powerpoint/2010/main" val="617015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Tracing is especially powerful when paired with guardrails. For example, when a guardrail tripwire is triggered, tracing allows you to capture exactly what input caused the issue and what steps were taken up to that point. This makes it much easier to tune your agents or validate business logic in sensitive applications.</a:t>
            </a:r>
            <a:endParaRPr lang="en-PK" dirty="0"/>
          </a:p>
        </p:txBody>
      </p:sp>
      <p:sp>
        <p:nvSpPr>
          <p:cNvPr id="4" name="Slide Number Placeholder 3"/>
          <p:cNvSpPr>
            <a:spLocks noGrp="1"/>
          </p:cNvSpPr>
          <p:nvPr>
            <p:ph type="sldNum" sz="quarter" idx="5"/>
          </p:nvPr>
        </p:nvSpPr>
        <p:spPr/>
        <p:txBody>
          <a:bodyPr/>
          <a:lstStyle/>
          <a:p>
            <a:fld id="{F0171226-B2EA-4461-B1FF-C5A963F5D5F3}" type="slidenum">
              <a:rPr lang="en-PK" smtClean="0"/>
              <a:t>37</a:t>
            </a:fld>
            <a:endParaRPr lang="en-PK"/>
          </a:p>
        </p:txBody>
      </p:sp>
    </p:spTree>
    <p:extLst>
      <p:ext uri="{BB962C8B-B14F-4D97-AF65-F5344CB8AC3E}">
        <p14:creationId xmlns:p14="http://schemas.microsoft.com/office/powerpoint/2010/main" val="4277114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24AB-1470-520C-54EC-221254CCE9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6E17ED61-94E8-F9D0-D261-F4DFC97CAD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758ED909-3DB1-F33B-CF11-F491BBB1088B}"/>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5" name="Footer Placeholder 4">
            <a:extLst>
              <a:ext uri="{FF2B5EF4-FFF2-40B4-BE49-F238E27FC236}">
                <a16:creationId xmlns:a16="http://schemas.microsoft.com/office/drawing/2014/main" id="{792BC204-1430-E6D8-99F5-638C588FF73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87C834F-9C3D-1EA1-0901-D6BF9AD8C18F}"/>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4253236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DE21C-0695-B5E5-0E5D-3C89AD77CD10}"/>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BF40481-FCAB-81B6-8E85-C2B6C36420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5A37974-EF65-CF5F-7B21-A9DC79C3ED1A}"/>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5" name="Footer Placeholder 4">
            <a:extLst>
              <a:ext uri="{FF2B5EF4-FFF2-40B4-BE49-F238E27FC236}">
                <a16:creationId xmlns:a16="http://schemas.microsoft.com/office/drawing/2014/main" id="{522A0B89-EB0A-D44F-AD60-B19A1CA530B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E3FF6F5-7FCF-71A9-A621-C2A1A7A37AF1}"/>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2153914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FA9AB-4987-0EAD-A310-9471EB0BDD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33C2C3C-AC1A-A7B0-0CE9-FA9AADB7890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3AD494-D541-E644-A8C0-6CCE438280A7}"/>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5" name="Footer Placeholder 4">
            <a:extLst>
              <a:ext uri="{FF2B5EF4-FFF2-40B4-BE49-F238E27FC236}">
                <a16:creationId xmlns:a16="http://schemas.microsoft.com/office/drawing/2014/main" id="{3135D87B-F5DA-6898-3BA4-B7D801F5C7C2}"/>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2CDFD0A-8063-E600-8CBB-7861DC01FBAB}"/>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166341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9544D-5DE0-A7EC-3FE3-172B3EAA2DA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05E12B7-9C29-E714-7926-0C098A54C8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089D547A-0FFE-BE94-8106-8740F5F9E0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C5806A95-47F6-9D41-6F6C-C75A94D9C63F}"/>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6" name="Footer Placeholder 5">
            <a:extLst>
              <a:ext uri="{FF2B5EF4-FFF2-40B4-BE49-F238E27FC236}">
                <a16:creationId xmlns:a16="http://schemas.microsoft.com/office/drawing/2014/main" id="{D5B727A9-5C20-2099-E882-A426D21FF83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C1BD926-A3DF-7BB3-45BC-FF8A632641F4}"/>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1783406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92FF-4BD4-3DDD-6570-B6D5D6BDAC7A}"/>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49C8864-8286-058E-42AB-8B3AC08390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B33DDC-BC1E-2EE8-3749-502F468DAE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6F9B3D2A-F450-CB34-1C8C-8688D2EAB4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B20F3F-845B-98FA-1E2A-FC7B8B4AFC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AD961327-0ADE-C063-58B3-841BDF74FF60}"/>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8" name="Footer Placeholder 7">
            <a:extLst>
              <a:ext uri="{FF2B5EF4-FFF2-40B4-BE49-F238E27FC236}">
                <a16:creationId xmlns:a16="http://schemas.microsoft.com/office/drawing/2014/main" id="{FC2952A4-8C6D-35E9-C442-8C5DDFCC0B0D}"/>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8E40739B-6C2D-EFD7-D539-362E347EBF85}"/>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713206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29D4-3987-7EA2-A02F-0C4E4CF3B02B}"/>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8E118580-B801-9E32-2A5B-32F9EF2DAC0B}"/>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4" name="Footer Placeholder 3">
            <a:extLst>
              <a:ext uri="{FF2B5EF4-FFF2-40B4-BE49-F238E27FC236}">
                <a16:creationId xmlns:a16="http://schemas.microsoft.com/office/drawing/2014/main" id="{33F64F10-DCE6-C034-7822-70712C4CEE70}"/>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927CEE71-9546-BB2A-9DDF-F8A6708057C9}"/>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3759131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738D58-6E24-C296-2B91-5504AB44BC02}"/>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3" name="Footer Placeholder 2">
            <a:extLst>
              <a:ext uri="{FF2B5EF4-FFF2-40B4-BE49-F238E27FC236}">
                <a16:creationId xmlns:a16="http://schemas.microsoft.com/office/drawing/2014/main" id="{4A423262-17C3-E7B1-49CF-AFD371D8962D}"/>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D1586440-61EF-E031-F586-98340153391B}"/>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3811447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D4BA7-1B47-BAEC-6F1A-596C2E7FB0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706AF2DF-8BED-4B39-274F-4EFDB2322D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9E4DC442-88F8-F3CD-76B3-CC1A690025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5B7853-A34C-71AD-A05B-5EB33102E0AB}"/>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6" name="Footer Placeholder 5">
            <a:extLst>
              <a:ext uri="{FF2B5EF4-FFF2-40B4-BE49-F238E27FC236}">
                <a16:creationId xmlns:a16="http://schemas.microsoft.com/office/drawing/2014/main" id="{BA42DD83-ACF7-5838-A2BB-DF867C3A284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2724E93-8383-4AF7-E44A-8314C97E916B}"/>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2223403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6D3E5-32AE-C489-54B1-D4D5FF324A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DF515B5F-026B-F1F7-1849-7B544E344A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FBB4A43-E947-011E-DAE0-23FC21EE88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13794-1556-395D-B67B-E833A90B6163}"/>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6" name="Footer Placeholder 5">
            <a:extLst>
              <a:ext uri="{FF2B5EF4-FFF2-40B4-BE49-F238E27FC236}">
                <a16:creationId xmlns:a16="http://schemas.microsoft.com/office/drawing/2014/main" id="{B943DCF5-8E42-960B-F22D-B921BB18CB3E}"/>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CD4C828-2510-9B17-42B9-E9469CEC8346}"/>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1855516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80E8C-040F-B6E3-2088-C33F9D86C4EE}"/>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31395FCA-FF16-F71B-FEB9-624DEEDD7E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CAF75396-AE4A-EC46-8797-D4C1272ADF00}"/>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5" name="Footer Placeholder 4">
            <a:extLst>
              <a:ext uri="{FF2B5EF4-FFF2-40B4-BE49-F238E27FC236}">
                <a16:creationId xmlns:a16="http://schemas.microsoft.com/office/drawing/2014/main" id="{1242C68B-3D8F-C288-C4FA-A347BA377BF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BFB5820-BC48-3F4A-954C-D4C7079BBB49}"/>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3784914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6721D9-CBCA-3216-94B2-74256587A18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C4983270-A426-D250-4F4D-B1AF56C72C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80E9B7D-F758-0E71-8A96-5E69E29C41F2}"/>
              </a:ext>
            </a:extLst>
          </p:cNvPr>
          <p:cNvSpPr>
            <a:spLocks noGrp="1"/>
          </p:cNvSpPr>
          <p:nvPr>
            <p:ph type="dt" sz="half" idx="10"/>
          </p:nvPr>
        </p:nvSpPr>
        <p:spPr/>
        <p:txBody>
          <a:bodyPr/>
          <a:lstStyle/>
          <a:p>
            <a:fld id="{2682C542-CD6F-4E38-A905-2D67ACF7EF7D}" type="datetimeFigureOut">
              <a:rPr lang="en-PK" smtClean="0"/>
              <a:t>05/12/2025</a:t>
            </a:fld>
            <a:endParaRPr lang="en-PK"/>
          </a:p>
        </p:txBody>
      </p:sp>
      <p:sp>
        <p:nvSpPr>
          <p:cNvPr id="5" name="Footer Placeholder 4">
            <a:extLst>
              <a:ext uri="{FF2B5EF4-FFF2-40B4-BE49-F238E27FC236}">
                <a16:creationId xmlns:a16="http://schemas.microsoft.com/office/drawing/2014/main" id="{FD36067E-3475-FE4C-7FA2-A454E52F415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9225B2D-C092-C7C3-2521-1EC65D534408}"/>
              </a:ext>
            </a:extLst>
          </p:cNvPr>
          <p:cNvSpPr>
            <a:spLocks noGrp="1"/>
          </p:cNvSpPr>
          <p:nvPr>
            <p:ph type="sldNum" sz="quarter" idx="12"/>
          </p:nvPr>
        </p:nvSpPr>
        <p:spPr/>
        <p:txBody>
          <a:bodyPr/>
          <a:lstStyle/>
          <a:p>
            <a:fld id="{B3B63BAE-1851-47BC-8EAB-2EDAF3B83FED}" type="slidenum">
              <a:rPr lang="en-PK" smtClean="0"/>
              <a:t>‹#›</a:t>
            </a:fld>
            <a:endParaRPr lang="en-PK"/>
          </a:p>
        </p:txBody>
      </p:sp>
    </p:spTree>
    <p:extLst>
      <p:ext uri="{BB962C8B-B14F-4D97-AF65-F5344CB8AC3E}">
        <p14:creationId xmlns:p14="http://schemas.microsoft.com/office/powerpoint/2010/main" val="2932225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BBEA8-6256-6C98-BAB6-45831A45AF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AF46E2C-38B7-06D5-9461-265A415B1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8664AD5-6CE8-7878-C97A-696DEFE892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82C542-CD6F-4E38-A905-2D67ACF7EF7D}" type="datetimeFigureOut">
              <a:rPr lang="en-PK" smtClean="0"/>
              <a:t>05/12/2025</a:t>
            </a:fld>
            <a:endParaRPr lang="en-PK"/>
          </a:p>
        </p:txBody>
      </p:sp>
      <p:sp>
        <p:nvSpPr>
          <p:cNvPr id="5" name="Footer Placeholder 4">
            <a:extLst>
              <a:ext uri="{FF2B5EF4-FFF2-40B4-BE49-F238E27FC236}">
                <a16:creationId xmlns:a16="http://schemas.microsoft.com/office/drawing/2014/main" id="{D81FA7E9-AA15-4D8E-9551-883CDDCC60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C0AF814C-7764-EF77-0461-EEF9CEE9C1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B63BAE-1851-47BC-8EAB-2EDAF3B83FED}" type="slidenum">
              <a:rPr lang="en-PK" smtClean="0"/>
              <a:t>‹#›</a:t>
            </a:fld>
            <a:endParaRPr lang="en-PK"/>
          </a:p>
        </p:txBody>
      </p:sp>
    </p:spTree>
    <p:extLst>
      <p:ext uri="{BB962C8B-B14F-4D97-AF65-F5344CB8AC3E}">
        <p14:creationId xmlns:p14="http://schemas.microsoft.com/office/powerpoint/2010/main" val="353352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DC07D-E6EE-2E8C-662F-0AFD17BE17E9}"/>
              </a:ext>
            </a:extLst>
          </p:cNvPr>
          <p:cNvSpPr>
            <a:spLocks noGrp="1"/>
          </p:cNvSpPr>
          <p:nvPr>
            <p:ph type="ctrTitle"/>
          </p:nvPr>
        </p:nvSpPr>
        <p:spPr/>
        <p:txBody>
          <a:bodyPr/>
          <a:lstStyle/>
          <a:p>
            <a:r>
              <a:rPr lang="en-US" dirty="0"/>
              <a:t>Introduction to OpenAI Agents SDK</a:t>
            </a:r>
            <a:endParaRPr lang="en-PK" dirty="0"/>
          </a:p>
        </p:txBody>
      </p:sp>
      <p:sp>
        <p:nvSpPr>
          <p:cNvPr id="3" name="Subtitle 2">
            <a:extLst>
              <a:ext uri="{FF2B5EF4-FFF2-40B4-BE49-F238E27FC236}">
                <a16:creationId xmlns:a16="http://schemas.microsoft.com/office/drawing/2014/main" id="{49EDBD68-2728-EFC3-9E1E-683D8CC8FF8E}"/>
              </a:ext>
            </a:extLst>
          </p:cNvPr>
          <p:cNvSpPr>
            <a:spLocks noGrp="1"/>
          </p:cNvSpPr>
          <p:nvPr>
            <p:ph type="subTitle" idx="1"/>
          </p:nvPr>
        </p:nvSpPr>
        <p:spPr/>
        <p:txBody>
          <a:bodyPr/>
          <a:lstStyle/>
          <a:p>
            <a:r>
              <a:rPr lang="en-US" dirty="0"/>
              <a:t>Prepared by: Muhammad Abdul Qayum</a:t>
            </a:r>
          </a:p>
          <a:p>
            <a:r>
              <a:rPr lang="en-US" dirty="0"/>
              <a:t>National Textile University</a:t>
            </a:r>
          </a:p>
          <a:p>
            <a:r>
              <a:rPr lang="en-US" dirty="0"/>
              <a:t>Faisalabad</a:t>
            </a:r>
            <a:endParaRPr lang="en-PK" dirty="0"/>
          </a:p>
        </p:txBody>
      </p:sp>
    </p:spTree>
    <p:extLst>
      <p:ext uri="{BB962C8B-B14F-4D97-AF65-F5344CB8AC3E}">
        <p14:creationId xmlns:p14="http://schemas.microsoft.com/office/powerpoint/2010/main" val="3246241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4319B-61B1-6264-5319-C9026E7303CC}"/>
              </a:ext>
            </a:extLst>
          </p:cNvPr>
          <p:cNvSpPr>
            <a:spLocks noGrp="1"/>
          </p:cNvSpPr>
          <p:nvPr>
            <p:ph type="title"/>
          </p:nvPr>
        </p:nvSpPr>
        <p:spPr/>
        <p:txBody>
          <a:bodyPr/>
          <a:lstStyle/>
          <a:p>
            <a:r>
              <a:rPr lang="en-US" dirty="0"/>
              <a:t>contents</a:t>
            </a:r>
            <a:endParaRPr lang="en-PK" dirty="0"/>
          </a:p>
        </p:txBody>
      </p:sp>
      <p:sp>
        <p:nvSpPr>
          <p:cNvPr id="3" name="Content Placeholder 2">
            <a:extLst>
              <a:ext uri="{FF2B5EF4-FFF2-40B4-BE49-F238E27FC236}">
                <a16:creationId xmlns:a16="http://schemas.microsoft.com/office/drawing/2014/main" id="{86CDB937-889A-9996-1BF0-2277F8993A6D}"/>
              </a:ext>
            </a:extLst>
          </p:cNvPr>
          <p:cNvSpPr>
            <a:spLocks noGrp="1"/>
          </p:cNvSpPr>
          <p:nvPr>
            <p:ph idx="1"/>
          </p:nvPr>
        </p:nvSpPr>
        <p:spPr/>
        <p:txBody>
          <a:bodyPr/>
          <a:lstStyle/>
          <a:p>
            <a:pPr algn="l"/>
            <a:endParaRPr lang="en-PK" sz="4000" b="0" i="0" u="none" strike="noStrike" baseline="0" dirty="0">
              <a:solidFill>
                <a:srgbClr val="000000"/>
              </a:solidFill>
              <a:latin typeface="Crimson Pro SemiBold"/>
            </a:endParaRPr>
          </a:p>
          <a:p>
            <a:r>
              <a:rPr lang="en-US" sz="2800" b="1" i="0" u="none" strike="noStrike" baseline="0" dirty="0">
                <a:solidFill>
                  <a:srgbClr val="000000"/>
                </a:solidFill>
                <a:latin typeface="Crimson Pro SemiBold"/>
              </a:rPr>
              <a:t>Design principles of OpenAI Agents SDK</a:t>
            </a:r>
            <a:r>
              <a:rPr lang="en-US" sz="2800" b="0" i="0" u="none" strike="noStrike" baseline="0" dirty="0">
                <a:solidFill>
                  <a:srgbClr val="000000"/>
                </a:solidFill>
                <a:latin typeface="Crimson Pro ExtraLight"/>
              </a:rPr>
              <a:t>, including minimal abstraction and frameworks for multi-agent orchestration—Pythonic, flexible, and extensible</a:t>
            </a:r>
          </a:p>
          <a:p>
            <a:r>
              <a:rPr lang="en-US" sz="2800" b="1" i="0" u="none" strike="noStrike" baseline="0" dirty="0">
                <a:solidFill>
                  <a:srgbClr val="000000"/>
                </a:solidFill>
                <a:latin typeface="Crimson Pro SemiBold"/>
              </a:rPr>
              <a:t>Core primitives </a:t>
            </a:r>
            <a:r>
              <a:rPr lang="en-US" sz="2800" b="0" i="0" u="none" strike="noStrike" baseline="0" dirty="0">
                <a:solidFill>
                  <a:srgbClr val="000000"/>
                </a:solidFill>
                <a:latin typeface="Crimson Pro ExtraLight"/>
              </a:rPr>
              <a:t>that make up the SDK, with detailed examples of each primitive and how they are used</a:t>
            </a:r>
          </a:p>
          <a:p>
            <a:endParaRPr lang="en-PK" dirty="0"/>
          </a:p>
        </p:txBody>
      </p:sp>
      <p:sp>
        <p:nvSpPr>
          <p:cNvPr id="5" name="TextBox 4">
            <a:extLst>
              <a:ext uri="{FF2B5EF4-FFF2-40B4-BE49-F238E27FC236}">
                <a16:creationId xmlns:a16="http://schemas.microsoft.com/office/drawing/2014/main" id="{DE015DB7-E714-F4F7-2FAA-24A927997C86}"/>
              </a:ext>
            </a:extLst>
          </p:cNvPr>
          <p:cNvSpPr txBox="1"/>
          <p:nvPr/>
        </p:nvSpPr>
        <p:spPr>
          <a:xfrm>
            <a:off x="4959927" y="6369764"/>
            <a:ext cx="6096000" cy="246221"/>
          </a:xfrm>
          <a:prstGeom prst="rect">
            <a:avLst/>
          </a:prstGeom>
          <a:noFill/>
        </p:spPr>
        <p:txBody>
          <a:bodyPr wrap="square">
            <a:spAutoFit/>
          </a:bodyPr>
          <a:lstStyle/>
          <a:p>
            <a:r>
              <a:rPr lang="en-US" sz="1000" b="0" i="0" u="none" strike="noStrike" baseline="0" dirty="0">
                <a:solidFill>
                  <a:srgbClr val="000000"/>
                </a:solidFill>
                <a:latin typeface="Crimson Pro ExtraLight"/>
              </a:rPr>
              <a:t>GitHub repository at </a:t>
            </a:r>
            <a:r>
              <a:rPr lang="en-US" sz="900" b="0" i="0" u="none" strike="noStrike" baseline="0" dirty="0">
                <a:solidFill>
                  <a:srgbClr val="000000"/>
                </a:solidFill>
                <a:latin typeface="Consolas" panose="020B0609020204030204" pitchFamily="49" charset="0"/>
              </a:rPr>
              <a:t>https://github.com/PacktPublishing/Building-Agents-with-OpenAI-Agents-SDK</a:t>
            </a:r>
            <a:r>
              <a:rPr lang="en-US" sz="1000" b="0" i="0" u="none" strike="noStrike" baseline="0" dirty="0">
                <a:solidFill>
                  <a:srgbClr val="000000"/>
                </a:solidFill>
                <a:latin typeface="Crimson Pro ExtraLight"/>
              </a:rPr>
              <a:t>.</a:t>
            </a:r>
            <a:endParaRPr lang="en-PK" dirty="0"/>
          </a:p>
        </p:txBody>
      </p:sp>
    </p:spTree>
    <p:extLst>
      <p:ext uri="{BB962C8B-B14F-4D97-AF65-F5344CB8AC3E}">
        <p14:creationId xmlns:p14="http://schemas.microsoft.com/office/powerpoint/2010/main" val="1151776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198633-4148-D2DC-1176-D4A093277E4B}"/>
              </a:ext>
            </a:extLst>
          </p:cNvPr>
          <p:cNvSpPr>
            <a:spLocks noGrp="1"/>
          </p:cNvSpPr>
          <p:nvPr>
            <p:ph type="ctrTitle"/>
          </p:nvPr>
        </p:nvSpPr>
        <p:spPr/>
        <p:txBody>
          <a:bodyPr/>
          <a:lstStyle/>
          <a:p>
            <a:r>
              <a:rPr lang="en-US" b="1" dirty="0"/>
              <a:t>Design features of OpenAI Agents SDK</a:t>
            </a:r>
            <a:endParaRPr lang="en-PK" dirty="0"/>
          </a:p>
        </p:txBody>
      </p:sp>
      <p:sp>
        <p:nvSpPr>
          <p:cNvPr id="5" name="Subtitle 4">
            <a:extLst>
              <a:ext uri="{FF2B5EF4-FFF2-40B4-BE49-F238E27FC236}">
                <a16:creationId xmlns:a16="http://schemas.microsoft.com/office/drawing/2014/main" id="{F5B0187B-60AE-3AF1-4BBA-6FFFE57388CF}"/>
              </a:ext>
            </a:extLst>
          </p:cNvPr>
          <p:cNvSpPr>
            <a:spLocks noGrp="1"/>
          </p:cNvSpPr>
          <p:nvPr>
            <p:ph type="subTitle" idx="1"/>
          </p:nvPr>
        </p:nvSpPr>
        <p:spPr/>
        <p:txBody>
          <a:bodyPr/>
          <a:lstStyle/>
          <a:p>
            <a:r>
              <a:rPr lang="en-US" dirty="0"/>
              <a:t>balance between simplicity and flexibility, making it easy for beginners to use while still powerful enough for advanced developer</a:t>
            </a:r>
            <a:endParaRPr lang="en-PK" dirty="0"/>
          </a:p>
        </p:txBody>
      </p:sp>
    </p:spTree>
    <p:extLst>
      <p:ext uri="{BB962C8B-B14F-4D97-AF65-F5344CB8AC3E}">
        <p14:creationId xmlns:p14="http://schemas.microsoft.com/office/powerpoint/2010/main" val="2629813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AE39C-57E5-5B0C-26C6-1010D4A864DC}"/>
              </a:ext>
            </a:extLst>
          </p:cNvPr>
          <p:cNvSpPr>
            <a:spLocks noGrp="1"/>
          </p:cNvSpPr>
          <p:nvPr>
            <p:ph type="title"/>
          </p:nvPr>
        </p:nvSpPr>
        <p:spPr/>
        <p:txBody>
          <a:bodyPr/>
          <a:lstStyle/>
          <a:p>
            <a:r>
              <a:rPr lang="en-US" dirty="0"/>
              <a:t>Framework for building AI agents</a:t>
            </a:r>
            <a:endParaRPr lang="en-PK" dirty="0"/>
          </a:p>
        </p:txBody>
      </p:sp>
      <p:sp>
        <p:nvSpPr>
          <p:cNvPr id="4" name="Rectangle 1">
            <a:extLst>
              <a:ext uri="{FF2B5EF4-FFF2-40B4-BE49-F238E27FC236}">
                <a16:creationId xmlns:a16="http://schemas.microsoft.com/office/drawing/2014/main" id="{28085D1B-6F24-2B25-31C4-398C08DC4B76}"/>
              </a:ext>
            </a:extLst>
          </p:cNvPr>
          <p:cNvSpPr>
            <a:spLocks noGrp="1" noChangeArrowheads="1"/>
          </p:cNvSpPr>
          <p:nvPr>
            <p:ph idx="1"/>
          </p:nvPr>
        </p:nvSpPr>
        <p:spPr bwMode="auto">
          <a:xfrm>
            <a:off x="838200" y="2231580"/>
            <a:ext cx="105156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Display" panose="020B0004020202020204" pitchFamily="34" charset="0"/>
              </a:rPr>
              <a:t>OpenAI Agents SDK works similarly to web frameworks like </a:t>
            </a:r>
            <a:r>
              <a:rPr kumimoji="0" lang="en-PK" altLang="en-PK" b="0" i="1" u="sng" strike="noStrike" cap="none" normalizeH="0" baseline="0" dirty="0">
                <a:ln>
                  <a:noFill/>
                </a:ln>
                <a:solidFill>
                  <a:schemeClr val="tx1"/>
                </a:solidFill>
                <a:effectLst/>
                <a:latin typeface="Aptos Display" panose="020B0004020202020204" pitchFamily="34" charset="0"/>
              </a:rPr>
              <a:t>Django or Ruby on Rails.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Display" panose="020B0004020202020204" pitchFamily="34" charset="0"/>
              </a:rPr>
              <a:t>It abstracts the </a:t>
            </a:r>
            <a:r>
              <a:rPr kumimoji="0" lang="en-PK" altLang="en-PK" b="0" i="1" u="sng" strike="noStrike" cap="none" normalizeH="0" baseline="0" dirty="0">
                <a:ln>
                  <a:noFill/>
                </a:ln>
                <a:solidFill>
                  <a:schemeClr val="tx1"/>
                </a:solidFill>
                <a:effectLst/>
                <a:latin typeface="Aptos Display" panose="020B0004020202020204" pitchFamily="34" charset="0"/>
              </a:rPr>
              <a:t>low-level complexities </a:t>
            </a:r>
            <a:r>
              <a:rPr kumimoji="0" lang="en-PK" altLang="en-PK" b="0" i="0" u="none" strike="noStrike" cap="none" normalizeH="0" baseline="0" dirty="0">
                <a:ln>
                  <a:noFill/>
                </a:ln>
                <a:solidFill>
                  <a:schemeClr val="tx1"/>
                </a:solidFill>
                <a:effectLst/>
                <a:latin typeface="Aptos Display" panose="020B0004020202020204" pitchFamily="34" charset="0"/>
              </a:rPr>
              <a:t>of AI agent development — so you don’t have to “wrestle the wires” yourself.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Display" panose="020B0004020202020204" pitchFamily="34" charset="0"/>
              </a:rPr>
              <a:t>Developers can </a:t>
            </a:r>
            <a:r>
              <a:rPr kumimoji="0" lang="en-PK" altLang="en-PK" b="0" i="1" u="sng" strike="noStrike" cap="none" normalizeH="0" baseline="0" dirty="0">
                <a:ln>
                  <a:noFill/>
                </a:ln>
                <a:solidFill>
                  <a:schemeClr val="tx1"/>
                </a:solidFill>
                <a:effectLst/>
                <a:latin typeface="Aptos Display" panose="020B0004020202020204" pitchFamily="34" charset="0"/>
              </a:rPr>
              <a:t>focus on high-impact logic </a:t>
            </a:r>
            <a:r>
              <a:rPr kumimoji="0" lang="en-PK" altLang="en-PK" b="0" i="0" u="none" strike="noStrike" cap="none" normalizeH="0" baseline="0" dirty="0">
                <a:ln>
                  <a:noFill/>
                </a:ln>
                <a:solidFill>
                  <a:schemeClr val="tx1"/>
                </a:solidFill>
                <a:effectLst/>
                <a:latin typeface="Aptos Display" panose="020B0004020202020204" pitchFamily="34" charset="0"/>
              </a:rPr>
              <a:t>instead of infrastructure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Display" panose="020B0004020202020204" pitchFamily="34" charset="0"/>
              </a:rPr>
              <a:t>Enables </a:t>
            </a:r>
            <a:r>
              <a:rPr kumimoji="0" lang="en-PK" altLang="en-PK" b="0" i="1" u="sng" strike="noStrike" cap="none" normalizeH="0" baseline="0" dirty="0">
                <a:ln>
                  <a:noFill/>
                </a:ln>
                <a:solidFill>
                  <a:schemeClr val="tx1"/>
                </a:solidFill>
                <a:effectLst/>
                <a:latin typeface="Aptos Display" panose="020B0004020202020204" pitchFamily="34" charset="0"/>
              </a:rPr>
              <a:t>rapid agent creation </a:t>
            </a:r>
            <a:r>
              <a:rPr kumimoji="0" lang="en-PK" altLang="en-PK" b="0" i="0" u="none" strike="noStrike" cap="none" normalizeH="0" baseline="0" dirty="0">
                <a:ln>
                  <a:noFill/>
                </a:ln>
                <a:solidFill>
                  <a:schemeClr val="tx1"/>
                </a:solidFill>
                <a:effectLst/>
                <a:latin typeface="Aptos Display" panose="020B0004020202020204" pitchFamily="34" charset="0"/>
              </a:rPr>
              <a:t>and deployment with minimal setup — almost like using a pre-built kitchen instead of building one from scratch.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b="0" i="0" u="none" strike="noStrike" cap="none" normalizeH="0" baseline="0" dirty="0">
                <a:ln>
                  <a:noFill/>
                </a:ln>
                <a:solidFill>
                  <a:schemeClr val="tx1"/>
                </a:solidFill>
                <a:effectLst/>
                <a:latin typeface="Aptos Display" panose="020B0004020202020204" pitchFamily="34" charset="0"/>
              </a:rPr>
              <a:t> A</a:t>
            </a:r>
            <a:r>
              <a:rPr kumimoji="0" lang="en-PK" altLang="en-PK" b="0" i="0" u="none" strike="noStrike" cap="none" normalizeH="0" baseline="0" dirty="0" err="1">
                <a:ln>
                  <a:noFill/>
                </a:ln>
                <a:solidFill>
                  <a:schemeClr val="tx1"/>
                </a:solidFill>
                <a:effectLst/>
                <a:latin typeface="Aptos Display" panose="020B0004020202020204" pitchFamily="34" charset="0"/>
              </a:rPr>
              <a:t>ccelerating</a:t>
            </a:r>
            <a:r>
              <a:rPr kumimoji="0" lang="en-PK" altLang="en-PK" b="0" i="0" u="none" strike="noStrike" cap="none" normalizeH="0" baseline="0" dirty="0">
                <a:ln>
                  <a:noFill/>
                </a:ln>
                <a:solidFill>
                  <a:schemeClr val="tx1"/>
                </a:solidFill>
                <a:effectLst/>
                <a:latin typeface="Aptos Display" panose="020B0004020202020204" pitchFamily="34" charset="0"/>
              </a:rPr>
              <a:t> development productivity</a:t>
            </a:r>
            <a:r>
              <a:rPr kumimoji="0" lang="en-PK" altLang="en-PK"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510294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0CB71-593E-CA5D-90AB-F54DB2B8A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CB855-A9F8-A3A6-B86A-8CCBCC8CDFEE}"/>
              </a:ext>
            </a:extLst>
          </p:cNvPr>
          <p:cNvSpPr>
            <a:spLocks noGrp="1"/>
          </p:cNvSpPr>
          <p:nvPr>
            <p:ph type="title"/>
          </p:nvPr>
        </p:nvSpPr>
        <p:spPr/>
        <p:txBody>
          <a:bodyPr/>
          <a:lstStyle/>
          <a:p>
            <a:r>
              <a:rPr lang="en-US" dirty="0"/>
              <a:t>Framework for building AI agents</a:t>
            </a:r>
            <a:endParaRPr lang="en-PK" dirty="0"/>
          </a:p>
        </p:txBody>
      </p:sp>
      <p:sp>
        <p:nvSpPr>
          <p:cNvPr id="3" name="Content Placeholder 2">
            <a:extLst>
              <a:ext uri="{FF2B5EF4-FFF2-40B4-BE49-F238E27FC236}">
                <a16:creationId xmlns:a16="http://schemas.microsoft.com/office/drawing/2014/main" id="{7B67ABEF-2D08-3B84-0510-B06132E1DC65}"/>
              </a:ext>
            </a:extLst>
          </p:cNvPr>
          <p:cNvSpPr>
            <a:spLocks noGrp="1"/>
          </p:cNvSpPr>
          <p:nvPr>
            <p:ph idx="1"/>
          </p:nvPr>
        </p:nvSpPr>
        <p:spPr>
          <a:xfrm>
            <a:off x="838200" y="1825625"/>
            <a:ext cx="10515600" cy="927100"/>
          </a:xfrm>
        </p:spPr>
        <p:txBody>
          <a:bodyPr/>
          <a:lstStyle/>
          <a:p>
            <a:r>
              <a:rPr lang="en-US" dirty="0"/>
              <a:t>With the SDK, we can create an agent with a few lines of Python code:</a:t>
            </a:r>
            <a:endParaRPr lang="en-PK" dirty="0"/>
          </a:p>
        </p:txBody>
      </p:sp>
      <p:pic>
        <p:nvPicPr>
          <p:cNvPr id="5" name="Picture 4">
            <a:extLst>
              <a:ext uri="{FF2B5EF4-FFF2-40B4-BE49-F238E27FC236}">
                <a16:creationId xmlns:a16="http://schemas.microsoft.com/office/drawing/2014/main" id="{5EFE7A0F-2ACC-053F-8479-3F03FC8CF015}"/>
              </a:ext>
            </a:extLst>
          </p:cNvPr>
          <p:cNvPicPr>
            <a:picLocks noChangeAspect="1"/>
          </p:cNvPicPr>
          <p:nvPr/>
        </p:nvPicPr>
        <p:blipFill>
          <a:blip r:embed="rId3"/>
          <a:stretch>
            <a:fillRect/>
          </a:stretch>
        </p:blipFill>
        <p:spPr>
          <a:xfrm>
            <a:off x="838200" y="2752725"/>
            <a:ext cx="10574226" cy="3038899"/>
          </a:xfrm>
          <a:prstGeom prst="rect">
            <a:avLst/>
          </a:prstGeom>
        </p:spPr>
      </p:pic>
    </p:spTree>
    <p:extLst>
      <p:ext uri="{BB962C8B-B14F-4D97-AF65-F5344CB8AC3E}">
        <p14:creationId xmlns:p14="http://schemas.microsoft.com/office/powerpoint/2010/main" val="2878454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E8C5-90B1-75F1-FD94-2CB5CBC84DF1}"/>
              </a:ext>
            </a:extLst>
          </p:cNvPr>
          <p:cNvSpPr>
            <a:spLocks noGrp="1"/>
          </p:cNvSpPr>
          <p:nvPr>
            <p:ph type="title"/>
          </p:nvPr>
        </p:nvSpPr>
        <p:spPr/>
        <p:txBody>
          <a:bodyPr/>
          <a:lstStyle/>
          <a:p>
            <a:r>
              <a:rPr lang="en-US" dirty="0"/>
              <a:t>Multi-agent orchestration</a:t>
            </a:r>
            <a:endParaRPr lang="en-PK" dirty="0"/>
          </a:p>
        </p:txBody>
      </p:sp>
      <p:sp>
        <p:nvSpPr>
          <p:cNvPr id="4" name="Rectangle 1">
            <a:extLst>
              <a:ext uri="{FF2B5EF4-FFF2-40B4-BE49-F238E27FC236}">
                <a16:creationId xmlns:a16="http://schemas.microsoft.com/office/drawing/2014/main" id="{59739033-C95D-BE68-D288-7CFDE55ACF1A}"/>
              </a:ext>
            </a:extLst>
          </p:cNvPr>
          <p:cNvSpPr>
            <a:spLocks noGrp="1" noChangeArrowheads="1"/>
          </p:cNvSpPr>
          <p:nvPr>
            <p:ph idx="1"/>
          </p:nvPr>
        </p:nvSpPr>
        <p:spPr bwMode="auto">
          <a:xfrm>
            <a:off x="838200" y="1790531"/>
            <a:ext cx="1093724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The framework also supports building </a:t>
            </a:r>
            <a:r>
              <a:rPr kumimoji="0" lang="en-PK" altLang="en-PK" b="1" i="0" u="none" strike="noStrike" cap="none" normalizeH="0" baseline="0" dirty="0">
                <a:ln>
                  <a:noFill/>
                </a:ln>
                <a:solidFill>
                  <a:schemeClr val="tx1"/>
                </a:solidFill>
                <a:effectLst/>
                <a:latin typeface="Aptos" panose="020B0004020202020204" pitchFamily="34" charset="0"/>
              </a:rPr>
              <a:t>multi-agent systems</a:t>
            </a:r>
            <a:r>
              <a:rPr kumimoji="0" lang="en-PK" altLang="en-PK" b="0" i="0" u="none" strike="noStrike" cap="none" normalizeH="0" baseline="0" dirty="0">
                <a:ln>
                  <a:noFill/>
                </a:ln>
                <a:solidFill>
                  <a:schemeClr val="tx1"/>
                </a:solidFill>
                <a:effectLst/>
                <a:latin typeface="Aptos" panose="020B0004020202020204" pitchFamily="34" charset="0"/>
              </a:rPr>
              <a:t>, teamwork makes the </a:t>
            </a:r>
            <a:r>
              <a:rPr kumimoji="0" lang="en-PK" altLang="en-PK" b="0" i="1" u="none" strike="noStrike" cap="none" normalizeH="0" baseline="0" dirty="0">
                <a:ln>
                  <a:noFill/>
                </a:ln>
                <a:solidFill>
                  <a:schemeClr val="tx1"/>
                </a:solidFill>
                <a:effectLst/>
                <a:latin typeface="Aptos" panose="020B0004020202020204" pitchFamily="34" charset="0"/>
              </a:rPr>
              <a:t>AI dream</a:t>
            </a:r>
            <a:r>
              <a:rPr kumimoji="0" lang="en-PK" altLang="en-PK" b="0" i="0" u="none" strike="noStrike" cap="none" normalizeH="0" baseline="0" dirty="0">
                <a:ln>
                  <a:noFill/>
                </a:ln>
                <a:solidFill>
                  <a:schemeClr val="tx1"/>
                </a:solidFill>
                <a:effectLst/>
                <a:latin typeface="Aptos" panose="020B0004020202020204" pitchFamily="34" charset="0"/>
              </a:rPr>
              <a:t> 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Ideal for problems where </a:t>
            </a:r>
            <a:r>
              <a:rPr kumimoji="0" lang="en-PK" altLang="en-PK" b="1" i="0" u="none" strike="noStrike" cap="none" normalizeH="0" baseline="0" dirty="0">
                <a:ln>
                  <a:noFill/>
                </a:ln>
                <a:solidFill>
                  <a:schemeClr val="tx1"/>
                </a:solidFill>
                <a:effectLst/>
                <a:latin typeface="Aptos" panose="020B0004020202020204" pitchFamily="34" charset="0"/>
              </a:rPr>
              <a:t>one agent can’t (or shouldn’t) do everything</a:t>
            </a:r>
            <a:r>
              <a:rPr kumimoji="0" lang="en-PK" altLang="en-PK" b="0" i="0" u="none" strike="noStrike" cap="none" normalizeH="0" baseline="0" dirty="0">
                <a:ln>
                  <a:noFill/>
                </a:ln>
                <a:solidFill>
                  <a:schemeClr val="tx1"/>
                </a:solidFill>
                <a:effectLst/>
                <a:latin typeface="Aptos" panose="020B00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Tasks can be divided among </a:t>
            </a:r>
            <a:r>
              <a:rPr kumimoji="0" lang="en-PK" altLang="en-PK" b="1" i="0" u="none" strike="noStrike" cap="none" normalizeH="0" baseline="0" dirty="0">
                <a:ln>
                  <a:noFill/>
                </a:ln>
                <a:solidFill>
                  <a:schemeClr val="tx1"/>
                </a:solidFill>
                <a:effectLst/>
                <a:latin typeface="Aptos" panose="020B0004020202020204" pitchFamily="34" charset="0"/>
              </a:rPr>
              <a:t>specialized agents</a:t>
            </a:r>
            <a:r>
              <a:rPr kumimoji="0" lang="en-PK" altLang="en-PK" b="0" i="0" u="none" strike="noStrike" cap="none" normalizeH="0" baseline="0" dirty="0">
                <a:ln>
                  <a:noFill/>
                </a:ln>
                <a:solidFill>
                  <a:schemeClr val="tx1"/>
                </a:solidFill>
                <a:effectLst/>
                <a:latin typeface="Aptos" panose="020B00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These agents </a:t>
            </a:r>
            <a:r>
              <a:rPr kumimoji="0" lang="en-PK" altLang="en-PK" b="1" i="0" u="none" strike="noStrike" cap="none" normalizeH="0" baseline="0" dirty="0">
                <a:ln>
                  <a:noFill/>
                </a:ln>
                <a:solidFill>
                  <a:schemeClr val="tx1"/>
                </a:solidFill>
                <a:effectLst/>
                <a:latin typeface="Aptos" panose="020B0004020202020204" pitchFamily="34" charset="0"/>
              </a:rPr>
              <a:t>handoff tasks</a:t>
            </a:r>
            <a:r>
              <a:rPr kumimoji="0" lang="en-PK" altLang="en-PK" b="0" i="0" u="none" strike="noStrike" cap="none" normalizeH="0" baseline="0" dirty="0">
                <a:ln>
                  <a:noFill/>
                </a:ln>
                <a:solidFill>
                  <a:schemeClr val="tx1"/>
                </a:solidFill>
                <a:effectLst/>
                <a:latin typeface="Aptos" panose="020B0004020202020204" pitchFamily="34" charset="0"/>
              </a:rPr>
              <a:t> to one another when needed, forming a smooth chain of delegation.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Code examples are introduced here only for </a:t>
            </a:r>
            <a:r>
              <a:rPr kumimoji="0" lang="en-PK" altLang="en-PK" b="1" i="0" u="none" strike="noStrike" cap="none" normalizeH="0" baseline="0" dirty="0">
                <a:ln>
                  <a:noFill/>
                </a:ln>
                <a:solidFill>
                  <a:schemeClr val="tx1"/>
                </a:solidFill>
                <a:effectLst/>
                <a:latin typeface="Aptos" panose="020B0004020202020204" pitchFamily="34" charset="0"/>
              </a:rPr>
              <a:t>conceptual understanding</a:t>
            </a:r>
            <a:r>
              <a:rPr kumimoji="0" lang="en-PK" altLang="en-PK" b="0" i="0" u="none" strike="noStrike" cap="none" normalizeH="0" baseline="0" dirty="0">
                <a:ln>
                  <a:noFill/>
                </a:ln>
                <a:solidFill>
                  <a:schemeClr val="tx1"/>
                </a:solidFill>
                <a:effectLst/>
                <a:latin typeface="Aptos" panose="020B0004020202020204" pitchFamily="34" charset="0"/>
              </a:rPr>
              <a:t>; running them requires setup that will be covered in the next chapter.</a:t>
            </a:r>
          </a:p>
        </p:txBody>
      </p:sp>
    </p:spTree>
    <p:extLst>
      <p:ext uri="{BB962C8B-B14F-4D97-AF65-F5344CB8AC3E}">
        <p14:creationId xmlns:p14="http://schemas.microsoft.com/office/powerpoint/2010/main" val="1322517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99553-1645-A510-3554-1A321FE35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CB483C-904D-157F-8343-031754647D15}"/>
              </a:ext>
            </a:extLst>
          </p:cNvPr>
          <p:cNvSpPr>
            <a:spLocks noGrp="1"/>
          </p:cNvSpPr>
          <p:nvPr>
            <p:ph type="title"/>
          </p:nvPr>
        </p:nvSpPr>
        <p:spPr/>
        <p:txBody>
          <a:bodyPr/>
          <a:lstStyle/>
          <a:p>
            <a:r>
              <a:rPr lang="en-US" dirty="0"/>
              <a:t>Multi-agent orchestration</a:t>
            </a:r>
            <a:endParaRPr lang="en-PK" dirty="0"/>
          </a:p>
        </p:txBody>
      </p:sp>
      <p:sp>
        <p:nvSpPr>
          <p:cNvPr id="3" name="Content Placeholder 2">
            <a:extLst>
              <a:ext uri="{FF2B5EF4-FFF2-40B4-BE49-F238E27FC236}">
                <a16:creationId xmlns:a16="http://schemas.microsoft.com/office/drawing/2014/main" id="{B82EA375-E82F-D2C4-1032-B64B16057FD3}"/>
              </a:ext>
            </a:extLst>
          </p:cNvPr>
          <p:cNvSpPr>
            <a:spLocks noGrp="1"/>
          </p:cNvSpPr>
          <p:nvPr>
            <p:ph idx="1"/>
          </p:nvPr>
        </p:nvSpPr>
        <p:spPr/>
        <p:txBody>
          <a:bodyPr/>
          <a:lstStyle/>
          <a:p>
            <a:endParaRPr lang="en-PK" dirty="0"/>
          </a:p>
        </p:txBody>
      </p:sp>
      <p:pic>
        <p:nvPicPr>
          <p:cNvPr id="6" name="Picture 5">
            <a:extLst>
              <a:ext uri="{FF2B5EF4-FFF2-40B4-BE49-F238E27FC236}">
                <a16:creationId xmlns:a16="http://schemas.microsoft.com/office/drawing/2014/main" id="{057CF99A-FB90-509E-8AA8-93D83091B233}"/>
              </a:ext>
            </a:extLst>
          </p:cNvPr>
          <p:cNvPicPr>
            <a:picLocks noChangeAspect="1"/>
          </p:cNvPicPr>
          <p:nvPr/>
        </p:nvPicPr>
        <p:blipFill>
          <a:blip r:embed="rId2"/>
          <a:stretch>
            <a:fillRect/>
          </a:stretch>
        </p:blipFill>
        <p:spPr>
          <a:xfrm>
            <a:off x="3037068" y="1738443"/>
            <a:ext cx="6829063" cy="4525701"/>
          </a:xfrm>
          <a:prstGeom prst="rect">
            <a:avLst/>
          </a:prstGeom>
        </p:spPr>
      </p:pic>
      <p:sp>
        <p:nvSpPr>
          <p:cNvPr id="8" name="TextBox 7">
            <a:extLst>
              <a:ext uri="{FF2B5EF4-FFF2-40B4-BE49-F238E27FC236}">
                <a16:creationId xmlns:a16="http://schemas.microsoft.com/office/drawing/2014/main" id="{C7BDB983-5A1D-7B02-1A30-C17FF05AD905}"/>
              </a:ext>
            </a:extLst>
          </p:cNvPr>
          <p:cNvSpPr txBox="1"/>
          <p:nvPr/>
        </p:nvSpPr>
        <p:spPr>
          <a:xfrm>
            <a:off x="4327231" y="6399081"/>
            <a:ext cx="6094140" cy="369332"/>
          </a:xfrm>
          <a:prstGeom prst="rect">
            <a:avLst/>
          </a:prstGeom>
          <a:noFill/>
        </p:spPr>
        <p:txBody>
          <a:bodyPr wrap="square">
            <a:spAutoFit/>
          </a:bodyPr>
          <a:lstStyle/>
          <a:p>
            <a:r>
              <a:rPr lang="en-US" dirty="0"/>
              <a:t>Figure 2.1: A customer support workflow</a:t>
            </a:r>
            <a:endParaRPr lang="en-PK" dirty="0"/>
          </a:p>
        </p:txBody>
      </p:sp>
    </p:spTree>
    <p:extLst>
      <p:ext uri="{BB962C8B-B14F-4D97-AF65-F5344CB8AC3E}">
        <p14:creationId xmlns:p14="http://schemas.microsoft.com/office/powerpoint/2010/main" val="761955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22C966-89C0-A9EC-0740-D3F4F962C148}"/>
              </a:ext>
            </a:extLst>
          </p:cNvPr>
          <p:cNvPicPr>
            <a:picLocks noChangeAspect="1"/>
          </p:cNvPicPr>
          <p:nvPr/>
        </p:nvPicPr>
        <p:blipFill>
          <a:blip r:embed="rId2"/>
          <a:stretch>
            <a:fillRect/>
          </a:stretch>
        </p:blipFill>
        <p:spPr>
          <a:xfrm>
            <a:off x="9151823" y="1821328"/>
            <a:ext cx="2766896" cy="1835539"/>
          </a:xfrm>
          <a:prstGeom prst="rect">
            <a:avLst/>
          </a:prstGeom>
        </p:spPr>
      </p:pic>
      <p:sp>
        <p:nvSpPr>
          <p:cNvPr id="2" name="Title 1">
            <a:extLst>
              <a:ext uri="{FF2B5EF4-FFF2-40B4-BE49-F238E27FC236}">
                <a16:creationId xmlns:a16="http://schemas.microsoft.com/office/drawing/2014/main" id="{8D577FA9-4640-ED70-3932-5A28AB62C0F6}"/>
              </a:ext>
            </a:extLst>
          </p:cNvPr>
          <p:cNvSpPr>
            <a:spLocks noGrp="1"/>
          </p:cNvSpPr>
          <p:nvPr>
            <p:ph type="title"/>
          </p:nvPr>
        </p:nvSpPr>
        <p:spPr/>
        <p:txBody>
          <a:bodyPr/>
          <a:lstStyle/>
          <a:p>
            <a:r>
              <a:rPr lang="en-US" dirty="0"/>
              <a:t>Multi-agent orchestration</a:t>
            </a:r>
            <a:endParaRPr lang="en-PK" dirty="0"/>
          </a:p>
        </p:txBody>
      </p:sp>
      <p:sp>
        <p:nvSpPr>
          <p:cNvPr id="3" name="Content Placeholder 2">
            <a:extLst>
              <a:ext uri="{FF2B5EF4-FFF2-40B4-BE49-F238E27FC236}">
                <a16:creationId xmlns:a16="http://schemas.microsoft.com/office/drawing/2014/main" id="{D26551AC-F24E-FEC2-A9D9-720D4696EF30}"/>
              </a:ext>
            </a:extLst>
          </p:cNvPr>
          <p:cNvSpPr>
            <a:spLocks noGrp="1"/>
          </p:cNvSpPr>
          <p:nvPr>
            <p:ph idx="1"/>
          </p:nvPr>
        </p:nvSpPr>
        <p:spPr>
          <a:xfrm>
            <a:off x="838199" y="1825625"/>
            <a:ext cx="9047481" cy="4351338"/>
          </a:xfrm>
        </p:spPr>
        <p:txBody>
          <a:bodyPr/>
          <a:lstStyle/>
          <a:p>
            <a:pPr algn="just"/>
            <a:r>
              <a:rPr lang="en-US" sz="2800" b="0" i="0" u="none" strike="noStrike" baseline="0" dirty="0">
                <a:solidFill>
                  <a:srgbClr val="000000"/>
                </a:solidFill>
                <a:latin typeface="Crimson Pro ExtraLight"/>
              </a:rPr>
              <a:t>Let’s break down and discuss the agentic workflow:</a:t>
            </a:r>
          </a:p>
          <a:p>
            <a:r>
              <a:rPr lang="en-US" sz="2800" b="1" i="0" u="none" strike="noStrike" baseline="0" dirty="0">
                <a:solidFill>
                  <a:srgbClr val="000000"/>
                </a:solidFill>
                <a:latin typeface="Crimson Pro SemiBold"/>
              </a:rPr>
              <a:t>First responder agent</a:t>
            </a:r>
            <a:r>
              <a:rPr lang="en-US" sz="2800" b="0" i="0" u="none" strike="noStrike" baseline="0" dirty="0">
                <a:solidFill>
                  <a:srgbClr val="000000"/>
                </a:solidFill>
                <a:latin typeface="Crimson Pro ExtraLight"/>
              </a:rPr>
              <a:t>: Answers the calls, understands the issue, performs simple FAQ requests, and hands off to other agents as needed</a:t>
            </a:r>
          </a:p>
          <a:p>
            <a:r>
              <a:rPr lang="en-US" sz="2800" b="1" i="0" u="none" strike="noStrike" baseline="0" dirty="0">
                <a:solidFill>
                  <a:srgbClr val="000000"/>
                </a:solidFill>
                <a:latin typeface="Crimson Pro SemiBold"/>
              </a:rPr>
              <a:t>Account agent</a:t>
            </a:r>
            <a:r>
              <a:rPr lang="en-US" sz="2800" b="0" i="0" u="none" strike="noStrike" baseline="0" dirty="0">
                <a:solidFill>
                  <a:srgbClr val="000000"/>
                </a:solidFill>
                <a:latin typeface="Crimson Pro ExtraLight"/>
              </a:rPr>
              <a:t>: Can look up customer orders and status</a:t>
            </a:r>
          </a:p>
          <a:p>
            <a:r>
              <a:rPr lang="en-US" sz="2800" b="1" i="0" u="none" strike="noStrike" baseline="0" dirty="0">
                <a:solidFill>
                  <a:srgbClr val="000000"/>
                </a:solidFill>
                <a:latin typeface="Crimson Pro SemiBold"/>
              </a:rPr>
              <a:t>Technical agent</a:t>
            </a:r>
            <a:r>
              <a:rPr lang="en-US" sz="2800" b="0" i="0" u="none" strike="noStrike" baseline="0" dirty="0">
                <a:solidFill>
                  <a:srgbClr val="000000"/>
                </a:solidFill>
                <a:latin typeface="Crimson Pro ExtraLight"/>
              </a:rPr>
              <a:t>: Can fix user authentication bugs and set up new connection lines for the customer</a:t>
            </a:r>
          </a:p>
          <a:p>
            <a:r>
              <a:rPr lang="en-US" sz="2800" b="1" i="0" u="none" strike="noStrike" baseline="0" dirty="0">
                <a:solidFill>
                  <a:srgbClr val="000000"/>
                </a:solidFill>
                <a:latin typeface="Crimson Pro SemiBold"/>
              </a:rPr>
              <a:t>Escalation agent</a:t>
            </a:r>
            <a:r>
              <a:rPr lang="en-US" sz="2800" b="0" i="0" u="none" strike="noStrike" baseline="0" dirty="0">
                <a:solidFill>
                  <a:srgbClr val="000000"/>
                </a:solidFill>
                <a:latin typeface="Crimson Pro ExtraLight"/>
              </a:rPr>
              <a:t>: Loops in a human as a last possible resort</a:t>
            </a:r>
          </a:p>
          <a:p>
            <a:endParaRPr lang="en-PK" dirty="0"/>
          </a:p>
        </p:txBody>
      </p:sp>
      <p:sp>
        <p:nvSpPr>
          <p:cNvPr id="6" name="TextBox 5">
            <a:extLst>
              <a:ext uri="{FF2B5EF4-FFF2-40B4-BE49-F238E27FC236}">
                <a16:creationId xmlns:a16="http://schemas.microsoft.com/office/drawing/2014/main" id="{31469E12-4229-AADA-D9AE-E688DF8DCCED}"/>
              </a:ext>
            </a:extLst>
          </p:cNvPr>
          <p:cNvSpPr txBox="1"/>
          <p:nvPr/>
        </p:nvSpPr>
        <p:spPr>
          <a:xfrm>
            <a:off x="3168991" y="5807631"/>
            <a:ext cx="6094140" cy="369332"/>
          </a:xfrm>
          <a:prstGeom prst="rect">
            <a:avLst/>
          </a:prstGeom>
          <a:noFill/>
        </p:spPr>
        <p:txBody>
          <a:bodyPr wrap="square">
            <a:spAutoFit/>
          </a:bodyPr>
          <a:lstStyle/>
          <a:p>
            <a:r>
              <a:rPr lang="en-US" dirty="0"/>
              <a:t>(done with a primitive called handoffs).</a:t>
            </a:r>
            <a:endParaRPr lang="en-PK" dirty="0"/>
          </a:p>
        </p:txBody>
      </p:sp>
    </p:spTree>
    <p:extLst>
      <p:ext uri="{BB962C8B-B14F-4D97-AF65-F5344CB8AC3E}">
        <p14:creationId xmlns:p14="http://schemas.microsoft.com/office/powerpoint/2010/main" val="3073908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F8F4758-62D7-BE3A-CD4D-E2EBC16261FF}"/>
              </a:ext>
            </a:extLst>
          </p:cNvPr>
          <p:cNvPicPr>
            <a:picLocks noChangeAspect="1"/>
          </p:cNvPicPr>
          <p:nvPr/>
        </p:nvPicPr>
        <p:blipFill>
          <a:blip r:embed="rId3"/>
          <a:stretch>
            <a:fillRect/>
          </a:stretch>
        </p:blipFill>
        <p:spPr>
          <a:xfrm>
            <a:off x="838200" y="2129370"/>
            <a:ext cx="10288436" cy="3743847"/>
          </a:xfrm>
          <a:prstGeom prst="rect">
            <a:avLst/>
          </a:prstGeom>
        </p:spPr>
      </p:pic>
      <p:sp>
        <p:nvSpPr>
          <p:cNvPr id="2" name="Title 1">
            <a:extLst>
              <a:ext uri="{FF2B5EF4-FFF2-40B4-BE49-F238E27FC236}">
                <a16:creationId xmlns:a16="http://schemas.microsoft.com/office/drawing/2014/main" id="{BD1E088F-3F53-5CAF-080B-94D766B72249}"/>
              </a:ext>
            </a:extLst>
          </p:cNvPr>
          <p:cNvSpPr>
            <a:spLocks noGrp="1"/>
          </p:cNvSpPr>
          <p:nvPr>
            <p:ph type="title"/>
          </p:nvPr>
        </p:nvSpPr>
        <p:spPr/>
        <p:txBody>
          <a:bodyPr/>
          <a:lstStyle/>
          <a:p>
            <a:r>
              <a:rPr lang="en-US" dirty="0"/>
              <a:t>Multi-agent orchestration</a:t>
            </a:r>
            <a:endParaRPr lang="en-PK" dirty="0"/>
          </a:p>
        </p:txBody>
      </p:sp>
      <p:sp>
        <p:nvSpPr>
          <p:cNvPr id="3" name="Content Placeholder 2">
            <a:extLst>
              <a:ext uri="{FF2B5EF4-FFF2-40B4-BE49-F238E27FC236}">
                <a16:creationId xmlns:a16="http://schemas.microsoft.com/office/drawing/2014/main" id="{D27EDB6C-4154-E80C-3113-563A32596318}"/>
              </a:ext>
            </a:extLst>
          </p:cNvPr>
          <p:cNvSpPr>
            <a:spLocks noGrp="1"/>
          </p:cNvSpPr>
          <p:nvPr>
            <p:ph idx="1"/>
          </p:nvPr>
        </p:nvSpPr>
        <p:spPr/>
        <p:txBody>
          <a:bodyPr/>
          <a:lstStyle/>
          <a:p>
            <a:endParaRPr lang="en-US" dirty="0"/>
          </a:p>
          <a:p>
            <a:endParaRPr lang="en-US" dirty="0"/>
          </a:p>
          <a:p>
            <a:endParaRPr lang="en-US" dirty="0"/>
          </a:p>
          <a:p>
            <a:endParaRPr lang="en-US" dirty="0"/>
          </a:p>
          <a:p>
            <a:endParaRPr lang="en-PK" dirty="0"/>
          </a:p>
        </p:txBody>
      </p:sp>
      <p:pic>
        <p:nvPicPr>
          <p:cNvPr id="4" name="Picture 3">
            <a:extLst>
              <a:ext uri="{FF2B5EF4-FFF2-40B4-BE49-F238E27FC236}">
                <a16:creationId xmlns:a16="http://schemas.microsoft.com/office/drawing/2014/main" id="{D1D81859-5FFD-8121-AAB3-38A1B94D20B2}"/>
              </a:ext>
            </a:extLst>
          </p:cNvPr>
          <p:cNvPicPr>
            <a:picLocks noChangeAspect="1"/>
          </p:cNvPicPr>
          <p:nvPr/>
        </p:nvPicPr>
        <p:blipFill>
          <a:blip r:embed="rId4"/>
          <a:stretch>
            <a:fillRect/>
          </a:stretch>
        </p:blipFill>
        <p:spPr>
          <a:xfrm>
            <a:off x="9151823" y="1821328"/>
            <a:ext cx="2766896" cy="1835539"/>
          </a:xfrm>
          <a:prstGeom prst="rect">
            <a:avLst/>
          </a:prstGeom>
        </p:spPr>
      </p:pic>
    </p:spTree>
    <p:extLst>
      <p:ext uri="{BB962C8B-B14F-4D97-AF65-F5344CB8AC3E}">
        <p14:creationId xmlns:p14="http://schemas.microsoft.com/office/powerpoint/2010/main" val="64798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346DF-329F-9F9C-DE74-56B639F8BC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D1A29-2B55-DE64-B522-4DA66F04931C}"/>
              </a:ext>
            </a:extLst>
          </p:cNvPr>
          <p:cNvSpPr>
            <a:spLocks noGrp="1"/>
          </p:cNvSpPr>
          <p:nvPr>
            <p:ph type="title"/>
          </p:nvPr>
        </p:nvSpPr>
        <p:spPr/>
        <p:txBody>
          <a:bodyPr/>
          <a:lstStyle/>
          <a:p>
            <a:r>
              <a:rPr lang="en-US" dirty="0"/>
              <a:t>Minimal abstraction</a:t>
            </a:r>
            <a:endParaRPr lang="en-PK" dirty="0"/>
          </a:p>
        </p:txBody>
      </p:sp>
      <p:sp>
        <p:nvSpPr>
          <p:cNvPr id="4" name="Rectangle 1">
            <a:extLst>
              <a:ext uri="{FF2B5EF4-FFF2-40B4-BE49-F238E27FC236}">
                <a16:creationId xmlns:a16="http://schemas.microsoft.com/office/drawing/2014/main" id="{BDDF983E-191A-7F35-2574-397D3C035F99}"/>
              </a:ext>
            </a:extLst>
          </p:cNvPr>
          <p:cNvSpPr>
            <a:spLocks noGrp="1" noChangeArrowheads="1"/>
          </p:cNvSpPr>
          <p:nvPr>
            <p:ph idx="1"/>
          </p:nvPr>
        </p:nvSpPr>
        <p:spPr bwMode="auto">
          <a:xfrm>
            <a:off x="838201" y="1585249"/>
            <a:ext cx="976884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OpenAI Agents SDK follows the philosophy: </a:t>
            </a:r>
            <a:r>
              <a:rPr kumimoji="0" lang="en-PK" altLang="en-PK" b="1" i="0" u="none" strike="noStrike" cap="none" normalizeH="0" baseline="0" dirty="0">
                <a:ln>
                  <a:noFill/>
                </a:ln>
                <a:solidFill>
                  <a:schemeClr val="tx1"/>
                </a:solidFill>
                <a:effectLst/>
                <a:latin typeface="Aptos" panose="020B0004020202020204" pitchFamily="34" charset="0"/>
              </a:rPr>
              <a:t>“fewer primitives = easier learning.”</a:t>
            </a:r>
            <a:endParaRPr kumimoji="0" lang="en-PK" altLang="en-PK"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Instead of many complex classes, the SDK offers a </a:t>
            </a:r>
            <a:r>
              <a:rPr kumimoji="0" lang="en-PK" altLang="en-PK" b="1" i="0" u="none" strike="noStrike" cap="none" normalizeH="0" baseline="0" dirty="0">
                <a:ln>
                  <a:noFill/>
                </a:ln>
                <a:solidFill>
                  <a:schemeClr val="tx1"/>
                </a:solidFill>
                <a:effectLst/>
                <a:latin typeface="Aptos" panose="020B0004020202020204" pitchFamily="34" charset="0"/>
              </a:rPr>
              <a:t>small, memorable set of primitives</a:t>
            </a:r>
            <a:r>
              <a:rPr kumimoji="0" lang="en-PK" altLang="en-PK"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Core primitives include:</a:t>
            </a:r>
            <a:br>
              <a:rPr kumimoji="0" lang="en-PK" altLang="en-PK" b="0" i="0" u="none" strike="noStrike" cap="none" normalizeH="0" baseline="0" dirty="0">
                <a:ln>
                  <a:noFill/>
                </a:ln>
                <a:solidFill>
                  <a:schemeClr val="tx1"/>
                </a:solidFill>
                <a:effectLst/>
                <a:latin typeface="Aptos" panose="020B0004020202020204" pitchFamily="34" charset="0"/>
              </a:rPr>
            </a:br>
            <a:r>
              <a:rPr kumimoji="0" lang="en-PK" altLang="en-PK" b="1" i="0" u="none" strike="noStrike" cap="none" normalizeH="0" baseline="0" dirty="0">
                <a:ln>
                  <a:noFill/>
                </a:ln>
                <a:solidFill>
                  <a:schemeClr val="tx1"/>
                </a:solidFill>
                <a:effectLst/>
                <a:latin typeface="Aptos" panose="020B0004020202020204" pitchFamily="34" charset="0"/>
              </a:rPr>
              <a:t>Agents, Runner, Tools, Handoffs, Guardrails, Tracing</a:t>
            </a:r>
            <a:r>
              <a:rPr kumimoji="0" lang="en-PK" altLang="en-PK" b="0" i="0" u="none" strike="noStrike" cap="none" normalizeH="0" baseline="0" dirty="0">
                <a:ln>
                  <a:noFill/>
                </a:ln>
                <a:solidFill>
                  <a:schemeClr val="tx1"/>
                </a:solidFill>
                <a:effectLst/>
                <a:latin typeface="Aptos" panose="020B0004020202020204" pitchFamily="34" charset="0"/>
              </a:rPr>
              <a:t> (your new six AI superheroes).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If you understand these primitives, you’ve mastered </a:t>
            </a:r>
            <a:r>
              <a:rPr kumimoji="0" lang="en-PK" altLang="en-PK" b="1" i="0" u="none" strike="noStrike" cap="none" normalizeH="0" baseline="0" dirty="0">
                <a:ln>
                  <a:noFill/>
                </a:ln>
                <a:solidFill>
                  <a:schemeClr val="tx1"/>
                </a:solidFill>
                <a:effectLst/>
                <a:latin typeface="Aptos" panose="020B0004020202020204" pitchFamily="34" charset="0"/>
              </a:rPr>
              <a:t>80% of the framework</a:t>
            </a:r>
            <a:r>
              <a:rPr kumimoji="0" lang="en-PK" altLang="en-PK"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No hidden meta-language, no magical black-box runtime — just </a:t>
            </a:r>
            <a:r>
              <a:rPr kumimoji="0" lang="en-PK" altLang="en-PK" b="1" i="0" u="none" strike="noStrike" cap="none" normalizeH="0" baseline="0" dirty="0">
                <a:ln>
                  <a:noFill/>
                </a:ln>
                <a:solidFill>
                  <a:schemeClr val="tx1"/>
                </a:solidFill>
                <a:effectLst/>
                <a:latin typeface="Aptos" panose="020B0004020202020204" pitchFamily="34" charset="0"/>
              </a:rPr>
              <a:t>plain Python</a:t>
            </a:r>
            <a:r>
              <a:rPr kumimoji="0" lang="en-PK" altLang="en-PK" sz="1800" b="0" i="0" u="none" strike="noStrike" cap="none" normalizeH="0" baseline="0" dirty="0">
                <a:ln>
                  <a:noFill/>
                </a:ln>
                <a:solidFill>
                  <a:schemeClr val="tx1"/>
                </a:solidFill>
                <a:effectLst/>
                <a:latin typeface="Aptos" panose="020B0004020202020204" pitchFamily="34" charset="0"/>
              </a:rPr>
              <a:t>.</a:t>
            </a:r>
          </a:p>
        </p:txBody>
      </p:sp>
    </p:spTree>
    <p:extLst>
      <p:ext uri="{BB962C8B-B14F-4D97-AF65-F5344CB8AC3E}">
        <p14:creationId xmlns:p14="http://schemas.microsoft.com/office/powerpoint/2010/main" val="2489101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7A724-865E-475A-EFB1-D5407F055503}"/>
              </a:ext>
            </a:extLst>
          </p:cNvPr>
          <p:cNvSpPr>
            <a:spLocks noGrp="1"/>
          </p:cNvSpPr>
          <p:nvPr>
            <p:ph type="title"/>
          </p:nvPr>
        </p:nvSpPr>
        <p:spPr/>
        <p:txBody>
          <a:bodyPr/>
          <a:lstStyle/>
          <a:p>
            <a:r>
              <a:rPr lang="en-US" dirty="0"/>
              <a:t>Minimal abstraction</a:t>
            </a:r>
            <a:endParaRPr lang="en-PK" dirty="0"/>
          </a:p>
        </p:txBody>
      </p:sp>
      <p:sp>
        <p:nvSpPr>
          <p:cNvPr id="4" name="Rectangle 1">
            <a:extLst>
              <a:ext uri="{FF2B5EF4-FFF2-40B4-BE49-F238E27FC236}">
                <a16:creationId xmlns:a16="http://schemas.microsoft.com/office/drawing/2014/main" id="{800BB6FE-E28B-5D08-D8A6-16425B576535}"/>
              </a:ext>
            </a:extLst>
          </p:cNvPr>
          <p:cNvSpPr>
            <a:spLocks noGrp="1" noChangeArrowheads="1"/>
          </p:cNvSpPr>
          <p:nvPr>
            <p:ph idx="1"/>
          </p:nvPr>
        </p:nvSpPr>
        <p:spPr bwMode="auto">
          <a:xfrm>
            <a:off x="838200" y="1800691"/>
            <a:ext cx="10388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Developers only need to decorate functions with </a:t>
            </a:r>
            <a:r>
              <a:rPr kumimoji="0" lang="en-PK" altLang="en-PK" b="1" i="0" u="none" strike="noStrike" cap="none" normalizeH="0" baseline="0" dirty="0">
                <a:ln>
                  <a:noFill/>
                </a:ln>
                <a:solidFill>
                  <a:schemeClr val="tx1"/>
                </a:solidFill>
                <a:effectLst/>
                <a:latin typeface="Aptos" panose="020B0004020202020204" pitchFamily="34" charset="0"/>
              </a:rPr>
              <a:t>@function_tool</a:t>
            </a:r>
            <a:r>
              <a:rPr kumimoji="0" lang="en-PK" altLang="en-PK" b="0" i="0" u="none" strike="noStrike" cap="none" normalizeH="0" baseline="0" dirty="0">
                <a:ln>
                  <a:noFill/>
                </a:ln>
                <a:solidFill>
                  <a:schemeClr val="tx1"/>
                </a:solidFill>
                <a:effectLst/>
                <a:latin typeface="Aptos" panose="020B0004020202020204" pitchFamily="34" charset="0"/>
              </a:rPr>
              <a:t> and run.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This results in </a:t>
            </a:r>
            <a:r>
              <a:rPr kumimoji="0" lang="en-PK" altLang="en-PK" b="1" i="0" u="none" strike="noStrike" cap="none" normalizeH="0" baseline="0" dirty="0">
                <a:ln>
                  <a:noFill/>
                </a:ln>
                <a:solidFill>
                  <a:schemeClr val="tx1"/>
                </a:solidFill>
                <a:effectLst/>
                <a:latin typeface="Aptos" panose="020B0004020202020204" pitchFamily="34" charset="0"/>
              </a:rPr>
              <a:t>fast onboarding</a:t>
            </a:r>
            <a:r>
              <a:rPr kumimoji="0" lang="en-PK" altLang="en-PK" b="0" i="0" u="none" strike="noStrike" cap="none" normalizeH="0" baseline="0" dirty="0">
                <a:ln>
                  <a:noFill/>
                </a:ln>
                <a:solidFill>
                  <a:schemeClr val="tx1"/>
                </a:solidFill>
                <a:effectLst/>
                <a:latin typeface="Aptos" panose="020B0004020202020204" pitchFamily="34" charset="0"/>
              </a:rPr>
              <a:t> — you can read the docs at lunch and build a prototype before tea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The SDK is </a:t>
            </a:r>
            <a:r>
              <a:rPr kumimoji="0" lang="en-PK" altLang="en-PK" b="1" i="0" u="none" strike="noStrike" cap="none" normalizeH="0" baseline="0" dirty="0">
                <a:ln>
                  <a:noFill/>
                </a:ln>
                <a:solidFill>
                  <a:schemeClr val="tx1"/>
                </a:solidFill>
                <a:effectLst/>
                <a:latin typeface="Aptos" panose="020B0004020202020204" pitchFamily="34" charset="0"/>
              </a:rPr>
              <a:t>lightweight</a:t>
            </a:r>
            <a:r>
              <a:rPr kumimoji="0" lang="en-PK" altLang="en-PK" b="0" i="0" u="none" strike="noStrike" cap="none" normalizeH="0" baseline="0" dirty="0">
                <a:ln>
                  <a:noFill/>
                </a:ln>
                <a:solidFill>
                  <a:schemeClr val="tx1"/>
                </a:solidFill>
                <a:effectLst/>
                <a:latin typeface="Aptos" panose="020B0004020202020204" pitchFamily="34" charset="0"/>
              </a:rPr>
              <a:t>, not a massive “everything-included” framework.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Unlike </a:t>
            </a:r>
            <a:r>
              <a:rPr kumimoji="0" lang="en-PK" altLang="en-PK" b="0" i="0" u="none" strike="noStrike" cap="none" normalizeH="0" baseline="0" dirty="0" err="1">
                <a:ln>
                  <a:noFill/>
                </a:ln>
                <a:solidFill>
                  <a:schemeClr val="tx1"/>
                </a:solidFill>
                <a:effectLst/>
                <a:latin typeface="Aptos" panose="020B0004020202020204" pitchFamily="34" charset="0"/>
              </a:rPr>
              <a:t>LangChain</a:t>
            </a:r>
            <a:r>
              <a:rPr kumimoji="0" lang="en-PK" altLang="en-PK" b="0" i="0" u="none" strike="noStrike" cap="none" normalizeH="0" baseline="0" dirty="0">
                <a:ln>
                  <a:noFill/>
                </a:ln>
                <a:solidFill>
                  <a:schemeClr val="tx1"/>
                </a:solidFill>
                <a:effectLst/>
                <a:latin typeface="Aptos" panose="020B0004020202020204" pitchFamily="34" charset="0"/>
              </a:rPr>
              <a:t>, it does </a:t>
            </a:r>
            <a:r>
              <a:rPr kumimoji="0" lang="en-PK" altLang="en-PK" b="1" i="0" u="none" strike="noStrike" cap="none" normalizeH="0" baseline="0" dirty="0">
                <a:ln>
                  <a:noFill/>
                </a:ln>
                <a:solidFill>
                  <a:schemeClr val="tx1"/>
                </a:solidFill>
                <a:effectLst/>
                <a:latin typeface="Aptos" panose="020B0004020202020204" pitchFamily="34" charset="0"/>
              </a:rPr>
              <a:t>not</a:t>
            </a:r>
            <a:r>
              <a:rPr kumimoji="0" lang="en-PK" altLang="en-PK" b="0" i="0" u="none" strike="noStrike" cap="none" normalizeH="0" baseline="0" dirty="0">
                <a:ln>
                  <a:noFill/>
                </a:ln>
                <a:solidFill>
                  <a:schemeClr val="tx1"/>
                </a:solidFill>
                <a:effectLst/>
                <a:latin typeface="Aptos" panose="020B0004020202020204" pitchFamily="34" charset="0"/>
              </a:rPr>
              <a:t> provide hundreds of built-in integrations (e.g., memory stores, document loaders).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Developers may need to build some integrations </a:t>
            </a:r>
            <a:r>
              <a:rPr kumimoji="0" lang="en-PK" altLang="en-PK" b="1" i="0" u="none" strike="noStrike" cap="none" normalizeH="0" baseline="0" dirty="0">
                <a:ln>
                  <a:noFill/>
                </a:ln>
                <a:solidFill>
                  <a:schemeClr val="tx1"/>
                </a:solidFill>
                <a:effectLst/>
                <a:latin typeface="Aptos" panose="020B0004020202020204" pitchFamily="34" charset="0"/>
              </a:rPr>
              <a:t>manually</a:t>
            </a:r>
            <a:r>
              <a:rPr kumimoji="0" lang="en-PK" altLang="en-PK" b="0" i="0" u="none" strike="noStrike" cap="none" normalizeH="0" baseline="0" dirty="0">
                <a:ln>
                  <a:noFill/>
                </a:ln>
                <a:solidFill>
                  <a:schemeClr val="tx1"/>
                </a:solidFill>
                <a:effectLst/>
                <a:latin typeface="Aptos" panose="020B0004020202020204" pitchFamily="34" charset="0"/>
              </a:rPr>
              <a:t>, giving more flexibility… and sometimes more coffee breaks.</a:t>
            </a:r>
          </a:p>
        </p:txBody>
      </p:sp>
    </p:spTree>
    <p:extLst>
      <p:ext uri="{BB962C8B-B14F-4D97-AF65-F5344CB8AC3E}">
        <p14:creationId xmlns:p14="http://schemas.microsoft.com/office/powerpoint/2010/main" val="2280085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C9D63-1127-244C-442C-C5F43848E128}"/>
              </a:ext>
            </a:extLst>
          </p:cNvPr>
          <p:cNvSpPr>
            <a:spLocks noGrp="1"/>
          </p:cNvSpPr>
          <p:nvPr>
            <p:ph type="title"/>
          </p:nvPr>
        </p:nvSpPr>
        <p:spPr/>
        <p:txBody>
          <a:bodyPr/>
          <a:lstStyle/>
          <a:p>
            <a:r>
              <a:rPr lang="en-US" dirty="0"/>
              <a:t>Pythonic, extensible, and open sourced</a:t>
            </a:r>
            <a:endParaRPr lang="en-PK" dirty="0"/>
          </a:p>
        </p:txBody>
      </p:sp>
      <p:sp>
        <p:nvSpPr>
          <p:cNvPr id="5" name="Rectangle 2">
            <a:extLst>
              <a:ext uri="{FF2B5EF4-FFF2-40B4-BE49-F238E27FC236}">
                <a16:creationId xmlns:a16="http://schemas.microsoft.com/office/drawing/2014/main" id="{8178FA9F-27CB-3898-E7DF-9CC0DE6E0FDF}"/>
              </a:ext>
            </a:extLst>
          </p:cNvPr>
          <p:cNvSpPr>
            <a:spLocks noGrp="1" noChangeArrowheads="1"/>
          </p:cNvSpPr>
          <p:nvPr>
            <p:ph idx="1"/>
          </p:nvPr>
        </p:nvSpPr>
        <p:spPr bwMode="auto">
          <a:xfrm>
            <a:off x="838200" y="1800692"/>
            <a:ext cx="10515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In OpenAI Agents SDK, </a:t>
            </a:r>
            <a:r>
              <a:rPr kumimoji="0" lang="en-PK" altLang="en-PK" b="1" i="0" u="none" strike="noStrike" cap="none" normalizeH="0" baseline="0" dirty="0">
                <a:ln>
                  <a:noFill/>
                </a:ln>
                <a:solidFill>
                  <a:schemeClr val="tx1"/>
                </a:solidFill>
                <a:effectLst/>
                <a:latin typeface="Aptos" panose="020B0004020202020204" pitchFamily="34" charset="0"/>
              </a:rPr>
              <a:t>an agent is simply a Python object</a:t>
            </a:r>
            <a:r>
              <a:rPr kumimoji="0" lang="en-PK" altLang="en-PK" b="0" i="0" u="none" strike="noStrike" cap="none" normalizeH="0" baseline="0" dirty="0">
                <a:ln>
                  <a:noFill/>
                </a:ln>
                <a:solidFill>
                  <a:schemeClr val="tx1"/>
                </a:solidFill>
                <a:effectLst/>
                <a:latin typeface="Aptos" panose="020B0004020202020204" pitchFamily="34" charset="0"/>
              </a:rPr>
              <a:t>—nothing mysterious, no secret class hierarchy.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A </a:t>
            </a:r>
            <a:r>
              <a:rPr kumimoji="0" lang="en-PK" altLang="en-PK" b="1" i="0" u="none" strike="noStrike" cap="none" normalizeH="0" baseline="0" dirty="0">
                <a:ln>
                  <a:noFill/>
                </a:ln>
                <a:solidFill>
                  <a:schemeClr val="tx1"/>
                </a:solidFill>
                <a:effectLst/>
                <a:latin typeface="Aptos" panose="020B0004020202020204" pitchFamily="34" charset="0"/>
              </a:rPr>
              <a:t>tool is just a normal Python function</a:t>
            </a:r>
            <a:r>
              <a:rPr kumimoji="0" lang="en-PK" altLang="en-PK" b="0" i="0" u="none" strike="noStrike" cap="none" normalizeH="0" baseline="0" dirty="0">
                <a:ln>
                  <a:noFill/>
                </a:ln>
                <a:solidFill>
                  <a:schemeClr val="tx1"/>
                </a:solidFill>
                <a:effectLst/>
                <a:latin typeface="Aptos" panose="020B0004020202020204" pitchFamily="34" charset="0"/>
              </a:rPr>
              <a:t>, enhanced with a special decorator.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You orchestrate agents and tools using </a:t>
            </a:r>
            <a:r>
              <a:rPr kumimoji="0" lang="en-PK" altLang="en-PK" b="1" i="0" u="none" strike="noStrike" cap="none" normalizeH="0" baseline="0" dirty="0">
                <a:ln>
                  <a:noFill/>
                </a:ln>
                <a:solidFill>
                  <a:schemeClr val="tx1"/>
                </a:solidFill>
                <a:effectLst/>
                <a:latin typeface="Aptos" panose="020B0004020202020204" pitchFamily="34" charset="0"/>
              </a:rPr>
              <a:t>ordinary Python constructs</a:t>
            </a:r>
            <a:r>
              <a:rPr kumimoji="0" lang="en-PK" altLang="en-PK" b="0" i="0" u="none" strike="noStrike" cap="none" normalizeH="0" baseline="0" dirty="0">
                <a:ln>
                  <a:noFill/>
                </a:ln>
                <a:solidFill>
                  <a:schemeClr val="tx1"/>
                </a:solidFill>
                <a:effectLst/>
                <a:latin typeface="Aptos" panose="020B0004020202020204" pitchFamily="34" charset="0"/>
              </a:rPr>
              <a:t> (loops, conditions, classes—your daily bread).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This design makes the SDK </a:t>
            </a:r>
            <a:r>
              <a:rPr kumimoji="0" lang="en-PK" altLang="en-PK" b="1" i="0" u="none" strike="noStrike" cap="none" normalizeH="0" baseline="0" dirty="0">
                <a:ln>
                  <a:noFill/>
                </a:ln>
                <a:solidFill>
                  <a:schemeClr val="tx1"/>
                </a:solidFill>
                <a:effectLst/>
                <a:latin typeface="Aptos" panose="020B0004020202020204" pitchFamily="34" charset="0"/>
              </a:rPr>
              <a:t>extremely friendly for Python developers</a:t>
            </a:r>
            <a:r>
              <a:rPr kumimoji="0" lang="en-PK" altLang="en-PK" b="0" i="0" u="none" strike="noStrike" cap="none" normalizeH="0" baseline="0" dirty="0">
                <a:ln>
                  <a:noFill/>
                </a:ln>
                <a:solidFill>
                  <a:schemeClr val="tx1"/>
                </a:solidFill>
                <a:effectLst/>
                <a:latin typeface="Aptos" panose="020B0004020202020204" pitchFamily="34" charset="0"/>
              </a:rPr>
              <a:t>, reducing the learning curve.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b="0" i="0" u="none" strike="noStrike" cap="none" normalizeH="0" baseline="0" dirty="0">
                <a:ln>
                  <a:noFill/>
                </a:ln>
                <a:solidFill>
                  <a:schemeClr val="tx1"/>
                </a:solidFill>
                <a:effectLst/>
                <a:latin typeface="Aptos" panose="020B0004020202020204" pitchFamily="34" charset="0"/>
              </a:rPr>
              <a:t>The philosophy is similar to </a:t>
            </a:r>
            <a:r>
              <a:rPr kumimoji="0" lang="en-PK" altLang="en-PK" b="1" i="0" u="none" strike="noStrike" cap="none" normalizeH="0" baseline="0" dirty="0">
                <a:ln>
                  <a:noFill/>
                </a:ln>
                <a:solidFill>
                  <a:schemeClr val="tx1"/>
                </a:solidFill>
                <a:effectLst/>
                <a:latin typeface="Aptos" panose="020B0004020202020204" pitchFamily="34" charset="0"/>
              </a:rPr>
              <a:t>minimalist, beloved frameworks</a:t>
            </a:r>
            <a:r>
              <a:rPr kumimoji="0" lang="en-PK" altLang="en-PK" b="0" i="0" u="none" strike="noStrike" cap="none" normalizeH="0" baseline="0" dirty="0">
                <a:ln>
                  <a:noFill/>
                </a:ln>
                <a:solidFill>
                  <a:schemeClr val="tx1"/>
                </a:solidFill>
                <a:effectLst/>
                <a:latin typeface="Aptos" panose="020B0004020202020204" pitchFamily="34" charset="0"/>
              </a:rPr>
              <a:t> like Flask and </a:t>
            </a:r>
            <a:r>
              <a:rPr kumimoji="0" lang="en-PK" altLang="en-PK" b="0" i="0" u="none" strike="noStrike" cap="none" normalizeH="0" baseline="0" dirty="0" err="1">
                <a:ln>
                  <a:noFill/>
                </a:ln>
                <a:solidFill>
                  <a:schemeClr val="tx1"/>
                </a:solidFill>
                <a:effectLst/>
                <a:latin typeface="Aptos" panose="020B0004020202020204" pitchFamily="34" charset="0"/>
              </a:rPr>
              <a:t>Pydantic</a:t>
            </a:r>
            <a:r>
              <a:rPr kumimoji="0" lang="en-PK" altLang="en-PK" b="0" i="0" u="none" strike="noStrike" cap="none" normalizeH="0" baseline="0" dirty="0">
                <a:ln>
                  <a:noFill/>
                </a:ln>
                <a:solidFill>
                  <a:schemeClr val="tx1"/>
                </a:solidFill>
                <a:effectLst/>
                <a:latin typeface="Aptos" panose="020B0004020202020204" pitchFamily="34" charset="0"/>
              </a:rPr>
              <a:t>—simple, elegant, and predictable.</a:t>
            </a:r>
          </a:p>
        </p:txBody>
      </p:sp>
    </p:spTree>
    <p:extLst>
      <p:ext uri="{BB962C8B-B14F-4D97-AF65-F5344CB8AC3E}">
        <p14:creationId xmlns:p14="http://schemas.microsoft.com/office/powerpoint/2010/main" val="1822272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C4851-ECEE-E9F2-C1EB-DA65049DE852}"/>
              </a:ext>
            </a:extLst>
          </p:cNvPr>
          <p:cNvSpPr>
            <a:spLocks noGrp="1"/>
          </p:cNvSpPr>
          <p:nvPr>
            <p:ph type="title"/>
          </p:nvPr>
        </p:nvSpPr>
        <p:spPr/>
        <p:txBody>
          <a:bodyPr/>
          <a:lstStyle/>
          <a:p>
            <a:r>
              <a:rPr lang="en-US" dirty="0"/>
              <a:t>Pythonic, extensible, and open sourced</a:t>
            </a:r>
            <a:endParaRPr lang="en-PK" dirty="0"/>
          </a:p>
        </p:txBody>
      </p:sp>
      <p:sp>
        <p:nvSpPr>
          <p:cNvPr id="3" name="Content Placeholder 2">
            <a:extLst>
              <a:ext uri="{FF2B5EF4-FFF2-40B4-BE49-F238E27FC236}">
                <a16:creationId xmlns:a16="http://schemas.microsoft.com/office/drawing/2014/main" id="{7C9E5936-D717-DE55-4691-57757C6E7724}"/>
              </a:ext>
            </a:extLst>
          </p:cNvPr>
          <p:cNvSpPr>
            <a:spLocks noGrp="1"/>
          </p:cNvSpPr>
          <p:nvPr>
            <p:ph idx="1"/>
          </p:nvPr>
        </p:nvSpPr>
        <p:spPr>
          <a:xfrm>
            <a:off x="838200" y="1825625"/>
            <a:ext cx="10515600" cy="1325563"/>
          </a:xfrm>
        </p:spPr>
        <p:txBody>
          <a:bodyPr/>
          <a:lstStyle/>
          <a:p>
            <a:r>
              <a:rPr lang="en-US" dirty="0"/>
              <a:t>OpenAI Agents SDK is “ready to deploy” with default constructs but is also deliberately extensible. Any particular construct can be hot-swapped with your own component:</a:t>
            </a:r>
            <a:endParaRPr lang="en-PK" dirty="0"/>
          </a:p>
        </p:txBody>
      </p:sp>
      <p:sp>
        <p:nvSpPr>
          <p:cNvPr id="5" name="TextBox 4">
            <a:extLst>
              <a:ext uri="{FF2B5EF4-FFF2-40B4-BE49-F238E27FC236}">
                <a16:creationId xmlns:a16="http://schemas.microsoft.com/office/drawing/2014/main" id="{49D29043-9248-A332-EE9A-CDC89E7EB41F}"/>
              </a:ext>
            </a:extLst>
          </p:cNvPr>
          <p:cNvSpPr txBox="1"/>
          <p:nvPr/>
        </p:nvSpPr>
        <p:spPr>
          <a:xfrm>
            <a:off x="965200" y="3151188"/>
            <a:ext cx="10388600" cy="3416320"/>
          </a:xfrm>
          <a:prstGeom prst="rect">
            <a:avLst/>
          </a:prstGeom>
          <a:noFill/>
        </p:spPr>
        <p:txBody>
          <a:bodyPr wrap="square">
            <a:spAutoFit/>
          </a:bodyPr>
          <a:lstStyle/>
          <a:p>
            <a:pPr marL="285750" indent="-285750">
              <a:buFont typeface="Arial" panose="020B0604020202020204" pitchFamily="34" charset="0"/>
              <a:buChar char="•"/>
            </a:pPr>
            <a:r>
              <a:rPr lang="en-US" sz="2400" dirty="0"/>
              <a:t>The agent’s </a:t>
            </a:r>
            <a:r>
              <a:rPr lang="en-US" sz="2400" b="1" dirty="0"/>
              <a:t>mode</a:t>
            </a:r>
            <a:r>
              <a:rPr lang="en-US" sz="2400" dirty="0"/>
              <a:t>l is fully interchangeable—any LLM, including on-premise models like LLAMA, can be used as long as it follows the Chat Completions standard. This makes the OpenAI Agents SDK completely model-agnostic.</a:t>
            </a:r>
          </a:p>
          <a:p>
            <a:pPr marL="285750" indent="-285750">
              <a:buFont typeface="Arial" panose="020B0604020202020204" pitchFamily="34" charset="0"/>
              <a:buChar char="•"/>
            </a:pPr>
            <a:r>
              <a:rPr lang="en-US" sz="2400" dirty="0"/>
              <a:t>The </a:t>
            </a:r>
            <a:r>
              <a:rPr lang="en-US" sz="2400" b="1" dirty="0"/>
              <a:t>tools </a:t>
            </a:r>
            <a:r>
              <a:rPr lang="en-US" sz="2400" dirty="0"/>
              <a:t>in this framework are just Python functions with added decorators, meaning they can easily be swapped at any time for another Python function or a hosted API call, including connecting to MCP servers.</a:t>
            </a:r>
          </a:p>
          <a:p>
            <a:pPr marL="285750" indent="-285750">
              <a:buFont typeface="Arial" panose="020B0604020202020204" pitchFamily="34" charset="0"/>
              <a:buChar char="•"/>
            </a:pPr>
            <a:r>
              <a:rPr lang="en-US" sz="2400" dirty="0"/>
              <a:t>The </a:t>
            </a:r>
            <a:r>
              <a:rPr lang="en-US" sz="2400" b="1" dirty="0"/>
              <a:t>tracing</a:t>
            </a:r>
            <a:r>
              <a:rPr lang="en-US" sz="2400" dirty="0"/>
              <a:t> is, by default, sent to the Traces dashboard within OpenAI but can be hooked up to any telemetry tool such as Azure Monitor Logs or </a:t>
            </a:r>
            <a:r>
              <a:rPr lang="en-US" sz="2400" dirty="0" err="1"/>
              <a:t>DataDog</a:t>
            </a:r>
            <a:r>
              <a:rPr lang="en-US" dirty="0"/>
              <a:t>.</a:t>
            </a:r>
            <a:endParaRPr lang="en-PK" dirty="0"/>
          </a:p>
        </p:txBody>
      </p:sp>
    </p:spTree>
    <p:extLst>
      <p:ext uri="{BB962C8B-B14F-4D97-AF65-F5344CB8AC3E}">
        <p14:creationId xmlns:p14="http://schemas.microsoft.com/office/powerpoint/2010/main" val="650714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42201-5824-5C73-A418-2B4A5E550112}"/>
              </a:ext>
            </a:extLst>
          </p:cNvPr>
          <p:cNvSpPr>
            <a:spLocks noGrp="1"/>
          </p:cNvSpPr>
          <p:nvPr>
            <p:ph type="ctrTitle"/>
          </p:nvPr>
        </p:nvSpPr>
        <p:spPr/>
        <p:txBody>
          <a:bodyPr/>
          <a:lstStyle/>
          <a:p>
            <a:r>
              <a:rPr lang="en-US" dirty="0"/>
              <a:t>Core primitives</a:t>
            </a:r>
            <a:endParaRPr lang="en-PK" dirty="0"/>
          </a:p>
        </p:txBody>
      </p:sp>
      <p:sp>
        <p:nvSpPr>
          <p:cNvPr id="4" name="Subtitle 3">
            <a:extLst>
              <a:ext uri="{FF2B5EF4-FFF2-40B4-BE49-F238E27FC236}">
                <a16:creationId xmlns:a16="http://schemas.microsoft.com/office/drawing/2014/main" id="{88584260-36F2-1354-93F1-14102DFCDD98}"/>
              </a:ext>
            </a:extLst>
          </p:cNvPr>
          <p:cNvSpPr>
            <a:spLocks noGrp="1"/>
          </p:cNvSpPr>
          <p:nvPr>
            <p:ph type="subTitle" idx="1"/>
          </p:nvPr>
        </p:nvSpPr>
        <p:spPr/>
        <p:txBody>
          <a:bodyPr/>
          <a:lstStyle/>
          <a:p>
            <a:endParaRPr lang="en-PK"/>
          </a:p>
        </p:txBody>
      </p:sp>
    </p:spTree>
    <p:extLst>
      <p:ext uri="{BB962C8B-B14F-4D97-AF65-F5344CB8AC3E}">
        <p14:creationId xmlns:p14="http://schemas.microsoft.com/office/powerpoint/2010/main" val="2180772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8370C-D864-A471-9E68-4C33639F332F}"/>
              </a:ext>
            </a:extLst>
          </p:cNvPr>
          <p:cNvSpPr>
            <a:spLocks noGrp="1"/>
          </p:cNvSpPr>
          <p:nvPr>
            <p:ph type="title"/>
          </p:nvPr>
        </p:nvSpPr>
        <p:spPr/>
        <p:txBody>
          <a:bodyPr/>
          <a:lstStyle/>
          <a:p>
            <a:r>
              <a:rPr lang="en-US" dirty="0"/>
              <a:t>Core primitives</a:t>
            </a:r>
            <a:endParaRPr lang="en-PK" dirty="0"/>
          </a:p>
        </p:txBody>
      </p:sp>
      <p:sp>
        <p:nvSpPr>
          <p:cNvPr id="4" name="Rectangle 1">
            <a:extLst>
              <a:ext uri="{FF2B5EF4-FFF2-40B4-BE49-F238E27FC236}">
                <a16:creationId xmlns:a16="http://schemas.microsoft.com/office/drawing/2014/main" id="{DC66856B-435F-F4BB-4F03-72C93E47DC6C}"/>
              </a:ext>
            </a:extLst>
          </p:cNvPr>
          <p:cNvSpPr>
            <a:spLocks noGrp="1" noChangeArrowheads="1"/>
          </p:cNvSpPr>
          <p:nvPr>
            <p:ph idx="1"/>
          </p:nvPr>
        </p:nvSpPr>
        <p:spPr bwMode="auto">
          <a:xfrm>
            <a:off x="838200" y="1893023"/>
            <a:ext cx="10515600"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2563" lvl="2" indent="0" eaLnBrk="0" fontAlgn="base" hangingPunct="0">
              <a:lnSpc>
                <a:spcPct val="100000"/>
              </a:lnSpc>
              <a:spcBef>
                <a:spcPct val="0"/>
              </a:spcBef>
              <a:spcAft>
                <a:spcPct val="0"/>
              </a:spcAft>
              <a:buNone/>
            </a:pPr>
            <a:r>
              <a:rPr kumimoji="0" lang="en-PK" altLang="en-PK" sz="2600" b="0" i="0" u="none" strike="noStrike" cap="none" normalizeH="0" baseline="0" dirty="0">
                <a:ln>
                  <a:noFill/>
                </a:ln>
                <a:solidFill>
                  <a:schemeClr val="tx1"/>
                </a:solidFill>
                <a:effectLst/>
                <a:latin typeface="Aptos" panose="020B0004020202020204" pitchFamily="34" charset="0"/>
              </a:rPr>
              <a:t>OpenAI Agents SDK provides a </a:t>
            </a:r>
            <a:r>
              <a:rPr kumimoji="0" lang="en-PK" altLang="en-PK" sz="2600" b="1" i="0" u="none" strike="noStrike" cap="none" normalizeH="0" baseline="0" dirty="0">
                <a:ln>
                  <a:noFill/>
                </a:ln>
                <a:solidFill>
                  <a:schemeClr val="tx1"/>
                </a:solidFill>
                <a:effectLst/>
                <a:latin typeface="Aptos" panose="020B0004020202020204" pitchFamily="34" charset="0"/>
              </a:rPr>
              <a:t>small set of core primitives</a:t>
            </a:r>
            <a:r>
              <a:rPr kumimoji="0" lang="en-PK" altLang="en-PK" sz="2600" b="0" i="0" u="none" strike="noStrike" cap="none" normalizeH="0" baseline="0" dirty="0">
                <a:ln>
                  <a:noFill/>
                </a:ln>
                <a:solidFill>
                  <a:schemeClr val="tx1"/>
                </a:solidFill>
                <a:effectLst/>
                <a:latin typeface="Aptos" panose="020B0004020202020204" pitchFamily="34" charset="0"/>
              </a:rPr>
              <a:t> (foundational building blocks) for creating agent-based applications.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These primitives define </a:t>
            </a:r>
            <a:r>
              <a:rPr kumimoji="0" lang="en-PK" altLang="en-PK" sz="2400" b="1" i="0" u="none" strike="noStrike" cap="none" normalizeH="0" baseline="0" dirty="0">
                <a:ln>
                  <a:noFill/>
                </a:ln>
                <a:solidFill>
                  <a:schemeClr val="tx1"/>
                </a:solidFill>
                <a:effectLst/>
                <a:latin typeface="Aptos" panose="020B0004020202020204" pitchFamily="34" charset="0"/>
              </a:rPr>
              <a:t>what an agent knows (state)</a:t>
            </a:r>
            <a:r>
              <a:rPr kumimoji="0" lang="en-PK" altLang="en-PK" sz="2400" b="0" i="0" u="none" strike="noStrike" cap="none" normalizeH="0" baseline="0" dirty="0">
                <a:ln>
                  <a:noFill/>
                </a:ln>
                <a:solidFill>
                  <a:schemeClr val="tx1"/>
                </a:solidFill>
                <a:effectLst/>
                <a:latin typeface="Aptos" panose="020B0004020202020204" pitchFamily="34" charset="0"/>
              </a:rPr>
              <a:t>, </a:t>
            </a:r>
            <a:r>
              <a:rPr kumimoji="0" lang="en-PK" altLang="en-PK" sz="2400" b="1" i="0" u="none" strike="noStrike" cap="none" normalizeH="0" baseline="0" dirty="0">
                <a:ln>
                  <a:noFill/>
                </a:ln>
                <a:solidFill>
                  <a:schemeClr val="tx1"/>
                </a:solidFill>
                <a:effectLst/>
                <a:latin typeface="Aptos" panose="020B0004020202020204" pitchFamily="34" charset="0"/>
              </a:rPr>
              <a:t>what it can do (tools)</a:t>
            </a:r>
            <a:r>
              <a:rPr kumimoji="0" lang="en-PK" altLang="en-PK" sz="2400" b="0" i="0" u="none" strike="noStrike" cap="none" normalizeH="0" baseline="0" dirty="0">
                <a:ln>
                  <a:noFill/>
                </a:ln>
                <a:solidFill>
                  <a:schemeClr val="tx1"/>
                </a:solidFill>
                <a:effectLst/>
                <a:latin typeface="Aptos" panose="020B0004020202020204" pitchFamily="34" charset="0"/>
              </a:rPr>
              <a:t>, and </a:t>
            </a:r>
            <a:r>
              <a:rPr kumimoji="0" lang="en-PK" altLang="en-PK" sz="2400" b="1" i="0" u="none" strike="noStrike" cap="none" normalizeH="0" baseline="0" dirty="0">
                <a:ln>
                  <a:noFill/>
                </a:ln>
                <a:solidFill>
                  <a:schemeClr val="tx1"/>
                </a:solidFill>
                <a:effectLst/>
                <a:latin typeface="Aptos" panose="020B0004020202020204" pitchFamily="34" charset="0"/>
              </a:rPr>
              <a:t>how it thinks or decides (policy)</a:t>
            </a:r>
            <a:r>
              <a:rPr kumimoji="0" lang="en-PK" altLang="en-PK" sz="24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Instead of building every part of an AI agent from scratch, developers assemble these primitives like </a:t>
            </a:r>
            <a:r>
              <a:rPr kumimoji="0" lang="en-PK" altLang="en-PK" sz="2400" b="1" i="0" u="none" strike="noStrike" cap="none" normalizeH="0" baseline="0" dirty="0">
                <a:ln>
                  <a:noFill/>
                </a:ln>
                <a:solidFill>
                  <a:schemeClr val="tx1"/>
                </a:solidFill>
                <a:effectLst/>
                <a:latin typeface="Aptos" panose="020B0004020202020204" pitchFamily="34" charset="0"/>
              </a:rPr>
              <a:t>LEGO bricks</a:t>
            </a:r>
            <a:r>
              <a:rPr kumimoji="0" lang="en-PK" altLang="en-PK" sz="2400" b="0" i="0" u="none" strike="noStrike" cap="none" normalizeH="0" baseline="0" dirty="0">
                <a:ln>
                  <a:noFill/>
                </a:ln>
                <a:solidFill>
                  <a:schemeClr val="tx1"/>
                </a:solidFill>
                <a:effectLst/>
                <a:latin typeface="Aptos" panose="020B0004020202020204" pitchFamily="34" charset="0"/>
              </a:rPr>
              <a:t> to create a complete agent.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The SDK focuses on </a:t>
            </a:r>
            <a:r>
              <a:rPr kumimoji="0" lang="en-PK" altLang="en-PK" sz="2400" b="1" i="0" u="none" strike="noStrike" cap="none" normalizeH="0" baseline="0" dirty="0">
                <a:ln>
                  <a:noFill/>
                </a:ln>
                <a:solidFill>
                  <a:schemeClr val="tx1"/>
                </a:solidFill>
                <a:effectLst/>
                <a:latin typeface="Aptos" panose="020B0004020202020204" pitchFamily="34" charset="0"/>
              </a:rPr>
              <a:t>simplicity</a:t>
            </a:r>
            <a:r>
              <a:rPr kumimoji="0" lang="en-PK" altLang="en-PK" sz="2400" b="0" i="0" u="none" strike="noStrike" cap="none" normalizeH="0" baseline="0" dirty="0">
                <a:ln>
                  <a:noFill/>
                </a:ln>
                <a:solidFill>
                  <a:schemeClr val="tx1"/>
                </a:solidFill>
                <a:effectLst/>
                <a:latin typeface="Aptos" panose="020B0004020202020204" pitchFamily="34" charset="0"/>
              </a:rPr>
              <a:t>, offering minimal but powerful components that can be combined in many ways.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Future versions may include </a:t>
            </a:r>
            <a:r>
              <a:rPr kumimoji="0" lang="en-PK" altLang="en-PK" sz="2400" b="1" i="0" u="none" strike="noStrike" cap="none" normalizeH="0" baseline="0" dirty="0">
                <a:ln>
                  <a:noFill/>
                </a:ln>
                <a:solidFill>
                  <a:schemeClr val="tx1"/>
                </a:solidFill>
                <a:effectLst/>
                <a:latin typeface="Aptos" panose="020B0004020202020204" pitchFamily="34" charset="0"/>
              </a:rPr>
              <a:t>prebuilt patterns or templates</a:t>
            </a:r>
            <a:r>
              <a:rPr kumimoji="0" lang="en-PK" altLang="en-PK" sz="2400" b="0" i="0" u="none" strike="noStrike" cap="none" normalizeH="0" baseline="0" dirty="0">
                <a:ln>
                  <a:noFill/>
                </a:ln>
                <a:solidFill>
                  <a:schemeClr val="tx1"/>
                </a:solidFill>
                <a:effectLst/>
                <a:latin typeface="Aptos" panose="020B0004020202020204" pitchFamily="34" charset="0"/>
              </a:rPr>
              <a:t>, similar to LEGO instruction manuals, but the core primitives remain the essential building blocks.</a:t>
            </a:r>
          </a:p>
        </p:txBody>
      </p:sp>
    </p:spTree>
    <p:extLst>
      <p:ext uri="{BB962C8B-B14F-4D97-AF65-F5344CB8AC3E}">
        <p14:creationId xmlns:p14="http://schemas.microsoft.com/office/powerpoint/2010/main" val="34093662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F7622-CCBE-8150-58D8-3BABEA643230}"/>
              </a:ext>
            </a:extLst>
          </p:cNvPr>
          <p:cNvSpPr>
            <a:spLocks noGrp="1"/>
          </p:cNvSpPr>
          <p:nvPr>
            <p:ph type="title"/>
          </p:nvPr>
        </p:nvSpPr>
        <p:spPr/>
        <p:txBody>
          <a:bodyPr/>
          <a:lstStyle/>
          <a:p>
            <a:r>
              <a:rPr lang="en-US" dirty="0"/>
              <a:t>Agent</a:t>
            </a:r>
            <a:endParaRPr lang="en-PK" dirty="0"/>
          </a:p>
        </p:txBody>
      </p:sp>
      <p:sp>
        <p:nvSpPr>
          <p:cNvPr id="3" name="Content Placeholder 2">
            <a:extLst>
              <a:ext uri="{FF2B5EF4-FFF2-40B4-BE49-F238E27FC236}">
                <a16:creationId xmlns:a16="http://schemas.microsoft.com/office/drawing/2014/main" id="{0C571835-9B14-19B6-B086-BE8856C41706}"/>
              </a:ext>
            </a:extLst>
          </p:cNvPr>
          <p:cNvSpPr>
            <a:spLocks noGrp="1"/>
          </p:cNvSpPr>
          <p:nvPr>
            <p:ph idx="1"/>
          </p:nvPr>
        </p:nvSpPr>
        <p:spPr>
          <a:xfrm>
            <a:off x="838200" y="1027906"/>
            <a:ext cx="10515600" cy="4351338"/>
          </a:xfrm>
        </p:spPr>
        <p:txBody>
          <a:bodyPr/>
          <a:lstStyle/>
          <a:p>
            <a:pPr algn="l"/>
            <a:endParaRPr lang="en-PK" sz="4000" b="1" i="0" u="none" strike="noStrike" baseline="0" dirty="0">
              <a:solidFill>
                <a:srgbClr val="000000"/>
              </a:solidFill>
              <a:latin typeface="Crimson Pro SemiBold"/>
            </a:endParaRPr>
          </a:p>
          <a:p>
            <a:r>
              <a:rPr lang="en-US" sz="2800" b="1" i="0" u="none" strike="noStrike" baseline="0" dirty="0">
                <a:solidFill>
                  <a:srgbClr val="000000"/>
                </a:solidFill>
                <a:latin typeface="Crimson Pro SemiBold"/>
              </a:rPr>
              <a:t>Name</a:t>
            </a:r>
            <a:r>
              <a:rPr lang="en-US" sz="2800" b="0" i="0" u="none" strike="noStrike" baseline="0" dirty="0">
                <a:solidFill>
                  <a:srgbClr val="000000"/>
                </a:solidFill>
                <a:latin typeface="Crimson Pro ExtraLight"/>
              </a:rPr>
              <a:t>: The name of the agent, typically only used for identification purposes</a:t>
            </a:r>
          </a:p>
          <a:p>
            <a:r>
              <a:rPr lang="en-US" sz="2800" b="1" i="0" u="none" strike="noStrike" baseline="0" dirty="0">
                <a:solidFill>
                  <a:srgbClr val="000000"/>
                </a:solidFill>
                <a:latin typeface="Crimson Pro SemiBold"/>
              </a:rPr>
              <a:t>Instructions</a:t>
            </a:r>
            <a:r>
              <a:rPr lang="en-US" sz="2800" b="0" i="0" u="none" strike="noStrike" baseline="0" dirty="0">
                <a:solidFill>
                  <a:srgbClr val="000000"/>
                </a:solidFill>
                <a:latin typeface="Crimson Pro ExtraLight"/>
              </a:rPr>
              <a:t>: These are identical to the system prompt that we discussed in the previous chapter; they provide the guidelines to the LLM on its role, objectives, behaviors, and personas</a:t>
            </a:r>
          </a:p>
          <a:p>
            <a:r>
              <a:rPr lang="en-US" sz="2800" b="1" i="0" u="none" strike="noStrike" baseline="0" dirty="0">
                <a:solidFill>
                  <a:srgbClr val="000000"/>
                </a:solidFill>
                <a:latin typeface="Crimson Pro SemiBold"/>
              </a:rPr>
              <a:t>Model</a:t>
            </a:r>
            <a:r>
              <a:rPr lang="en-US" sz="2800" b="0" i="0" u="none" strike="noStrike" baseline="0" dirty="0">
                <a:solidFill>
                  <a:srgbClr val="000000"/>
                </a:solidFill>
                <a:latin typeface="Crimson Pro ExtraLight"/>
              </a:rPr>
              <a:t>: The underlying LLM that powers the agent’s intelligence</a:t>
            </a:r>
          </a:p>
          <a:p>
            <a:r>
              <a:rPr lang="en-US" sz="2800" b="1" i="0" u="none" strike="noStrike" baseline="0" dirty="0">
                <a:solidFill>
                  <a:srgbClr val="000000"/>
                </a:solidFill>
                <a:latin typeface="Crimson Pro SemiBold"/>
              </a:rPr>
              <a:t>Tools</a:t>
            </a:r>
            <a:r>
              <a:rPr lang="en-US" sz="2800" b="0" i="0" u="none" strike="noStrike" baseline="0" dirty="0">
                <a:solidFill>
                  <a:srgbClr val="000000"/>
                </a:solidFill>
                <a:latin typeface="Crimson Pro ExtraLight"/>
              </a:rPr>
              <a:t>: A list of tools that the agent can call to get answers</a:t>
            </a:r>
          </a:p>
          <a:p>
            <a:r>
              <a:rPr lang="en-US" sz="2800" b="1" i="0" u="none" strike="noStrike" baseline="0" dirty="0">
                <a:solidFill>
                  <a:srgbClr val="000000"/>
                </a:solidFill>
                <a:latin typeface="Crimson Pro SemiBold"/>
              </a:rPr>
              <a:t>Handoffs</a:t>
            </a:r>
            <a:r>
              <a:rPr lang="en-US" sz="2800" b="0" i="0" u="none" strike="noStrike" baseline="0" dirty="0">
                <a:solidFill>
                  <a:srgbClr val="000000"/>
                </a:solidFill>
                <a:latin typeface="Crimson Pro ExtraLight"/>
              </a:rPr>
              <a:t>: A list of other agents to whom the agent can delegate tasks</a:t>
            </a:r>
          </a:p>
          <a:p>
            <a:endParaRPr lang="en-PK" dirty="0"/>
          </a:p>
        </p:txBody>
      </p:sp>
    </p:spTree>
    <p:extLst>
      <p:ext uri="{BB962C8B-B14F-4D97-AF65-F5344CB8AC3E}">
        <p14:creationId xmlns:p14="http://schemas.microsoft.com/office/powerpoint/2010/main" val="4178291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8AB85-E805-A9FA-5D95-26BB8AA8290F}"/>
              </a:ext>
            </a:extLst>
          </p:cNvPr>
          <p:cNvSpPr>
            <a:spLocks noGrp="1"/>
          </p:cNvSpPr>
          <p:nvPr>
            <p:ph type="title"/>
          </p:nvPr>
        </p:nvSpPr>
        <p:spPr/>
        <p:txBody>
          <a:bodyPr/>
          <a:lstStyle/>
          <a:p>
            <a:r>
              <a:rPr lang="en-US" dirty="0"/>
              <a:t>Agent</a:t>
            </a:r>
            <a:endParaRPr lang="en-PK" dirty="0"/>
          </a:p>
        </p:txBody>
      </p:sp>
      <p:pic>
        <p:nvPicPr>
          <p:cNvPr id="5" name="Content Placeholder 4">
            <a:extLst>
              <a:ext uri="{FF2B5EF4-FFF2-40B4-BE49-F238E27FC236}">
                <a16:creationId xmlns:a16="http://schemas.microsoft.com/office/drawing/2014/main" id="{9334FC79-963C-6F3F-B0E2-0D767FB02F0A}"/>
              </a:ext>
            </a:extLst>
          </p:cNvPr>
          <p:cNvPicPr>
            <a:picLocks noGrp="1" noChangeAspect="1"/>
          </p:cNvPicPr>
          <p:nvPr>
            <p:ph idx="1"/>
          </p:nvPr>
        </p:nvPicPr>
        <p:blipFill>
          <a:blip r:embed="rId3"/>
          <a:stretch>
            <a:fillRect/>
          </a:stretch>
        </p:blipFill>
        <p:spPr>
          <a:xfrm>
            <a:off x="1181241" y="1825625"/>
            <a:ext cx="9829517" cy="4351338"/>
          </a:xfrm>
          <a:prstGeom prst="rect">
            <a:avLst/>
          </a:prstGeom>
        </p:spPr>
      </p:pic>
      <p:sp>
        <p:nvSpPr>
          <p:cNvPr id="7" name="TextBox 6">
            <a:extLst>
              <a:ext uri="{FF2B5EF4-FFF2-40B4-BE49-F238E27FC236}">
                <a16:creationId xmlns:a16="http://schemas.microsoft.com/office/drawing/2014/main" id="{3DF8EA9A-85A0-9B2F-2F02-BC66574B91C6}"/>
              </a:ext>
            </a:extLst>
          </p:cNvPr>
          <p:cNvSpPr txBox="1"/>
          <p:nvPr/>
        </p:nvSpPr>
        <p:spPr>
          <a:xfrm>
            <a:off x="1503680" y="6063595"/>
            <a:ext cx="9997440" cy="646331"/>
          </a:xfrm>
          <a:prstGeom prst="rect">
            <a:avLst/>
          </a:prstGeom>
          <a:noFill/>
        </p:spPr>
        <p:txBody>
          <a:bodyPr wrap="square">
            <a:spAutoFit/>
          </a:bodyPr>
          <a:lstStyle/>
          <a:p>
            <a:r>
              <a:rPr lang="en-US" dirty="0"/>
              <a:t>The Agent class can also take in other useful parameters such as guardrails, output type, and many more. These will be covered in subsequent chapters</a:t>
            </a:r>
            <a:endParaRPr lang="en-PK" dirty="0"/>
          </a:p>
        </p:txBody>
      </p:sp>
    </p:spTree>
    <p:extLst>
      <p:ext uri="{BB962C8B-B14F-4D97-AF65-F5344CB8AC3E}">
        <p14:creationId xmlns:p14="http://schemas.microsoft.com/office/powerpoint/2010/main" val="2367682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6CF26-7CC7-7D3E-6D64-8ABE0095F657}"/>
              </a:ext>
            </a:extLst>
          </p:cNvPr>
          <p:cNvSpPr>
            <a:spLocks noGrp="1"/>
          </p:cNvSpPr>
          <p:nvPr>
            <p:ph type="title"/>
          </p:nvPr>
        </p:nvSpPr>
        <p:spPr/>
        <p:txBody>
          <a:bodyPr/>
          <a:lstStyle/>
          <a:p>
            <a:r>
              <a:rPr lang="en-US" dirty="0"/>
              <a:t>Runner</a:t>
            </a:r>
            <a:endParaRPr lang="en-PK" dirty="0"/>
          </a:p>
        </p:txBody>
      </p:sp>
      <p:sp>
        <p:nvSpPr>
          <p:cNvPr id="3" name="Content Placeholder 2">
            <a:extLst>
              <a:ext uri="{FF2B5EF4-FFF2-40B4-BE49-F238E27FC236}">
                <a16:creationId xmlns:a16="http://schemas.microsoft.com/office/drawing/2014/main" id="{67E0D892-C5CE-DEED-A28F-6C2CF86D9795}"/>
              </a:ext>
            </a:extLst>
          </p:cNvPr>
          <p:cNvSpPr>
            <a:spLocks noGrp="1"/>
          </p:cNvSpPr>
          <p:nvPr>
            <p:ph idx="1"/>
          </p:nvPr>
        </p:nvSpPr>
        <p:spPr/>
        <p:txBody>
          <a:bodyPr/>
          <a:lstStyle/>
          <a:p>
            <a:r>
              <a:rPr lang="en-US" sz="2800" b="0" i="0" u="none" strike="noStrike" baseline="0" dirty="0">
                <a:solidFill>
                  <a:srgbClr val="000000"/>
                </a:solidFill>
                <a:latin typeface="Crimson Pro ExtraLight"/>
              </a:rPr>
              <a:t>This primitive is the </a:t>
            </a:r>
            <a:r>
              <a:rPr lang="en-US" sz="2800" b="1" i="0" u="none" strike="noStrike" baseline="0" dirty="0">
                <a:solidFill>
                  <a:srgbClr val="000000"/>
                </a:solidFill>
                <a:latin typeface="Crimson Pro ExtraLight"/>
              </a:rPr>
              <a:t>engine behind an agent</a:t>
            </a:r>
            <a:r>
              <a:rPr lang="en-US" sz="2800" b="0" i="0" u="none" strike="noStrike" baseline="0" dirty="0">
                <a:solidFill>
                  <a:srgbClr val="000000"/>
                </a:solidFill>
                <a:latin typeface="Crimson Pro ExtraLight"/>
              </a:rPr>
              <a:t>. </a:t>
            </a:r>
          </a:p>
          <a:p>
            <a:r>
              <a:rPr lang="en-US" dirty="0">
                <a:solidFill>
                  <a:srgbClr val="000000"/>
                </a:solidFill>
                <a:latin typeface="Crimson Pro ExtraLight"/>
              </a:rPr>
              <a:t>A</a:t>
            </a:r>
            <a:r>
              <a:rPr lang="en-US" sz="2800" b="0" i="0" u="none" strike="noStrike" baseline="0" dirty="0">
                <a:solidFill>
                  <a:srgbClr val="000000"/>
                </a:solidFill>
                <a:latin typeface="Crimson Pro ExtraLight"/>
              </a:rPr>
              <a:t> key element in a successful agentic application is its ability to </a:t>
            </a:r>
            <a:r>
              <a:rPr lang="en-US" sz="2800" b="1" i="0" u="none" strike="noStrike" baseline="0" dirty="0">
                <a:solidFill>
                  <a:srgbClr val="000000"/>
                </a:solidFill>
                <a:latin typeface="Crimson Pro ExtraLight"/>
              </a:rPr>
              <a:t>iteratively and autonomously solve a problem </a:t>
            </a:r>
            <a:r>
              <a:rPr lang="en-US" sz="2800" b="0" i="0" u="none" strike="noStrike" baseline="0" dirty="0">
                <a:solidFill>
                  <a:srgbClr val="000000"/>
                </a:solidFill>
                <a:latin typeface="Crimson Pro ExtraLight"/>
              </a:rPr>
              <a:t>(i.e., it can make decisions and vary based on further inputs it receives to achieve a goal). </a:t>
            </a:r>
          </a:p>
          <a:p>
            <a:r>
              <a:rPr lang="en-US" sz="2800" b="0" i="0" u="none" strike="noStrike" baseline="0" dirty="0">
                <a:solidFill>
                  <a:srgbClr val="000000"/>
                </a:solidFill>
                <a:latin typeface="Crimson Pro ExtraLight"/>
              </a:rPr>
              <a:t>This agent loop functionality is baked into this primitive </a:t>
            </a:r>
          </a:p>
          <a:p>
            <a:r>
              <a:rPr lang="en-US" dirty="0"/>
              <a:t>The </a:t>
            </a:r>
            <a:r>
              <a:rPr lang="en-US" b="1" dirty="0"/>
              <a:t>Runner </a:t>
            </a:r>
            <a:r>
              <a:rPr lang="en-US" dirty="0"/>
              <a:t>(sometimes called the </a:t>
            </a:r>
            <a:r>
              <a:rPr lang="en-US" b="1" dirty="0"/>
              <a:t>Agent Loop</a:t>
            </a:r>
            <a:r>
              <a:rPr lang="en-US" dirty="0"/>
              <a:t>) is the cyclical process of </a:t>
            </a:r>
            <a:r>
              <a:rPr lang="en-US" b="1" dirty="0"/>
              <a:t>interacting with the LLM</a:t>
            </a:r>
            <a:r>
              <a:rPr lang="en-US" dirty="0"/>
              <a:t>, managing tool calls, determining what it should do next, and repeating the process.</a:t>
            </a:r>
            <a:endParaRPr lang="en-US" sz="2800" b="0" i="0" u="none" strike="noStrike" baseline="0" dirty="0">
              <a:solidFill>
                <a:srgbClr val="000000"/>
              </a:solidFill>
              <a:latin typeface="Crimson Pro ExtraLight"/>
            </a:endParaRPr>
          </a:p>
          <a:p>
            <a:endParaRPr lang="en-PK" dirty="0"/>
          </a:p>
        </p:txBody>
      </p:sp>
    </p:spTree>
    <p:extLst>
      <p:ext uri="{BB962C8B-B14F-4D97-AF65-F5344CB8AC3E}">
        <p14:creationId xmlns:p14="http://schemas.microsoft.com/office/powerpoint/2010/main" val="1203664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25853-6C74-6D15-0231-DBD89B3EF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C82BA-751D-BB64-2BCD-DF512B0A2BA7}"/>
              </a:ext>
            </a:extLst>
          </p:cNvPr>
          <p:cNvSpPr>
            <a:spLocks noGrp="1"/>
          </p:cNvSpPr>
          <p:nvPr>
            <p:ph type="title"/>
          </p:nvPr>
        </p:nvSpPr>
        <p:spPr/>
        <p:txBody>
          <a:bodyPr/>
          <a:lstStyle/>
          <a:p>
            <a:r>
              <a:rPr lang="en-US" dirty="0"/>
              <a:t>Runner</a:t>
            </a:r>
            <a:endParaRPr lang="en-PK" dirty="0"/>
          </a:p>
        </p:txBody>
      </p:sp>
      <p:pic>
        <p:nvPicPr>
          <p:cNvPr id="5" name="Content Placeholder 4">
            <a:extLst>
              <a:ext uri="{FF2B5EF4-FFF2-40B4-BE49-F238E27FC236}">
                <a16:creationId xmlns:a16="http://schemas.microsoft.com/office/drawing/2014/main" id="{2A1AC508-57C8-A750-D9DD-0814C142A78D}"/>
              </a:ext>
            </a:extLst>
          </p:cNvPr>
          <p:cNvPicPr>
            <a:picLocks noGrp="1" noChangeAspect="1"/>
          </p:cNvPicPr>
          <p:nvPr>
            <p:ph idx="1"/>
          </p:nvPr>
        </p:nvPicPr>
        <p:blipFill>
          <a:blip r:embed="rId2"/>
          <a:stretch>
            <a:fillRect/>
          </a:stretch>
        </p:blipFill>
        <p:spPr>
          <a:xfrm>
            <a:off x="1584687" y="1825625"/>
            <a:ext cx="9022626" cy="4351338"/>
          </a:xfrm>
          <a:prstGeom prst="rect">
            <a:avLst/>
          </a:prstGeom>
        </p:spPr>
      </p:pic>
    </p:spTree>
    <p:extLst>
      <p:ext uri="{BB962C8B-B14F-4D97-AF65-F5344CB8AC3E}">
        <p14:creationId xmlns:p14="http://schemas.microsoft.com/office/powerpoint/2010/main" val="4145162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E6D66-BE2C-E202-0E3F-A063344C9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A1B55-6C9B-EC1B-4FB1-D64F553838C3}"/>
              </a:ext>
            </a:extLst>
          </p:cNvPr>
          <p:cNvSpPr>
            <a:spLocks noGrp="1"/>
          </p:cNvSpPr>
          <p:nvPr>
            <p:ph type="title"/>
          </p:nvPr>
        </p:nvSpPr>
        <p:spPr/>
        <p:txBody>
          <a:bodyPr/>
          <a:lstStyle/>
          <a:p>
            <a:r>
              <a:rPr lang="en-US" dirty="0"/>
              <a:t>Runner</a:t>
            </a:r>
            <a:endParaRPr lang="en-PK" dirty="0"/>
          </a:p>
        </p:txBody>
      </p:sp>
      <p:sp>
        <p:nvSpPr>
          <p:cNvPr id="4" name="Rectangle 1">
            <a:extLst>
              <a:ext uri="{FF2B5EF4-FFF2-40B4-BE49-F238E27FC236}">
                <a16:creationId xmlns:a16="http://schemas.microsoft.com/office/drawing/2014/main" id="{6814FE32-738C-E2A5-691B-85FB9670C438}"/>
              </a:ext>
            </a:extLst>
          </p:cNvPr>
          <p:cNvSpPr>
            <a:spLocks noGrp="1" noChangeArrowheads="1"/>
          </p:cNvSpPr>
          <p:nvPr>
            <p:ph idx="1"/>
          </p:nvPr>
        </p:nvSpPr>
        <p:spPr bwMode="auto">
          <a:xfrm>
            <a:off x="838200" y="1690688"/>
            <a:ext cx="1062228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ct val="0"/>
              </a:spcAft>
              <a:buClrTx/>
              <a:buSzTx/>
              <a:buFontTx/>
              <a:buChar char="•"/>
              <a:tabLst/>
            </a:pPr>
            <a:r>
              <a:rPr kumimoji="0" lang="en-US" altLang="en-PK" sz="2400" b="0" i="0" u="none" strike="noStrike" cap="none" normalizeH="0" dirty="0">
                <a:ln>
                  <a:noFill/>
                </a:ln>
                <a:solidFill>
                  <a:schemeClr val="tx1"/>
                </a:solidFill>
                <a:effectLst/>
                <a:latin typeface="Aptos" panose="020B0004020202020204" pitchFamily="34" charset="0"/>
              </a:rPr>
              <a:t>T</a:t>
            </a:r>
            <a:r>
              <a:rPr kumimoji="0" lang="en-PK" altLang="en-PK" sz="2400" b="0" i="0" u="none" strike="noStrike" cap="none" normalizeH="0" dirty="0">
                <a:ln>
                  <a:noFill/>
                </a:ln>
                <a:solidFill>
                  <a:schemeClr val="tx1"/>
                </a:solidFill>
                <a:effectLst/>
                <a:latin typeface="Aptos" panose="020B0004020202020204" pitchFamily="34" charset="0"/>
              </a:rPr>
              <a:t>he </a:t>
            </a:r>
            <a:r>
              <a:rPr kumimoji="0" lang="en-PK" altLang="en-PK" sz="2400" b="1" i="0" u="none" strike="noStrike" cap="none" normalizeH="0" dirty="0">
                <a:ln>
                  <a:noFill/>
                </a:ln>
                <a:solidFill>
                  <a:schemeClr val="tx1"/>
                </a:solidFill>
                <a:effectLst/>
                <a:latin typeface="Aptos" panose="020B0004020202020204" pitchFamily="34" charset="0"/>
              </a:rPr>
              <a:t>agent loop automates the core reasoning logic</a:t>
            </a:r>
            <a:r>
              <a:rPr kumimoji="0" lang="en-PK" altLang="en-PK" sz="2400" b="0" i="0" u="none" strike="noStrike" cap="none" normalizeH="0" dirty="0">
                <a:ln>
                  <a:noFill/>
                </a:ln>
                <a:solidFill>
                  <a:schemeClr val="tx1"/>
                </a:solidFill>
                <a:effectLst/>
                <a:latin typeface="Aptos" panose="020B0004020202020204" pitchFamily="34" charset="0"/>
              </a:rPr>
              <a:t>, reducing developer effort.</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PK" altLang="en-PK" sz="2400" b="0" i="0" u="none" strike="noStrike" cap="none" normalizeH="0" dirty="0">
                <a:ln>
                  <a:noFill/>
                </a:ln>
                <a:solidFill>
                  <a:schemeClr val="tx1"/>
                </a:solidFill>
                <a:effectLst/>
                <a:latin typeface="Aptos" panose="020B0004020202020204" pitchFamily="34" charset="0"/>
              </a:rPr>
              <a:t>It </a:t>
            </a:r>
            <a:r>
              <a:rPr kumimoji="0" lang="en-PK" altLang="en-PK" sz="2400" b="1" i="0" u="none" strike="noStrike" cap="none" normalizeH="0" dirty="0">
                <a:ln>
                  <a:noFill/>
                </a:ln>
                <a:solidFill>
                  <a:schemeClr val="tx1"/>
                </a:solidFill>
                <a:effectLst/>
                <a:latin typeface="Aptos" panose="020B0004020202020204" pitchFamily="34" charset="0"/>
              </a:rPr>
              <a:t>hides the low-level orchestration</a:t>
            </a:r>
            <a:r>
              <a:rPr kumimoji="0" lang="en-PK" altLang="en-PK" sz="2400" b="0" i="0" u="none" strike="noStrike" cap="none" normalizeH="0" dirty="0">
                <a:ln>
                  <a:noFill/>
                </a:ln>
                <a:solidFill>
                  <a:schemeClr val="tx1"/>
                </a:solidFill>
                <a:effectLst/>
                <a:latin typeface="Aptos" panose="020B0004020202020204" pitchFamily="34" charset="0"/>
              </a:rPr>
              <a:t> of LLM calls, tool execution, and step-by-step control flow.</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PK" altLang="en-PK" sz="2400" b="0" i="0" u="none" strike="noStrike" cap="none" normalizeH="0" dirty="0">
                <a:ln>
                  <a:noFill/>
                </a:ln>
                <a:solidFill>
                  <a:schemeClr val="tx1"/>
                </a:solidFill>
                <a:effectLst/>
                <a:latin typeface="Aptos" panose="020B0004020202020204" pitchFamily="34" charset="0"/>
              </a:rPr>
              <a:t>Developers can </a:t>
            </a:r>
            <a:r>
              <a:rPr kumimoji="0" lang="en-PK" altLang="en-PK" sz="2400" b="1" i="0" u="none" strike="noStrike" cap="none" normalizeH="0" dirty="0">
                <a:ln>
                  <a:noFill/>
                </a:ln>
                <a:solidFill>
                  <a:schemeClr val="tx1"/>
                </a:solidFill>
                <a:effectLst/>
                <a:latin typeface="Aptos" panose="020B0004020202020204" pitchFamily="34" charset="0"/>
              </a:rPr>
              <a:t>focus on high-level agent </a:t>
            </a:r>
            <a:r>
              <a:rPr kumimoji="0" lang="en-PK" altLang="en-PK" sz="2400" b="1" i="0" u="none" strike="noStrike" cap="none" normalizeH="0" dirty="0" err="1">
                <a:ln>
                  <a:noFill/>
                </a:ln>
                <a:solidFill>
                  <a:schemeClr val="tx1"/>
                </a:solidFill>
                <a:effectLst/>
                <a:latin typeface="Aptos" panose="020B0004020202020204" pitchFamily="34" charset="0"/>
              </a:rPr>
              <a:t>behavior</a:t>
            </a:r>
            <a:r>
              <a:rPr kumimoji="0" lang="en-PK" altLang="en-PK" sz="2400" b="0" i="0" u="none" strike="noStrike" cap="none" normalizeH="0" dirty="0">
                <a:ln>
                  <a:noFill/>
                </a:ln>
                <a:solidFill>
                  <a:schemeClr val="tx1"/>
                </a:solidFill>
                <a:effectLst/>
                <a:latin typeface="Aptos" panose="020B0004020202020204" pitchFamily="34" charset="0"/>
              </a:rPr>
              <a:t>, such as instructions and tools, instead of execution mechanics.</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PK" altLang="en-PK" sz="2400" b="0" i="0" u="none" strike="noStrike" cap="none" normalizeH="0" dirty="0">
                <a:ln>
                  <a:noFill/>
                </a:ln>
                <a:solidFill>
                  <a:schemeClr val="tx1"/>
                </a:solidFill>
                <a:effectLst/>
                <a:latin typeface="Aptos" panose="020B0004020202020204" pitchFamily="34" charset="0"/>
              </a:rPr>
              <a:t>Previously, building agents required developers to </a:t>
            </a:r>
            <a:r>
              <a:rPr kumimoji="0" lang="en-PK" altLang="en-PK" sz="2400" b="1" i="0" u="none" strike="noStrike" cap="none" normalizeH="0" dirty="0">
                <a:ln>
                  <a:noFill/>
                </a:ln>
                <a:solidFill>
                  <a:schemeClr val="tx1"/>
                </a:solidFill>
                <a:effectLst/>
                <a:latin typeface="Aptos" panose="020B0004020202020204" pitchFamily="34" charset="0"/>
              </a:rPr>
              <a:t>manually capture the model’s reasoning (chain of thought)</a:t>
            </a:r>
            <a:r>
              <a:rPr kumimoji="0" lang="en-PK" altLang="en-PK" sz="2400" b="0" i="0" u="none" strike="noStrike" cap="none" normalizeH="0" dirty="0">
                <a:ln>
                  <a:noFill/>
                </a:ln>
                <a:solidFill>
                  <a:schemeClr val="tx1"/>
                </a:solidFill>
                <a:effectLst/>
                <a:latin typeface="Aptos" panose="020B0004020202020204" pitchFamily="34" charset="0"/>
              </a:rPr>
              <a:t> and implement the full loop themselves.</a:t>
            </a:r>
          </a:p>
          <a:p>
            <a:pPr marL="0" marR="0" lvl="0" indent="0" algn="l" defTabSz="914400" rtl="0" eaLnBrk="0" fontAlgn="base" latinLnBrk="0" hangingPunct="0">
              <a:lnSpc>
                <a:spcPct val="100000"/>
              </a:lnSpc>
              <a:spcBef>
                <a:spcPts val="600"/>
              </a:spcBef>
              <a:spcAft>
                <a:spcPct val="0"/>
              </a:spcAft>
              <a:buClrTx/>
              <a:buSzTx/>
              <a:buFontTx/>
              <a:buChar char="•"/>
              <a:tabLst/>
            </a:pPr>
            <a:r>
              <a:rPr kumimoji="0" lang="en-PK" altLang="en-PK" sz="2400" b="0" i="0" u="none" strike="noStrike" cap="none" normalizeH="0" dirty="0">
                <a:ln>
                  <a:noFill/>
                </a:ln>
                <a:solidFill>
                  <a:schemeClr val="tx1"/>
                </a:solidFill>
                <a:effectLst/>
                <a:latin typeface="Aptos" panose="020B0004020202020204" pitchFamily="34" charset="0"/>
              </a:rPr>
              <a:t>The SDK removes this complexity, making agent development </a:t>
            </a:r>
            <a:r>
              <a:rPr kumimoji="0" lang="en-PK" altLang="en-PK" sz="2400" b="1" i="0" u="none" strike="noStrike" cap="none" normalizeH="0" dirty="0">
                <a:ln>
                  <a:noFill/>
                </a:ln>
                <a:solidFill>
                  <a:schemeClr val="tx1"/>
                </a:solidFill>
                <a:effectLst/>
                <a:latin typeface="Aptos" panose="020B0004020202020204" pitchFamily="34" charset="0"/>
              </a:rPr>
              <a:t>much simpler and more reliable</a:t>
            </a:r>
            <a:r>
              <a:rPr kumimoji="0" lang="en-PK" altLang="en-PK" sz="2400" b="0" i="0" u="none" strike="noStrike" cap="none" normalizeH="0" dirty="0">
                <a:ln>
                  <a:noFill/>
                </a:ln>
                <a:solidFill>
                  <a:schemeClr val="tx1"/>
                </a:solidFill>
                <a:effectLst/>
                <a:latin typeface="Aptos" panose="020B0004020202020204" pitchFamily="34" charset="0"/>
              </a:rPr>
              <a:t>.</a:t>
            </a:r>
          </a:p>
        </p:txBody>
      </p:sp>
      <p:pic>
        <p:nvPicPr>
          <p:cNvPr id="6" name="Picture 5">
            <a:extLst>
              <a:ext uri="{FF2B5EF4-FFF2-40B4-BE49-F238E27FC236}">
                <a16:creationId xmlns:a16="http://schemas.microsoft.com/office/drawing/2014/main" id="{1E4FD78B-BC06-04CF-AB32-6C6BEB357BE6}"/>
              </a:ext>
            </a:extLst>
          </p:cNvPr>
          <p:cNvPicPr>
            <a:picLocks noChangeAspect="1"/>
          </p:cNvPicPr>
          <p:nvPr/>
        </p:nvPicPr>
        <p:blipFill>
          <a:blip r:embed="rId3"/>
          <a:stretch>
            <a:fillRect/>
          </a:stretch>
        </p:blipFill>
        <p:spPr>
          <a:xfrm>
            <a:off x="838201" y="5784116"/>
            <a:ext cx="11069320" cy="838317"/>
          </a:xfrm>
          <a:prstGeom prst="rect">
            <a:avLst/>
          </a:prstGeom>
        </p:spPr>
      </p:pic>
    </p:spTree>
    <p:extLst>
      <p:ext uri="{BB962C8B-B14F-4D97-AF65-F5344CB8AC3E}">
        <p14:creationId xmlns:p14="http://schemas.microsoft.com/office/powerpoint/2010/main" val="16820679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2A936-3A64-08BF-87CA-A18E1EEB5CDE}"/>
              </a:ext>
            </a:extLst>
          </p:cNvPr>
          <p:cNvSpPr>
            <a:spLocks noGrp="1"/>
          </p:cNvSpPr>
          <p:nvPr>
            <p:ph type="title"/>
          </p:nvPr>
        </p:nvSpPr>
        <p:spPr/>
        <p:txBody>
          <a:bodyPr/>
          <a:lstStyle/>
          <a:p>
            <a:r>
              <a:rPr lang="en-US" dirty="0"/>
              <a:t>Tools</a:t>
            </a:r>
            <a:endParaRPr lang="en-PK" dirty="0"/>
          </a:p>
        </p:txBody>
      </p:sp>
      <p:sp>
        <p:nvSpPr>
          <p:cNvPr id="4" name="Rectangle 1">
            <a:extLst>
              <a:ext uri="{FF2B5EF4-FFF2-40B4-BE49-F238E27FC236}">
                <a16:creationId xmlns:a16="http://schemas.microsoft.com/office/drawing/2014/main" id="{77CE1EB6-7C5D-B6C5-21E6-5C9660B3F45E}"/>
              </a:ext>
            </a:extLst>
          </p:cNvPr>
          <p:cNvSpPr>
            <a:spLocks noGrp="1" noChangeArrowheads="1"/>
          </p:cNvSpPr>
          <p:nvPr>
            <p:ph idx="1"/>
          </p:nvPr>
        </p:nvSpPr>
        <p:spPr bwMode="auto">
          <a:xfrm>
            <a:off x="838200" y="1739136"/>
            <a:ext cx="1037844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The </a:t>
            </a:r>
            <a:r>
              <a:rPr kumimoji="0" lang="en-PK" altLang="en-PK" sz="2400" b="1" i="0" u="none" strike="noStrike" cap="none" normalizeH="0" baseline="0" dirty="0">
                <a:ln>
                  <a:noFill/>
                </a:ln>
                <a:solidFill>
                  <a:schemeClr val="tx1"/>
                </a:solidFill>
                <a:effectLst/>
                <a:latin typeface="Aptos" panose="020B0004020202020204" pitchFamily="34" charset="0"/>
              </a:rPr>
              <a:t>tool primitive</a:t>
            </a:r>
            <a:r>
              <a:rPr kumimoji="0" lang="en-PK" altLang="en-PK" sz="2400" b="0" i="0" u="none" strike="noStrike" cap="none" normalizeH="0" baseline="0" dirty="0">
                <a:ln>
                  <a:noFill/>
                </a:ln>
                <a:solidFill>
                  <a:schemeClr val="tx1"/>
                </a:solidFill>
                <a:effectLst/>
                <a:latin typeface="Aptos" panose="020B0004020202020204" pitchFamily="34" charset="0"/>
              </a:rPr>
              <a:t> is a core concept and highly praised for its </a:t>
            </a:r>
            <a:r>
              <a:rPr kumimoji="0" lang="en-PK" altLang="en-PK" sz="2400" b="1" i="0" u="none" strike="noStrike" cap="none" normalizeH="0" baseline="0" dirty="0">
                <a:ln>
                  <a:noFill/>
                </a:ln>
                <a:solidFill>
                  <a:schemeClr val="tx1"/>
                </a:solidFill>
                <a:effectLst/>
                <a:latin typeface="Aptos" panose="020B0004020202020204" pitchFamily="34" charset="0"/>
              </a:rPr>
              <a:t>simplicity and elegance</a:t>
            </a:r>
            <a:r>
              <a:rPr kumimoji="0" lang="en-PK" altLang="en-PK" sz="24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Any </a:t>
            </a:r>
            <a:r>
              <a:rPr kumimoji="0" lang="en-PK" altLang="en-PK" sz="2400" b="1" i="0" u="none" strike="noStrike" cap="none" normalizeH="0" baseline="0" dirty="0">
                <a:ln>
                  <a:noFill/>
                </a:ln>
                <a:solidFill>
                  <a:schemeClr val="tx1"/>
                </a:solidFill>
                <a:effectLst/>
                <a:latin typeface="Aptos" panose="020B0004020202020204" pitchFamily="34" charset="0"/>
              </a:rPr>
              <a:t>Python function</a:t>
            </a:r>
            <a:r>
              <a:rPr kumimoji="0" lang="en-PK" altLang="en-PK" sz="2400" b="0" i="0" u="none" strike="noStrike" cap="none" normalizeH="0" baseline="0" dirty="0">
                <a:ln>
                  <a:noFill/>
                </a:ln>
                <a:solidFill>
                  <a:schemeClr val="tx1"/>
                </a:solidFill>
                <a:effectLst/>
                <a:latin typeface="Aptos" panose="020B0004020202020204" pitchFamily="34" charset="0"/>
              </a:rPr>
              <a:t> can be converted into a tool using a </a:t>
            </a:r>
            <a:r>
              <a:rPr kumimoji="0" lang="en-PK" altLang="en-PK" sz="2400" b="1" i="0" u="none" strike="noStrike" cap="none" normalizeH="0" baseline="0" dirty="0">
                <a:ln>
                  <a:noFill/>
                </a:ln>
                <a:solidFill>
                  <a:schemeClr val="tx1"/>
                </a:solidFill>
                <a:effectLst/>
                <a:latin typeface="Aptos" panose="020B0004020202020204" pitchFamily="34" charset="0"/>
              </a:rPr>
              <a:t>special decorator</a:t>
            </a:r>
            <a:r>
              <a:rPr kumimoji="0" lang="en-PK" altLang="en-PK" sz="24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The decorator allows the </a:t>
            </a:r>
            <a:r>
              <a:rPr kumimoji="0" lang="en-PK" altLang="en-PK" sz="2400" b="1" i="0" u="none" strike="noStrike" cap="none" normalizeH="0" baseline="0" dirty="0">
                <a:ln>
                  <a:noFill/>
                </a:ln>
                <a:solidFill>
                  <a:schemeClr val="tx1"/>
                </a:solidFill>
                <a:effectLst/>
                <a:latin typeface="Aptos" panose="020B0004020202020204" pitchFamily="34" charset="0"/>
              </a:rPr>
              <a:t>agent’s LLM to understand the tool automatically</a:t>
            </a:r>
            <a:r>
              <a:rPr kumimoji="0" lang="en-PK" altLang="en-PK" sz="2400" b="0" i="0" u="none" strike="noStrike" cap="none" normalizeH="0" baseline="0" dirty="0">
                <a:ln>
                  <a:noFill/>
                </a:ln>
                <a:solidFill>
                  <a:schemeClr val="tx1"/>
                </a:solidFill>
                <a:effectLst/>
                <a:latin typeface="Aptos" panose="020B0004020202020204" pitchFamily="34" charset="0"/>
              </a:rPr>
              <a:t> via its </a:t>
            </a:r>
            <a:r>
              <a:rPr kumimoji="0" lang="en-PK" altLang="en-PK" sz="2400" b="0" i="1" u="sng" strike="noStrike" cap="none" normalizeH="0" baseline="0" dirty="0">
                <a:ln>
                  <a:noFill/>
                </a:ln>
                <a:solidFill>
                  <a:schemeClr val="tx1"/>
                </a:solidFill>
                <a:effectLst/>
                <a:latin typeface="Aptos" panose="020B0004020202020204" pitchFamily="34" charset="0"/>
              </a:rPr>
              <a:t>name, docstring, and arguments</a:t>
            </a:r>
            <a:r>
              <a:rPr kumimoji="0" lang="en-PK" altLang="en-PK" sz="2400" b="0" i="0" u="none" strike="noStrike" cap="none" normalizeH="0" baseline="0" dirty="0">
                <a:ln>
                  <a:noFill/>
                </a:ln>
                <a:solidFill>
                  <a:schemeClr val="tx1"/>
                </a:solidFill>
                <a:effectLst/>
                <a:latin typeface="Aptos" panose="020B00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When invoked, the LLM </a:t>
            </a:r>
            <a:r>
              <a:rPr kumimoji="0" lang="en-PK" altLang="en-PK" sz="2400" b="1" i="0" u="none" strike="noStrike" cap="none" normalizeH="0" baseline="0" dirty="0">
                <a:ln>
                  <a:noFill/>
                </a:ln>
                <a:solidFill>
                  <a:schemeClr val="tx1"/>
                </a:solidFill>
                <a:effectLst/>
                <a:latin typeface="Aptos" panose="020B0004020202020204" pitchFamily="34" charset="0"/>
              </a:rPr>
              <a:t>generates the necessary arguments/schema</a:t>
            </a:r>
            <a:r>
              <a:rPr kumimoji="0" lang="en-PK" altLang="en-PK" sz="2400" b="0" i="0" u="none" strike="noStrike" cap="none" normalizeH="0" baseline="0" dirty="0">
                <a:ln>
                  <a:noFill/>
                </a:ln>
                <a:solidFill>
                  <a:schemeClr val="tx1"/>
                </a:solidFill>
                <a:effectLst/>
                <a:latin typeface="Aptos" panose="020B0004020202020204" pitchFamily="34" charset="0"/>
              </a:rPr>
              <a:t> to call the tool correctly.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Example: A function returning the status of an order can be made into a tool; the decorator parses its docstring and arguments and instructs the LLM on usage.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This enables the agent to </a:t>
            </a:r>
            <a:r>
              <a:rPr kumimoji="0" lang="en-PK" altLang="en-PK" sz="2400" b="1" i="0" u="none" strike="noStrike" cap="none" normalizeH="0" baseline="0" dirty="0">
                <a:ln>
                  <a:noFill/>
                </a:ln>
                <a:solidFill>
                  <a:schemeClr val="tx1"/>
                </a:solidFill>
                <a:effectLst/>
                <a:latin typeface="Aptos" panose="020B0004020202020204" pitchFamily="34" charset="0"/>
              </a:rPr>
              <a:t>know what tools are available, their capabilities, and required inputs</a:t>
            </a:r>
            <a:r>
              <a:rPr kumimoji="0" lang="en-PK" altLang="en-PK" sz="2400" b="0" i="0" u="none" strike="noStrike" cap="none" normalizeH="0" baseline="0" dirty="0">
                <a:ln>
                  <a:noFill/>
                </a:ln>
                <a:solidFill>
                  <a:schemeClr val="tx1"/>
                </a:solidFill>
                <a:effectLst/>
                <a:latin typeface="Aptos" panose="020B0004020202020204" pitchFamily="34" charset="0"/>
              </a:rPr>
              <a:t> without manual configuration.</a:t>
            </a:r>
          </a:p>
        </p:txBody>
      </p:sp>
    </p:spTree>
    <p:extLst>
      <p:ext uri="{BB962C8B-B14F-4D97-AF65-F5344CB8AC3E}">
        <p14:creationId xmlns:p14="http://schemas.microsoft.com/office/powerpoint/2010/main" val="4284362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D7FF9-B79A-D7A5-ADF4-03D2EBB78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9695C-9308-F338-D73B-9699E0CBEE66}"/>
              </a:ext>
            </a:extLst>
          </p:cNvPr>
          <p:cNvSpPr>
            <a:spLocks noGrp="1"/>
          </p:cNvSpPr>
          <p:nvPr>
            <p:ph type="title"/>
          </p:nvPr>
        </p:nvSpPr>
        <p:spPr/>
        <p:txBody>
          <a:bodyPr/>
          <a:lstStyle/>
          <a:p>
            <a:r>
              <a:rPr lang="en-US" dirty="0"/>
              <a:t>Tools</a:t>
            </a:r>
            <a:endParaRPr lang="en-PK" dirty="0"/>
          </a:p>
        </p:txBody>
      </p:sp>
      <p:sp>
        <p:nvSpPr>
          <p:cNvPr id="3" name="Content Placeholder 2">
            <a:extLst>
              <a:ext uri="{FF2B5EF4-FFF2-40B4-BE49-F238E27FC236}">
                <a16:creationId xmlns:a16="http://schemas.microsoft.com/office/drawing/2014/main" id="{11519DD2-72FF-47E6-1DB9-14659315A6D3}"/>
              </a:ext>
            </a:extLst>
          </p:cNvPr>
          <p:cNvSpPr>
            <a:spLocks noGrp="1"/>
          </p:cNvSpPr>
          <p:nvPr>
            <p:ph idx="1"/>
          </p:nvPr>
        </p:nvSpPr>
        <p:spPr>
          <a:xfrm>
            <a:off x="838200" y="1825625"/>
            <a:ext cx="2897459" cy="541655"/>
          </a:xfrm>
        </p:spPr>
        <p:txBody>
          <a:bodyPr>
            <a:normAutofit fontScale="70000" lnSpcReduction="20000"/>
          </a:bodyPr>
          <a:lstStyle/>
          <a:p>
            <a:r>
              <a:rPr lang="en-US" dirty="0"/>
              <a:t>Here is the code to create a tool:</a:t>
            </a:r>
            <a:endParaRPr lang="en-PK" dirty="0"/>
          </a:p>
        </p:txBody>
      </p:sp>
      <p:pic>
        <p:nvPicPr>
          <p:cNvPr id="7" name="Picture 6">
            <a:extLst>
              <a:ext uri="{FF2B5EF4-FFF2-40B4-BE49-F238E27FC236}">
                <a16:creationId xmlns:a16="http://schemas.microsoft.com/office/drawing/2014/main" id="{C6D80DF0-5E65-8EB5-3BC7-82628F965A63}"/>
              </a:ext>
            </a:extLst>
          </p:cNvPr>
          <p:cNvPicPr>
            <a:picLocks noChangeAspect="1"/>
          </p:cNvPicPr>
          <p:nvPr/>
        </p:nvPicPr>
        <p:blipFill>
          <a:blip r:embed="rId2"/>
          <a:stretch>
            <a:fillRect/>
          </a:stretch>
        </p:blipFill>
        <p:spPr>
          <a:xfrm>
            <a:off x="4047892" y="1558608"/>
            <a:ext cx="7870902" cy="5214296"/>
          </a:xfrm>
          <a:prstGeom prst="rect">
            <a:avLst/>
          </a:prstGeom>
        </p:spPr>
      </p:pic>
    </p:spTree>
    <p:extLst>
      <p:ext uri="{BB962C8B-B14F-4D97-AF65-F5344CB8AC3E}">
        <p14:creationId xmlns:p14="http://schemas.microsoft.com/office/powerpoint/2010/main" val="3889635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5DF1F-1299-72A9-7AED-3D205057D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6BD84-EEBA-6F55-A769-C218893CC7AC}"/>
              </a:ext>
            </a:extLst>
          </p:cNvPr>
          <p:cNvSpPr>
            <a:spLocks noGrp="1"/>
          </p:cNvSpPr>
          <p:nvPr>
            <p:ph type="title"/>
          </p:nvPr>
        </p:nvSpPr>
        <p:spPr/>
        <p:txBody>
          <a:bodyPr/>
          <a:lstStyle/>
          <a:p>
            <a:r>
              <a:rPr lang="en-US" dirty="0"/>
              <a:t>Tools</a:t>
            </a:r>
            <a:endParaRPr lang="en-PK" dirty="0"/>
          </a:p>
        </p:txBody>
      </p:sp>
      <p:sp>
        <p:nvSpPr>
          <p:cNvPr id="3" name="Content Placeholder 2">
            <a:extLst>
              <a:ext uri="{FF2B5EF4-FFF2-40B4-BE49-F238E27FC236}">
                <a16:creationId xmlns:a16="http://schemas.microsoft.com/office/drawing/2014/main" id="{F78EB610-BC36-21B6-6600-C88FFA30862D}"/>
              </a:ext>
            </a:extLst>
          </p:cNvPr>
          <p:cNvSpPr>
            <a:spLocks noGrp="1"/>
          </p:cNvSpPr>
          <p:nvPr>
            <p:ph idx="1"/>
          </p:nvPr>
        </p:nvSpPr>
        <p:spPr/>
        <p:txBody>
          <a:bodyPr>
            <a:normAutofit fontScale="92500" lnSpcReduction="10000"/>
          </a:bodyPr>
          <a:lstStyle/>
          <a:p>
            <a:pPr algn="just"/>
            <a:r>
              <a:rPr lang="en-US" sz="2600" b="0" i="0" u="none" strike="noStrike" baseline="0" dirty="0">
                <a:solidFill>
                  <a:srgbClr val="000000"/>
                </a:solidFill>
              </a:rPr>
              <a:t>Note that OpenAI Agents SDK also enables developers to </a:t>
            </a:r>
            <a:r>
              <a:rPr lang="en-US" sz="2600" b="1" i="0" u="none" strike="noStrike" baseline="0" dirty="0">
                <a:solidFill>
                  <a:srgbClr val="000000"/>
                </a:solidFill>
              </a:rPr>
              <a:t>instantiate other types of tools </a:t>
            </a:r>
            <a:r>
              <a:rPr lang="en-US" sz="2600" b="0" i="0" u="none" strike="noStrike" baseline="0" dirty="0">
                <a:solidFill>
                  <a:srgbClr val="000000"/>
                </a:solidFill>
              </a:rPr>
              <a:t>in addition to user-defined functions—hosted tools and agents as tools:</a:t>
            </a:r>
          </a:p>
          <a:p>
            <a:pPr algn="just"/>
            <a:r>
              <a:rPr lang="en-US" sz="2600" b="1" i="0" u="none" strike="noStrike" baseline="0" dirty="0">
                <a:solidFill>
                  <a:srgbClr val="000000"/>
                </a:solidFill>
              </a:rPr>
              <a:t>Hosted tools</a:t>
            </a:r>
            <a:r>
              <a:rPr lang="en-US" sz="2600" b="0" i="0" u="none" strike="noStrike" baseline="0" dirty="0">
                <a:solidFill>
                  <a:srgbClr val="000000"/>
                </a:solidFill>
              </a:rPr>
              <a:t>: These are </a:t>
            </a:r>
            <a:r>
              <a:rPr lang="en-US" sz="2600" b="0" i="0" u="sng" strike="noStrike" baseline="0" dirty="0">
                <a:solidFill>
                  <a:srgbClr val="000000"/>
                </a:solidFill>
              </a:rPr>
              <a:t>built-in tools </a:t>
            </a:r>
            <a:r>
              <a:rPr lang="en-US" sz="2600" b="0" i="0" u="none" strike="noStrike" baseline="0" dirty="0">
                <a:solidFill>
                  <a:srgbClr val="000000"/>
                </a:solidFill>
              </a:rPr>
              <a:t>specifically provided by and hosted in OpenAI. They include </a:t>
            </a:r>
            <a:r>
              <a:rPr lang="en-US" sz="2600" b="0" i="0" u="sng" strike="noStrike" baseline="0" dirty="0">
                <a:solidFill>
                  <a:srgbClr val="000000"/>
                </a:solidFill>
              </a:rPr>
              <a:t>common tools </a:t>
            </a:r>
            <a:r>
              <a:rPr lang="en-US" sz="2600" b="0" i="0" u="none" strike="noStrike" baseline="0" dirty="0">
                <a:solidFill>
                  <a:srgbClr val="000000"/>
                </a:solidFill>
              </a:rPr>
              <a:t>that you may want your agent to have, such as the </a:t>
            </a:r>
            <a:r>
              <a:rPr lang="en-US" sz="2600" b="0" i="0" u="sng" strike="noStrike" baseline="0" dirty="0">
                <a:solidFill>
                  <a:srgbClr val="000000"/>
                </a:solidFill>
              </a:rPr>
              <a:t>ability to search the web</a:t>
            </a:r>
            <a:r>
              <a:rPr lang="en-US" sz="2600" b="0" i="0" u="none" strike="noStrike" baseline="0" dirty="0">
                <a:solidFill>
                  <a:srgbClr val="000000"/>
                </a:solidFill>
              </a:rPr>
              <a:t>, search through </a:t>
            </a:r>
            <a:r>
              <a:rPr lang="en-US" sz="2600" b="0" i="0" u="sng" strike="noStrike" baseline="0" dirty="0">
                <a:solidFill>
                  <a:srgbClr val="000000"/>
                </a:solidFill>
              </a:rPr>
              <a:t>files, generate an image</a:t>
            </a:r>
            <a:r>
              <a:rPr lang="en-US" sz="2600" b="0" i="0" u="none" strike="noStrike" baseline="0" dirty="0">
                <a:solidFill>
                  <a:srgbClr val="000000"/>
                </a:solidFill>
              </a:rPr>
              <a:t>, and so on. They also include the ability to connect to a local computer’s shell/terminal or functionality via a hosted </a:t>
            </a:r>
            <a:r>
              <a:rPr lang="en-US" sz="2600" b="1" i="0" u="none" strike="noStrike" baseline="0" dirty="0">
                <a:solidFill>
                  <a:srgbClr val="000000"/>
                </a:solidFill>
              </a:rPr>
              <a:t>Model Context Protocol </a:t>
            </a:r>
            <a:r>
              <a:rPr lang="en-US" sz="2600" b="0" i="0" u="none" strike="noStrike" baseline="0" dirty="0">
                <a:solidFill>
                  <a:srgbClr val="000000"/>
                </a:solidFill>
              </a:rPr>
              <a:t>(</a:t>
            </a:r>
            <a:r>
              <a:rPr lang="en-US" sz="2600" b="1" i="0" u="none" strike="noStrike" baseline="0" dirty="0">
                <a:solidFill>
                  <a:srgbClr val="000000"/>
                </a:solidFill>
              </a:rPr>
              <a:t>MCP</a:t>
            </a:r>
            <a:r>
              <a:rPr lang="en-US" sz="2600" b="0" i="0" u="none" strike="noStrike" baseline="0" dirty="0">
                <a:solidFill>
                  <a:srgbClr val="000000"/>
                </a:solidFill>
              </a:rPr>
              <a:t>) server.</a:t>
            </a:r>
          </a:p>
          <a:p>
            <a:r>
              <a:rPr lang="en-US" sz="2600" b="1" i="0" u="none" strike="noStrike" baseline="0" dirty="0">
                <a:solidFill>
                  <a:srgbClr val="000000"/>
                </a:solidFill>
              </a:rPr>
              <a:t>Agents as tools</a:t>
            </a:r>
            <a:r>
              <a:rPr lang="en-US" sz="2600" b="0" i="0" u="none" strike="noStrike" baseline="0" dirty="0">
                <a:solidFill>
                  <a:srgbClr val="000000"/>
                </a:solidFill>
              </a:rPr>
              <a:t>: These are </a:t>
            </a:r>
            <a:r>
              <a:rPr lang="en-US" sz="2600" b="0" i="0" u="sng" strike="noStrike" baseline="0" dirty="0">
                <a:solidFill>
                  <a:srgbClr val="000000"/>
                </a:solidFill>
              </a:rPr>
              <a:t>agents</a:t>
            </a:r>
            <a:r>
              <a:rPr lang="en-US" sz="2600" b="0" i="0" u="none" strike="noStrike" baseline="0" dirty="0">
                <a:solidFill>
                  <a:srgbClr val="000000"/>
                </a:solidFill>
              </a:rPr>
              <a:t> that you have previously instantiated that are then </a:t>
            </a:r>
            <a:r>
              <a:rPr lang="en-US" sz="2600" b="0" i="0" u="sng" strike="noStrike" baseline="0" dirty="0">
                <a:solidFill>
                  <a:srgbClr val="000000"/>
                </a:solidFill>
              </a:rPr>
              <a:t>converted into tools</a:t>
            </a:r>
            <a:r>
              <a:rPr lang="en-US" sz="2600" b="0" i="0" u="none" strike="noStrike" baseline="0" dirty="0">
                <a:solidFill>
                  <a:srgbClr val="000000"/>
                </a:solidFill>
              </a:rPr>
              <a:t>. This, however, is </a:t>
            </a:r>
            <a:r>
              <a:rPr lang="en-US" sz="2600" b="0" i="0" u="sng" strike="noStrike" baseline="0" dirty="0">
                <a:solidFill>
                  <a:srgbClr val="000000"/>
                </a:solidFill>
              </a:rPr>
              <a:t>rare in practice </a:t>
            </a:r>
            <a:r>
              <a:rPr lang="en-US" sz="2600" b="0" i="0" u="none" strike="noStrike" baseline="0" dirty="0">
                <a:solidFill>
                  <a:srgbClr val="000000"/>
                </a:solidFill>
              </a:rPr>
              <a:t>as calling agents are typically </a:t>
            </a:r>
            <a:r>
              <a:rPr lang="en-US" sz="2600" b="0" i="0" u="sng" strike="noStrike" baseline="0" dirty="0">
                <a:solidFill>
                  <a:srgbClr val="000000"/>
                </a:solidFill>
              </a:rPr>
              <a:t>achieved through handoffs </a:t>
            </a:r>
            <a:r>
              <a:rPr lang="en-US" sz="2600" b="0" i="0" u="none" strike="noStrike" baseline="0" dirty="0">
                <a:solidFill>
                  <a:srgbClr val="000000"/>
                </a:solidFill>
              </a:rPr>
              <a:t>where they are more like context passing.</a:t>
            </a:r>
          </a:p>
          <a:p>
            <a:endParaRPr lang="en-PK" dirty="0"/>
          </a:p>
        </p:txBody>
      </p:sp>
    </p:spTree>
    <p:extLst>
      <p:ext uri="{BB962C8B-B14F-4D97-AF65-F5344CB8AC3E}">
        <p14:creationId xmlns:p14="http://schemas.microsoft.com/office/powerpoint/2010/main" val="34544254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7CC5-1D06-0E51-9582-3CC9B266243F}"/>
              </a:ext>
            </a:extLst>
          </p:cNvPr>
          <p:cNvSpPr>
            <a:spLocks noGrp="1"/>
          </p:cNvSpPr>
          <p:nvPr>
            <p:ph type="title"/>
          </p:nvPr>
        </p:nvSpPr>
        <p:spPr/>
        <p:txBody>
          <a:bodyPr/>
          <a:lstStyle/>
          <a:p>
            <a:r>
              <a:rPr lang="en-US" dirty="0"/>
              <a:t>Handoff</a:t>
            </a:r>
            <a:endParaRPr lang="en-PK" dirty="0"/>
          </a:p>
        </p:txBody>
      </p:sp>
      <p:sp>
        <p:nvSpPr>
          <p:cNvPr id="4" name="Rectangle 1">
            <a:extLst>
              <a:ext uri="{FF2B5EF4-FFF2-40B4-BE49-F238E27FC236}">
                <a16:creationId xmlns:a16="http://schemas.microsoft.com/office/drawing/2014/main" id="{0C45E602-B8D0-B424-B91D-3FCACA50CC7C}"/>
              </a:ext>
            </a:extLst>
          </p:cNvPr>
          <p:cNvSpPr>
            <a:spLocks noGrp="1" noChangeArrowheads="1"/>
          </p:cNvSpPr>
          <p:nvPr>
            <p:ph idx="1"/>
          </p:nvPr>
        </p:nvSpPr>
        <p:spPr bwMode="auto">
          <a:xfrm>
            <a:off x="838200" y="1690688"/>
            <a:ext cx="1087628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The </a:t>
            </a:r>
            <a:r>
              <a:rPr kumimoji="0" lang="en-PK" altLang="en-PK" sz="2400" b="1" i="0" u="none" strike="noStrike" cap="none" normalizeH="0" baseline="0" dirty="0">
                <a:ln>
                  <a:noFill/>
                </a:ln>
                <a:solidFill>
                  <a:schemeClr val="tx1"/>
                </a:solidFill>
                <a:effectLst/>
                <a:latin typeface="Aptos" panose="020B0004020202020204" pitchFamily="34" charset="0"/>
              </a:rPr>
              <a:t>handoff primitive</a:t>
            </a:r>
            <a:r>
              <a:rPr kumimoji="0" lang="en-PK" altLang="en-PK" sz="2400" b="0" i="0" u="none" strike="noStrike" cap="none" normalizeH="0" baseline="0" dirty="0">
                <a:ln>
                  <a:noFill/>
                </a:ln>
                <a:solidFill>
                  <a:schemeClr val="tx1"/>
                </a:solidFill>
                <a:effectLst/>
                <a:latin typeface="Aptos" panose="020B0004020202020204" pitchFamily="34" charset="0"/>
              </a:rPr>
              <a:t> manages how agents </a:t>
            </a:r>
            <a:r>
              <a:rPr kumimoji="0" lang="en-PK" altLang="en-PK" sz="2400" b="1" i="0" u="none" strike="noStrike" cap="none" normalizeH="0" baseline="0" dirty="0">
                <a:ln>
                  <a:noFill/>
                </a:ln>
                <a:solidFill>
                  <a:schemeClr val="tx1"/>
                </a:solidFill>
                <a:effectLst/>
                <a:latin typeface="Aptos" panose="020B0004020202020204" pitchFamily="34" charset="0"/>
              </a:rPr>
              <a:t>delegate or transfer control</a:t>
            </a:r>
            <a:r>
              <a:rPr kumimoji="0" lang="en-PK" altLang="en-PK" sz="2400" b="0" i="0" u="none" strike="noStrike" cap="none" normalizeH="0" baseline="0" dirty="0">
                <a:ln>
                  <a:noFill/>
                </a:ln>
                <a:solidFill>
                  <a:schemeClr val="tx1"/>
                </a:solidFill>
                <a:effectLst/>
                <a:latin typeface="Aptos" panose="020B0004020202020204" pitchFamily="34" charset="0"/>
              </a:rPr>
              <a:t> to other agents.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Enables </a:t>
            </a:r>
            <a:r>
              <a:rPr kumimoji="0" lang="en-PK" altLang="en-PK" sz="2400" b="1" i="0" u="none" strike="noStrike" cap="none" normalizeH="0" baseline="0" dirty="0">
                <a:ln>
                  <a:noFill/>
                </a:ln>
                <a:solidFill>
                  <a:schemeClr val="tx1"/>
                </a:solidFill>
                <a:effectLst/>
                <a:latin typeface="Aptos" panose="020B0004020202020204" pitchFamily="34" charset="0"/>
              </a:rPr>
              <a:t>multi-agent orchestration</a:t>
            </a:r>
            <a:r>
              <a:rPr kumimoji="0" lang="en-PK" altLang="en-PK" sz="2400" b="0" i="0" u="none" strike="noStrike" cap="none" normalizeH="0" baseline="0" dirty="0">
                <a:ln>
                  <a:noFill/>
                </a:ln>
                <a:solidFill>
                  <a:schemeClr val="tx1"/>
                </a:solidFill>
                <a:effectLst/>
                <a:latin typeface="Aptos" panose="020B0004020202020204" pitchFamily="34" charset="0"/>
              </a:rPr>
              <a:t>, allowing multiple specialized agents to collaborate.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Inspired by the SDK’s predecessor, </a:t>
            </a:r>
            <a:r>
              <a:rPr kumimoji="0" lang="en-PK" altLang="en-PK" sz="2400" b="1" i="0" u="none" strike="noStrike" cap="none" normalizeH="0" baseline="0" dirty="0">
                <a:ln>
                  <a:noFill/>
                </a:ln>
                <a:solidFill>
                  <a:schemeClr val="tx1"/>
                </a:solidFill>
                <a:effectLst/>
                <a:latin typeface="Aptos" panose="020B0004020202020204" pitchFamily="34" charset="0"/>
              </a:rPr>
              <a:t>Swarm</a:t>
            </a:r>
            <a:r>
              <a:rPr kumimoji="0" lang="en-PK" altLang="en-PK" sz="2400" b="0" i="0" u="none" strike="noStrike" cap="none" normalizeH="0" baseline="0" dirty="0">
                <a:ln>
                  <a:noFill/>
                </a:ln>
                <a:solidFill>
                  <a:schemeClr val="tx1"/>
                </a:solidFill>
                <a:effectLst/>
                <a:latin typeface="Aptos" panose="020B0004020202020204" pitchFamily="34" charset="0"/>
              </a:rPr>
              <a:t>, which focused on cooperative agents.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Agents can be </a:t>
            </a:r>
            <a:r>
              <a:rPr kumimoji="0" lang="en-PK" altLang="en-PK" sz="2400" b="1" i="0" u="none" strike="noStrike" cap="none" normalizeH="0" baseline="0" dirty="0">
                <a:ln>
                  <a:noFill/>
                </a:ln>
                <a:solidFill>
                  <a:schemeClr val="tx1"/>
                </a:solidFill>
                <a:effectLst/>
                <a:latin typeface="Aptos" panose="020B0004020202020204" pitchFamily="34" charset="0"/>
              </a:rPr>
              <a:t>specialized for specific tasks</a:t>
            </a:r>
            <a:r>
              <a:rPr kumimoji="0" lang="en-PK" altLang="en-PK" sz="2400" b="0" i="0" u="none" strike="noStrike" cap="none" normalizeH="0" baseline="0" dirty="0">
                <a:ln>
                  <a:noFill/>
                </a:ln>
                <a:solidFill>
                  <a:schemeClr val="tx1"/>
                </a:solidFill>
                <a:effectLst/>
                <a:latin typeface="Aptos" panose="020B0004020202020204" pitchFamily="34" charset="0"/>
              </a:rPr>
              <a:t>, each with its own persona and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ptos" panose="020B0004020202020204" pitchFamily="34" charset="0"/>
              </a:rPr>
              <a:t>Handoffs allow a </a:t>
            </a:r>
            <a:r>
              <a:rPr kumimoji="0" lang="en-PK" altLang="en-PK" sz="2400" b="1" i="0" u="none" strike="noStrike" cap="none" normalizeH="0" baseline="0" dirty="0">
                <a:ln>
                  <a:noFill/>
                </a:ln>
                <a:solidFill>
                  <a:schemeClr val="tx1"/>
                </a:solidFill>
                <a:effectLst/>
                <a:latin typeface="Aptos" panose="020B0004020202020204" pitchFamily="34" charset="0"/>
              </a:rPr>
              <a:t>team of agents</a:t>
            </a:r>
            <a:r>
              <a:rPr kumimoji="0" lang="en-PK" altLang="en-PK" sz="2400" b="0" i="0" u="none" strike="noStrike" cap="none" normalizeH="0" baseline="0" dirty="0">
                <a:ln>
                  <a:noFill/>
                </a:ln>
                <a:solidFill>
                  <a:schemeClr val="tx1"/>
                </a:solidFill>
                <a:effectLst/>
                <a:latin typeface="Aptos" panose="020B0004020202020204" pitchFamily="34" charset="0"/>
              </a:rPr>
              <a:t> to achieve a goal instead of a single agent handling everything.</a:t>
            </a:r>
          </a:p>
        </p:txBody>
      </p:sp>
    </p:spTree>
    <p:extLst>
      <p:ext uri="{BB962C8B-B14F-4D97-AF65-F5344CB8AC3E}">
        <p14:creationId xmlns:p14="http://schemas.microsoft.com/office/powerpoint/2010/main" val="1587067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1F742-3E12-7816-48AB-A3084CDA1DF2}"/>
              </a:ext>
            </a:extLst>
          </p:cNvPr>
          <p:cNvSpPr>
            <a:spLocks noGrp="1"/>
          </p:cNvSpPr>
          <p:nvPr>
            <p:ph type="title"/>
          </p:nvPr>
        </p:nvSpPr>
        <p:spPr/>
        <p:txBody>
          <a:bodyPr/>
          <a:lstStyle/>
          <a:p>
            <a:r>
              <a:rPr lang="en-US" dirty="0"/>
              <a:t>Handoff</a:t>
            </a:r>
            <a:endParaRPr lang="en-PK" dirty="0"/>
          </a:p>
        </p:txBody>
      </p:sp>
      <p:sp>
        <p:nvSpPr>
          <p:cNvPr id="3" name="Content Placeholder 2">
            <a:extLst>
              <a:ext uri="{FF2B5EF4-FFF2-40B4-BE49-F238E27FC236}">
                <a16:creationId xmlns:a16="http://schemas.microsoft.com/office/drawing/2014/main" id="{B2278BF2-BE1C-123F-CDD8-52077B40F65C}"/>
              </a:ext>
            </a:extLst>
          </p:cNvPr>
          <p:cNvSpPr>
            <a:spLocks noGrp="1"/>
          </p:cNvSpPr>
          <p:nvPr>
            <p:ph idx="1"/>
          </p:nvPr>
        </p:nvSpPr>
        <p:spPr>
          <a:xfrm>
            <a:off x="838200" y="1825625"/>
            <a:ext cx="10515600" cy="927735"/>
          </a:xfrm>
        </p:spPr>
        <p:txBody>
          <a:bodyPr/>
          <a:lstStyle/>
          <a:p>
            <a:r>
              <a:rPr lang="en-US" sz="2800" b="0" i="0" u="none" strike="noStrike" baseline="0" dirty="0">
                <a:solidFill>
                  <a:srgbClr val="000000"/>
                </a:solidFill>
                <a:latin typeface="Crimson Pro ExtraLight"/>
              </a:rPr>
              <a:t>This architecture can easily be created with this primitive in the following way:</a:t>
            </a:r>
            <a:endParaRPr lang="en-PK" dirty="0"/>
          </a:p>
        </p:txBody>
      </p:sp>
      <p:pic>
        <p:nvPicPr>
          <p:cNvPr id="5" name="Picture 4">
            <a:extLst>
              <a:ext uri="{FF2B5EF4-FFF2-40B4-BE49-F238E27FC236}">
                <a16:creationId xmlns:a16="http://schemas.microsoft.com/office/drawing/2014/main" id="{D61834BA-3768-83C2-8BF4-0B350886BD14}"/>
              </a:ext>
            </a:extLst>
          </p:cNvPr>
          <p:cNvPicPr>
            <a:picLocks noChangeAspect="1"/>
          </p:cNvPicPr>
          <p:nvPr/>
        </p:nvPicPr>
        <p:blipFill>
          <a:blip r:embed="rId2"/>
          <a:stretch>
            <a:fillRect/>
          </a:stretch>
        </p:blipFill>
        <p:spPr>
          <a:xfrm>
            <a:off x="838201" y="2888297"/>
            <a:ext cx="10419080" cy="3858163"/>
          </a:xfrm>
          <a:prstGeom prst="rect">
            <a:avLst/>
          </a:prstGeom>
        </p:spPr>
      </p:pic>
    </p:spTree>
    <p:extLst>
      <p:ext uri="{BB962C8B-B14F-4D97-AF65-F5344CB8AC3E}">
        <p14:creationId xmlns:p14="http://schemas.microsoft.com/office/powerpoint/2010/main" val="3697727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2446A-2A1E-4F02-9644-2F6D7B134BBC}"/>
              </a:ext>
            </a:extLst>
          </p:cNvPr>
          <p:cNvSpPr>
            <a:spLocks noGrp="1"/>
          </p:cNvSpPr>
          <p:nvPr>
            <p:ph type="title"/>
          </p:nvPr>
        </p:nvSpPr>
        <p:spPr/>
        <p:txBody>
          <a:bodyPr/>
          <a:lstStyle/>
          <a:p>
            <a:pPr algn="ctr"/>
            <a:r>
              <a:rPr lang="en-US" dirty="0"/>
              <a:t>Difference between an agent handoff versus a tool calling</a:t>
            </a:r>
            <a:endParaRPr lang="en-PK" dirty="0"/>
          </a:p>
        </p:txBody>
      </p:sp>
      <p:sp>
        <p:nvSpPr>
          <p:cNvPr id="7" name="TextBox 6">
            <a:extLst>
              <a:ext uri="{FF2B5EF4-FFF2-40B4-BE49-F238E27FC236}">
                <a16:creationId xmlns:a16="http://schemas.microsoft.com/office/drawing/2014/main" id="{E494A4CA-7FD6-6F49-5612-7DAE4BA95E1C}"/>
              </a:ext>
            </a:extLst>
          </p:cNvPr>
          <p:cNvSpPr txBox="1"/>
          <p:nvPr/>
        </p:nvSpPr>
        <p:spPr>
          <a:xfrm>
            <a:off x="934720" y="1690688"/>
            <a:ext cx="10342880" cy="3016210"/>
          </a:xfrm>
          <a:prstGeom prst="rect">
            <a:avLst/>
          </a:prstGeom>
          <a:noFill/>
        </p:spPr>
        <p:txBody>
          <a:bodyPr wrap="square">
            <a:spAutoFit/>
          </a:bodyPr>
          <a:lstStyle/>
          <a:p>
            <a:pPr algn="l"/>
            <a:endParaRPr lang="en-PK" sz="1200" b="0" i="0" u="none" strike="noStrike" baseline="0" dirty="0">
              <a:solidFill>
                <a:srgbClr val="000000"/>
              </a:solidFill>
              <a:latin typeface="Crimson Pro SemiBold"/>
            </a:endParaRPr>
          </a:p>
          <a:p>
            <a:r>
              <a:rPr lang="en-US" sz="2400" b="1" i="0" u="none" strike="noStrike" baseline="0" dirty="0">
                <a:solidFill>
                  <a:srgbClr val="000000"/>
                </a:solidFill>
              </a:rPr>
              <a:t>Transfer of context</a:t>
            </a:r>
            <a:r>
              <a:rPr lang="en-US" sz="2400" b="0" i="0" u="none" strike="noStrike" baseline="0" dirty="0">
                <a:solidFill>
                  <a:srgbClr val="000000"/>
                </a:solidFill>
              </a:rPr>
              <a:t>: During a handoff, the SDK transfers the necessary context, such as the conversation history (instead of pre-defined rigid arguments), to the next agent, letting the work proceed without interruption.</a:t>
            </a:r>
          </a:p>
          <a:p>
            <a:endParaRPr lang="en-PK" sz="2400" dirty="0"/>
          </a:p>
          <a:p>
            <a:r>
              <a:rPr lang="en-US" sz="2400" b="1" dirty="0"/>
              <a:t>Transfer of control</a:t>
            </a:r>
            <a:r>
              <a:rPr lang="en-US" sz="2400" dirty="0"/>
              <a:t>: Handoffs put another “driver” in charge of the overall goal rather than “outsourcing” a particular sub-task. The agent that is “invoked” can call its own tools and then hand off to another agent as desired.</a:t>
            </a:r>
          </a:p>
          <a:p>
            <a:endParaRPr lang="en-US" sz="1000" b="0" i="0" u="none" strike="noStrike" baseline="0" dirty="0">
              <a:solidFill>
                <a:srgbClr val="000000"/>
              </a:solidFill>
              <a:latin typeface="Crimson Pro ExtraLight"/>
            </a:endParaRPr>
          </a:p>
        </p:txBody>
      </p:sp>
    </p:spTree>
    <p:extLst>
      <p:ext uri="{BB962C8B-B14F-4D97-AF65-F5344CB8AC3E}">
        <p14:creationId xmlns:p14="http://schemas.microsoft.com/office/powerpoint/2010/main" val="41947672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B6A0F-A3C3-220A-E00A-EBE7D592B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97D9E-5AD6-AC21-3A64-43C6E08C6CAD}"/>
              </a:ext>
            </a:extLst>
          </p:cNvPr>
          <p:cNvSpPr>
            <a:spLocks noGrp="1"/>
          </p:cNvSpPr>
          <p:nvPr>
            <p:ph type="title"/>
          </p:nvPr>
        </p:nvSpPr>
        <p:spPr/>
        <p:txBody>
          <a:bodyPr/>
          <a:lstStyle/>
          <a:p>
            <a:r>
              <a:rPr lang="en-US" dirty="0"/>
              <a:t>Guardrails</a:t>
            </a:r>
            <a:endParaRPr lang="en-PK" dirty="0"/>
          </a:p>
        </p:txBody>
      </p:sp>
      <p:sp>
        <p:nvSpPr>
          <p:cNvPr id="4" name="Rectangle 1">
            <a:extLst>
              <a:ext uri="{FF2B5EF4-FFF2-40B4-BE49-F238E27FC236}">
                <a16:creationId xmlns:a16="http://schemas.microsoft.com/office/drawing/2014/main" id="{B3CC31F2-7897-89F2-2E50-74445CB8F917}"/>
              </a:ext>
            </a:extLst>
          </p:cNvPr>
          <p:cNvSpPr>
            <a:spLocks noGrp="1" noChangeArrowheads="1"/>
          </p:cNvSpPr>
          <p:nvPr>
            <p:ph idx="1"/>
          </p:nvPr>
        </p:nvSpPr>
        <p:spPr bwMode="auto">
          <a:xfrm>
            <a:off x="838200" y="1785303"/>
            <a:ext cx="10398760"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400" b="1" i="0" u="none" strike="noStrike" cap="none" normalizeH="0" baseline="0" dirty="0">
                <a:ln>
                  <a:noFill/>
                </a:ln>
                <a:solidFill>
                  <a:schemeClr val="tx1"/>
                </a:solidFill>
                <a:effectLst/>
                <a:latin typeface="Arial" panose="020B0604020202020204" pitchFamily="34" charset="0"/>
              </a:rPr>
              <a:t>D</a:t>
            </a:r>
            <a:r>
              <a:rPr kumimoji="0" lang="en-PK" altLang="en-PK" sz="2400" b="1" i="0" u="none" strike="noStrike" cap="none" normalizeH="0" baseline="0" dirty="0" err="1">
                <a:ln>
                  <a:noFill/>
                </a:ln>
                <a:solidFill>
                  <a:schemeClr val="tx1"/>
                </a:solidFill>
                <a:effectLst/>
                <a:latin typeface="Arial" panose="020B0604020202020204" pitchFamily="34" charset="0"/>
              </a:rPr>
              <a:t>efinition</a:t>
            </a:r>
            <a:r>
              <a:rPr kumimoji="0" lang="en-PK" altLang="en-PK" sz="2400" b="1" i="0" u="none" strike="noStrike" cap="none" normalizeH="0" baseline="0" dirty="0">
                <a:ln>
                  <a:noFill/>
                </a:ln>
                <a:solidFill>
                  <a:schemeClr val="tx1"/>
                </a:solidFill>
                <a:effectLst/>
                <a:latin typeface="Arial" panose="020B0604020202020204" pitchFamily="34" charset="0"/>
              </a:rPr>
              <a:t>:</a:t>
            </a:r>
            <a:br>
              <a:rPr kumimoji="0" lang="en-PK" altLang="en-PK" sz="2400" b="0" i="0" u="none" strike="noStrike" cap="none" normalizeH="0" baseline="0" dirty="0">
                <a:ln>
                  <a:noFill/>
                </a:ln>
                <a:solidFill>
                  <a:schemeClr val="tx1"/>
                </a:solidFill>
                <a:effectLst/>
                <a:latin typeface="Arial" panose="020B0604020202020204" pitchFamily="34" charset="0"/>
              </a:rPr>
            </a:br>
            <a:r>
              <a:rPr kumimoji="0" lang="en-PK" altLang="en-PK" sz="2400" b="0" i="0" u="none" strike="noStrike" cap="none" normalizeH="0" baseline="0" dirty="0">
                <a:ln>
                  <a:noFill/>
                </a:ln>
                <a:solidFill>
                  <a:schemeClr val="tx1"/>
                </a:solidFill>
                <a:effectLst/>
                <a:latin typeface="Arial" panose="020B0604020202020204" pitchFamily="34" charset="0"/>
              </a:rPr>
              <a:t>Guardrails act as </a:t>
            </a:r>
            <a:r>
              <a:rPr kumimoji="0" lang="en-PK" altLang="en-PK" sz="2400" b="1" i="0" u="none" strike="noStrike" cap="none" normalizeH="0" baseline="0" dirty="0">
                <a:ln>
                  <a:noFill/>
                </a:ln>
                <a:solidFill>
                  <a:schemeClr val="tx1"/>
                </a:solidFill>
                <a:effectLst/>
                <a:latin typeface="Arial" panose="020B0604020202020204" pitchFamily="34" charset="0"/>
              </a:rPr>
              <a:t>safety mechanisms</a:t>
            </a:r>
            <a:r>
              <a:rPr kumimoji="0" lang="en-PK" altLang="en-PK" sz="2400" b="0" i="0" u="none" strike="noStrike" cap="none" normalizeH="0" baseline="0" dirty="0">
                <a:ln>
                  <a:noFill/>
                </a:ln>
                <a:solidFill>
                  <a:schemeClr val="tx1"/>
                </a:solidFill>
                <a:effectLst/>
                <a:latin typeface="Arial" panose="020B0604020202020204" pitchFamily="34" charset="0"/>
              </a:rPr>
              <a:t> to validate </a:t>
            </a:r>
            <a:r>
              <a:rPr kumimoji="0" lang="en-PK" altLang="en-PK" sz="2400" b="1" i="0" u="none" strike="noStrike" cap="none" normalizeH="0" baseline="0" dirty="0">
                <a:ln>
                  <a:noFill/>
                </a:ln>
                <a:solidFill>
                  <a:schemeClr val="tx1"/>
                </a:solidFill>
                <a:effectLst/>
                <a:latin typeface="Arial" panose="020B0604020202020204" pitchFamily="34" charset="0"/>
              </a:rPr>
              <a:t>user input</a:t>
            </a:r>
            <a:r>
              <a:rPr kumimoji="0" lang="en-PK" altLang="en-PK" sz="2400" b="0" i="0" u="none" strike="noStrike" cap="none" normalizeH="0" baseline="0" dirty="0">
                <a:ln>
                  <a:noFill/>
                </a:ln>
                <a:solidFill>
                  <a:schemeClr val="tx1"/>
                </a:solidFill>
                <a:effectLst/>
                <a:latin typeface="Arial" panose="020B0604020202020204" pitchFamily="34" charset="0"/>
              </a:rPr>
              <a:t> and </a:t>
            </a:r>
            <a:r>
              <a:rPr kumimoji="0" lang="en-PK" altLang="en-PK" sz="2400" b="1" i="0" u="none" strike="noStrike" cap="none" normalizeH="0" baseline="0" dirty="0">
                <a:ln>
                  <a:noFill/>
                </a:ln>
                <a:solidFill>
                  <a:schemeClr val="tx1"/>
                </a:solidFill>
                <a:effectLst/>
                <a:latin typeface="Arial" panose="020B0604020202020204" pitchFamily="34" charset="0"/>
              </a:rPr>
              <a:t>agent output</a:t>
            </a:r>
            <a:r>
              <a:rPr kumimoji="0" lang="en-PK" altLang="en-PK"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rial" panose="020B0604020202020204" pitchFamily="34" charset="0"/>
              </a:rPr>
              <a:t>Implementation:</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Created like a tool, using a </a:t>
            </a:r>
            <a:r>
              <a:rPr kumimoji="0" lang="en-PK" altLang="en-PK" sz="2400" b="1" i="0" u="none" strike="noStrike" cap="none" normalizeH="0" baseline="0" dirty="0">
                <a:ln>
                  <a:noFill/>
                </a:ln>
                <a:solidFill>
                  <a:schemeClr val="tx1"/>
                </a:solidFill>
                <a:effectLst/>
                <a:latin typeface="Arial" panose="020B0604020202020204" pitchFamily="34" charset="0"/>
              </a:rPr>
              <a:t>decorator on a Python function</a:t>
            </a:r>
            <a:r>
              <a:rPr kumimoji="0" lang="en-PK" altLang="en-PK"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Triggered automatically based on </a:t>
            </a:r>
            <a:r>
              <a:rPr kumimoji="0" lang="en-PK" altLang="en-PK" sz="2400" b="1" i="0" u="none" strike="noStrike" cap="none" normalizeH="0" baseline="0" dirty="0">
                <a:ln>
                  <a:noFill/>
                </a:ln>
                <a:solidFill>
                  <a:schemeClr val="tx1"/>
                </a:solidFill>
                <a:effectLst/>
                <a:latin typeface="Arial" panose="020B0604020202020204" pitchFamily="34" charset="0"/>
              </a:rPr>
              <a:t>custom logic</a:t>
            </a:r>
            <a:r>
              <a:rPr kumimoji="0" lang="en-PK" altLang="en-PK" sz="2400" b="0" i="0" u="none" strike="noStrike" cap="none" normalizeH="0" baseline="0" dirty="0">
                <a:ln>
                  <a:noFill/>
                </a:ln>
                <a:solidFill>
                  <a:schemeClr val="tx1"/>
                </a:solidFill>
                <a:effectLst/>
                <a:latin typeface="Arial" panose="020B0604020202020204" pitchFamily="34" charset="0"/>
              </a:rPr>
              <a:t> defined by the developer.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rial" panose="020B0604020202020204" pitchFamily="34" charset="0"/>
              </a:rPr>
              <a:t>Example:</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Ensures a customer service agent only responds to </a:t>
            </a:r>
            <a:r>
              <a:rPr kumimoji="0" lang="en-PK" altLang="en-PK" sz="2400" b="1" i="0" u="none" strike="noStrike" cap="none" normalizeH="0" baseline="0" dirty="0">
                <a:ln>
                  <a:noFill/>
                </a:ln>
                <a:solidFill>
                  <a:schemeClr val="tx1"/>
                </a:solidFill>
                <a:effectLst/>
                <a:latin typeface="Arial" panose="020B0604020202020204" pitchFamily="34" charset="0"/>
              </a:rPr>
              <a:t>relevant customer service queries</a:t>
            </a:r>
            <a:r>
              <a:rPr kumimoji="0" lang="en-PK" altLang="en-PK" sz="2400" b="0" i="0" u="none" strike="noStrike" cap="none" normalizeH="0" baseline="0" dirty="0">
                <a:ln>
                  <a:noFill/>
                </a:ln>
                <a:solidFill>
                  <a:schemeClr val="tx1"/>
                </a:solidFill>
                <a:effectLst/>
                <a:latin typeface="Arial" panose="020B0604020202020204" pitchFamily="34" charset="0"/>
              </a:rPr>
              <a:t>, rejecting unrelated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1" i="0" u="none" strike="noStrike" cap="none" normalizeH="0" baseline="0" dirty="0">
                <a:ln>
                  <a:noFill/>
                </a:ln>
                <a:solidFill>
                  <a:schemeClr val="tx1"/>
                </a:solidFill>
                <a:effectLst/>
                <a:latin typeface="Arial" panose="020B0604020202020204" pitchFamily="34" charset="0"/>
              </a:rPr>
              <a:t>Purpose:</a:t>
            </a:r>
            <a:endParaRPr kumimoji="0" lang="en-PK" altLang="en-PK"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latin typeface="Arial" panose="020B0604020202020204" pitchFamily="34" charset="0"/>
              </a:rPr>
              <a:t>Maintains </a:t>
            </a:r>
            <a:r>
              <a:rPr kumimoji="0" lang="en-PK" altLang="en-PK" sz="2400" b="1" i="0" u="none" strike="noStrike" cap="none" normalizeH="0" baseline="0" dirty="0">
                <a:ln>
                  <a:noFill/>
                </a:ln>
                <a:solidFill>
                  <a:schemeClr val="tx1"/>
                </a:solidFill>
                <a:effectLst/>
                <a:latin typeface="Arial" panose="020B0604020202020204" pitchFamily="34" charset="0"/>
              </a:rPr>
              <a:t>safety, relevance, and correctness</a:t>
            </a:r>
            <a:r>
              <a:rPr kumimoji="0" lang="en-PK" altLang="en-PK" sz="2400" b="0" i="0" u="none" strike="noStrike" cap="none" normalizeH="0" baseline="0" dirty="0">
                <a:ln>
                  <a:noFill/>
                </a:ln>
                <a:solidFill>
                  <a:schemeClr val="tx1"/>
                </a:solidFill>
                <a:effectLst/>
                <a:latin typeface="Arial" panose="020B0604020202020204" pitchFamily="34" charset="0"/>
              </a:rPr>
              <a:t> in AI agent interactions.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0868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37ADE-874E-2667-E59C-2F8328FE3950}"/>
              </a:ext>
            </a:extLst>
          </p:cNvPr>
          <p:cNvSpPr>
            <a:spLocks noGrp="1"/>
          </p:cNvSpPr>
          <p:nvPr>
            <p:ph type="title"/>
          </p:nvPr>
        </p:nvSpPr>
        <p:spPr/>
        <p:txBody>
          <a:bodyPr/>
          <a:lstStyle/>
          <a:p>
            <a:r>
              <a:rPr lang="en-US" dirty="0"/>
              <a:t>Guardrails</a:t>
            </a:r>
            <a:endParaRPr lang="en-PK" dirty="0"/>
          </a:p>
        </p:txBody>
      </p:sp>
      <p:pic>
        <p:nvPicPr>
          <p:cNvPr id="5" name="Content Placeholder 4">
            <a:extLst>
              <a:ext uri="{FF2B5EF4-FFF2-40B4-BE49-F238E27FC236}">
                <a16:creationId xmlns:a16="http://schemas.microsoft.com/office/drawing/2014/main" id="{1ACB4AAE-A8AE-5758-DBEF-8EE27FA7CDCD}"/>
              </a:ext>
            </a:extLst>
          </p:cNvPr>
          <p:cNvPicPr>
            <a:picLocks noGrp="1" noChangeAspect="1"/>
          </p:cNvPicPr>
          <p:nvPr>
            <p:ph idx="1"/>
          </p:nvPr>
        </p:nvPicPr>
        <p:blipFill>
          <a:blip r:embed="rId2"/>
          <a:stretch>
            <a:fillRect/>
          </a:stretch>
        </p:blipFill>
        <p:spPr>
          <a:xfrm>
            <a:off x="1193182" y="1611111"/>
            <a:ext cx="8645204" cy="5246889"/>
          </a:xfrm>
          <a:prstGeom prst="rect">
            <a:avLst/>
          </a:prstGeom>
        </p:spPr>
      </p:pic>
      <p:pic>
        <p:nvPicPr>
          <p:cNvPr id="4" name="Picture 3">
            <a:extLst>
              <a:ext uri="{FF2B5EF4-FFF2-40B4-BE49-F238E27FC236}">
                <a16:creationId xmlns:a16="http://schemas.microsoft.com/office/drawing/2014/main" id="{582141FB-ECC1-3172-21DE-EA5FCA69210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Effect>
                      <a14:saturation sat="400000"/>
                    </a14:imgEffect>
                  </a14:imgLayer>
                </a14:imgProps>
              </a:ext>
            </a:extLst>
          </a:blip>
          <a:stretch>
            <a:fillRect/>
          </a:stretch>
        </p:blipFill>
        <p:spPr>
          <a:xfrm>
            <a:off x="8760938" y="1"/>
            <a:ext cx="3431062" cy="6858000"/>
          </a:xfrm>
          <a:prstGeom prst="rect">
            <a:avLst/>
          </a:prstGeom>
        </p:spPr>
      </p:pic>
      <p:sp>
        <p:nvSpPr>
          <p:cNvPr id="7" name="TextBox 6">
            <a:extLst>
              <a:ext uri="{FF2B5EF4-FFF2-40B4-BE49-F238E27FC236}">
                <a16:creationId xmlns:a16="http://schemas.microsoft.com/office/drawing/2014/main" id="{513EA5F8-E156-AC09-5868-5446BCEDBFFA}"/>
              </a:ext>
            </a:extLst>
          </p:cNvPr>
          <p:cNvSpPr txBox="1"/>
          <p:nvPr/>
        </p:nvSpPr>
        <p:spPr>
          <a:xfrm>
            <a:off x="3657600" y="949921"/>
            <a:ext cx="6096000" cy="923330"/>
          </a:xfrm>
          <a:prstGeom prst="rect">
            <a:avLst/>
          </a:prstGeom>
          <a:noFill/>
        </p:spPr>
        <p:txBody>
          <a:bodyPr wrap="square">
            <a:spAutoFit/>
          </a:bodyPr>
          <a:lstStyle/>
          <a:p>
            <a:r>
              <a:rPr lang="en-PK" dirty="0"/>
              <a:t># The @input_guardrail decorator tells the SDK</a:t>
            </a:r>
          </a:p>
          <a:p>
            <a:r>
              <a:rPr lang="en-PK" dirty="0"/>
              <a:t># that this function will check incoming user input</a:t>
            </a:r>
          </a:p>
          <a:p>
            <a:r>
              <a:rPr lang="en-PK" dirty="0"/>
              <a:t># before the agent processes it.</a:t>
            </a:r>
          </a:p>
        </p:txBody>
      </p:sp>
      <p:sp>
        <p:nvSpPr>
          <p:cNvPr id="9" name="TextBox 8">
            <a:extLst>
              <a:ext uri="{FF2B5EF4-FFF2-40B4-BE49-F238E27FC236}">
                <a16:creationId xmlns:a16="http://schemas.microsoft.com/office/drawing/2014/main" id="{3C1ADB10-C136-C9A4-2222-549D0829FE17}"/>
              </a:ext>
            </a:extLst>
          </p:cNvPr>
          <p:cNvSpPr txBox="1"/>
          <p:nvPr/>
        </p:nvSpPr>
        <p:spPr>
          <a:xfrm>
            <a:off x="4902818" y="2003266"/>
            <a:ext cx="6096000" cy="369332"/>
          </a:xfrm>
          <a:prstGeom prst="rect">
            <a:avLst/>
          </a:prstGeom>
          <a:noFill/>
        </p:spPr>
        <p:txBody>
          <a:bodyPr wrap="square">
            <a:spAutoFit/>
          </a:bodyPr>
          <a:lstStyle/>
          <a:p>
            <a:r>
              <a:rPr lang="en-PK" dirty="0"/>
              <a:t># Execution context for the agent run</a:t>
            </a:r>
          </a:p>
        </p:txBody>
      </p:sp>
    </p:spTree>
    <p:extLst>
      <p:ext uri="{BB962C8B-B14F-4D97-AF65-F5344CB8AC3E}">
        <p14:creationId xmlns:p14="http://schemas.microsoft.com/office/powerpoint/2010/main" val="2452470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DF45A-9BCD-E786-BDCA-583A33220F27}"/>
              </a:ext>
            </a:extLst>
          </p:cNvPr>
          <p:cNvSpPr>
            <a:spLocks noGrp="1"/>
          </p:cNvSpPr>
          <p:nvPr>
            <p:ph type="title"/>
          </p:nvPr>
        </p:nvSpPr>
        <p:spPr/>
        <p:txBody>
          <a:bodyPr/>
          <a:lstStyle/>
          <a:p>
            <a:r>
              <a:rPr lang="en-US" dirty="0"/>
              <a:t>Guardrails</a:t>
            </a:r>
            <a:endParaRPr lang="en-PK" dirty="0"/>
          </a:p>
        </p:txBody>
      </p:sp>
      <p:pic>
        <p:nvPicPr>
          <p:cNvPr id="5" name="Content Placeholder 4">
            <a:extLst>
              <a:ext uri="{FF2B5EF4-FFF2-40B4-BE49-F238E27FC236}">
                <a16:creationId xmlns:a16="http://schemas.microsoft.com/office/drawing/2014/main" id="{4D39B3A1-525B-25B3-7A62-699B16F50622}"/>
              </a:ext>
            </a:extLst>
          </p:cNvPr>
          <p:cNvPicPr>
            <a:picLocks noGrp="1" noChangeAspect="1"/>
          </p:cNvPicPr>
          <p:nvPr>
            <p:ph idx="1"/>
          </p:nvPr>
        </p:nvPicPr>
        <p:blipFill>
          <a:blip r:embed="rId2"/>
          <a:stretch>
            <a:fillRect/>
          </a:stretch>
        </p:blipFill>
        <p:spPr>
          <a:xfrm>
            <a:off x="838199" y="1690688"/>
            <a:ext cx="11306903" cy="4475936"/>
          </a:xfrm>
          <a:prstGeom prst="rect">
            <a:avLst/>
          </a:prstGeom>
        </p:spPr>
      </p:pic>
    </p:spTree>
    <p:extLst>
      <p:ext uri="{BB962C8B-B14F-4D97-AF65-F5344CB8AC3E}">
        <p14:creationId xmlns:p14="http://schemas.microsoft.com/office/powerpoint/2010/main" val="14494237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4DC9-79AE-F45C-DFBD-142D9C28C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03EDE-8DF1-0163-2E35-807CD8F768CB}"/>
              </a:ext>
            </a:extLst>
          </p:cNvPr>
          <p:cNvSpPr>
            <a:spLocks noGrp="1"/>
          </p:cNvSpPr>
          <p:nvPr>
            <p:ph type="title"/>
          </p:nvPr>
        </p:nvSpPr>
        <p:spPr/>
        <p:txBody>
          <a:bodyPr/>
          <a:lstStyle/>
          <a:p>
            <a:r>
              <a:rPr lang="en-US" dirty="0"/>
              <a:t>Guardrails</a:t>
            </a:r>
            <a:endParaRPr lang="en-PK" dirty="0"/>
          </a:p>
        </p:txBody>
      </p:sp>
      <p:pic>
        <p:nvPicPr>
          <p:cNvPr id="7" name="Content Placeholder 6">
            <a:extLst>
              <a:ext uri="{FF2B5EF4-FFF2-40B4-BE49-F238E27FC236}">
                <a16:creationId xmlns:a16="http://schemas.microsoft.com/office/drawing/2014/main" id="{6639BF3B-75F0-9D77-8BC9-6E3BC5432C80}"/>
              </a:ext>
            </a:extLst>
          </p:cNvPr>
          <p:cNvPicPr>
            <a:picLocks noGrp="1" noChangeAspect="1"/>
          </p:cNvPicPr>
          <p:nvPr>
            <p:ph idx="1"/>
          </p:nvPr>
        </p:nvPicPr>
        <p:blipFill>
          <a:blip r:embed="rId2"/>
          <a:stretch>
            <a:fillRect/>
          </a:stretch>
        </p:blipFill>
        <p:spPr>
          <a:xfrm>
            <a:off x="1237786" y="1775886"/>
            <a:ext cx="8573371" cy="4716989"/>
          </a:xfrm>
          <a:prstGeom prst="rect">
            <a:avLst/>
          </a:prstGeom>
        </p:spPr>
      </p:pic>
    </p:spTree>
    <p:extLst>
      <p:ext uri="{BB962C8B-B14F-4D97-AF65-F5344CB8AC3E}">
        <p14:creationId xmlns:p14="http://schemas.microsoft.com/office/powerpoint/2010/main" val="1087632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8514F-D512-A988-6CE2-7BCF1F5FEE82}"/>
              </a:ext>
            </a:extLst>
          </p:cNvPr>
          <p:cNvSpPr>
            <a:spLocks noGrp="1"/>
          </p:cNvSpPr>
          <p:nvPr>
            <p:ph type="title"/>
          </p:nvPr>
        </p:nvSpPr>
        <p:spPr/>
        <p:txBody>
          <a:bodyPr/>
          <a:lstStyle/>
          <a:p>
            <a:r>
              <a:rPr lang="en-US" dirty="0"/>
              <a:t>Guardrails</a:t>
            </a:r>
            <a:endParaRPr lang="en-PK" dirty="0"/>
          </a:p>
        </p:txBody>
      </p:sp>
      <p:pic>
        <p:nvPicPr>
          <p:cNvPr id="5" name="Content Placeholder 4">
            <a:extLst>
              <a:ext uri="{FF2B5EF4-FFF2-40B4-BE49-F238E27FC236}">
                <a16:creationId xmlns:a16="http://schemas.microsoft.com/office/drawing/2014/main" id="{A91757A7-C689-3D00-7535-6A20F1239A40}"/>
              </a:ext>
            </a:extLst>
          </p:cNvPr>
          <p:cNvPicPr>
            <a:picLocks noGrp="1" noChangeAspect="1"/>
          </p:cNvPicPr>
          <p:nvPr>
            <p:ph idx="1"/>
          </p:nvPr>
        </p:nvPicPr>
        <p:blipFill>
          <a:blip r:embed="rId2"/>
          <a:stretch>
            <a:fillRect/>
          </a:stretch>
        </p:blipFill>
        <p:spPr>
          <a:xfrm>
            <a:off x="1304982" y="1870896"/>
            <a:ext cx="7392432" cy="1876687"/>
          </a:xfrm>
          <a:prstGeom prst="rect">
            <a:avLst/>
          </a:prstGeom>
        </p:spPr>
      </p:pic>
    </p:spTree>
    <p:extLst>
      <p:ext uri="{BB962C8B-B14F-4D97-AF65-F5344CB8AC3E}">
        <p14:creationId xmlns:p14="http://schemas.microsoft.com/office/powerpoint/2010/main" val="2886872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E307A-D9B4-717B-DB7F-8770F2FD03EE}"/>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Guardrails</a:t>
            </a:r>
            <a:endParaRPr lang="en-PK" dirty="0"/>
          </a:p>
        </p:txBody>
      </p:sp>
      <p:sp>
        <p:nvSpPr>
          <p:cNvPr id="3" name="Content Placeholder 2">
            <a:extLst>
              <a:ext uri="{FF2B5EF4-FFF2-40B4-BE49-F238E27FC236}">
                <a16:creationId xmlns:a16="http://schemas.microsoft.com/office/drawing/2014/main" id="{A6428B09-3C05-4B37-8DE4-F86D05086BED}"/>
              </a:ext>
            </a:extLst>
          </p:cNvPr>
          <p:cNvSpPr>
            <a:spLocks noGrp="1"/>
          </p:cNvSpPr>
          <p:nvPr>
            <p:ph idx="1"/>
          </p:nvPr>
        </p:nvSpPr>
        <p:spPr>
          <a:xfrm>
            <a:off x="838200" y="1648720"/>
            <a:ext cx="10515600" cy="2289175"/>
          </a:xfrm>
        </p:spPr>
        <p:txBody>
          <a:bodyPr>
            <a:normAutofit lnSpcReduction="10000"/>
          </a:bodyPr>
          <a:lstStyle/>
          <a:p>
            <a:r>
              <a:rPr lang="en-US" dirty="0"/>
              <a:t>If the guardrail fails any validation, a “tripwire” is triggered, and a specific error type is raised in Python. This error can be handled in whatever way is desired. </a:t>
            </a:r>
          </a:p>
          <a:p>
            <a:r>
              <a:rPr lang="en-US" dirty="0"/>
              <a:t>For example, you may want the error to </a:t>
            </a:r>
            <a:r>
              <a:rPr lang="en-US" i="1" u="sng" dirty="0"/>
              <a:t>trigger a message to the user to let them know that this is not a valid use of the agen</a:t>
            </a:r>
            <a:r>
              <a:rPr lang="en-US" dirty="0"/>
              <a:t>t, or to </a:t>
            </a:r>
            <a:r>
              <a:rPr lang="en-US" i="1" u="sng" dirty="0"/>
              <a:t>purposely halt any further </a:t>
            </a:r>
            <a:r>
              <a:rPr lang="en-US" dirty="0"/>
              <a:t>execution and return an error code.</a:t>
            </a:r>
            <a:endParaRPr lang="en-PK" dirty="0"/>
          </a:p>
        </p:txBody>
      </p:sp>
      <p:pic>
        <p:nvPicPr>
          <p:cNvPr id="5" name="Picture 4">
            <a:extLst>
              <a:ext uri="{FF2B5EF4-FFF2-40B4-BE49-F238E27FC236}">
                <a16:creationId xmlns:a16="http://schemas.microsoft.com/office/drawing/2014/main" id="{5224D867-D238-D09D-79F8-C1B9698282E8}"/>
              </a:ext>
            </a:extLst>
          </p:cNvPr>
          <p:cNvPicPr>
            <a:picLocks noChangeAspect="1"/>
          </p:cNvPicPr>
          <p:nvPr/>
        </p:nvPicPr>
        <p:blipFill>
          <a:blip r:embed="rId3"/>
          <a:stretch>
            <a:fillRect/>
          </a:stretch>
        </p:blipFill>
        <p:spPr>
          <a:xfrm>
            <a:off x="538326" y="3937895"/>
            <a:ext cx="11298227" cy="2686425"/>
          </a:xfrm>
          <a:prstGeom prst="rect">
            <a:avLst/>
          </a:prstGeom>
        </p:spPr>
      </p:pic>
    </p:spTree>
    <p:extLst>
      <p:ext uri="{BB962C8B-B14F-4D97-AF65-F5344CB8AC3E}">
        <p14:creationId xmlns:p14="http://schemas.microsoft.com/office/powerpoint/2010/main" val="64425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213F6-4FA5-D3E4-1E94-21179BDF9F99}"/>
              </a:ext>
            </a:extLst>
          </p:cNvPr>
          <p:cNvSpPr>
            <a:spLocks noGrp="1"/>
          </p:cNvSpPr>
          <p:nvPr>
            <p:ph type="title"/>
          </p:nvPr>
        </p:nvSpPr>
        <p:spPr/>
        <p:txBody>
          <a:bodyPr/>
          <a:lstStyle/>
          <a:p>
            <a:r>
              <a:rPr lang="en-US" dirty="0"/>
              <a:t>Tracing</a:t>
            </a:r>
            <a:endParaRPr lang="en-PK" dirty="0"/>
          </a:p>
        </p:txBody>
      </p:sp>
      <p:pic>
        <p:nvPicPr>
          <p:cNvPr id="5" name="Content Placeholder 4">
            <a:extLst>
              <a:ext uri="{FF2B5EF4-FFF2-40B4-BE49-F238E27FC236}">
                <a16:creationId xmlns:a16="http://schemas.microsoft.com/office/drawing/2014/main" id="{1208E1D0-3356-04A4-E70B-5D200A75D698}"/>
              </a:ext>
            </a:extLst>
          </p:cNvPr>
          <p:cNvPicPr>
            <a:picLocks noGrp="1" noChangeAspect="1"/>
          </p:cNvPicPr>
          <p:nvPr>
            <p:ph idx="1"/>
          </p:nvPr>
        </p:nvPicPr>
        <p:blipFill>
          <a:blip r:embed="rId3"/>
          <a:stretch>
            <a:fillRect/>
          </a:stretch>
        </p:blipFill>
        <p:spPr>
          <a:xfrm>
            <a:off x="946383" y="1807703"/>
            <a:ext cx="10249937" cy="4708305"/>
          </a:xfrm>
          <a:prstGeom prst="rect">
            <a:avLst/>
          </a:prstGeom>
        </p:spPr>
      </p:pic>
    </p:spTree>
    <p:extLst>
      <p:ext uri="{BB962C8B-B14F-4D97-AF65-F5344CB8AC3E}">
        <p14:creationId xmlns:p14="http://schemas.microsoft.com/office/powerpoint/2010/main" val="4031873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63BC0-8326-FFB7-A59C-BB43C401AA17}"/>
              </a:ext>
            </a:extLst>
          </p:cNvPr>
          <p:cNvSpPr>
            <a:spLocks noGrp="1"/>
          </p:cNvSpPr>
          <p:nvPr>
            <p:ph type="title"/>
          </p:nvPr>
        </p:nvSpPr>
        <p:spPr/>
        <p:txBody>
          <a:bodyPr/>
          <a:lstStyle/>
          <a:p>
            <a:r>
              <a:rPr lang="en-US" dirty="0"/>
              <a:t>Tracing</a:t>
            </a:r>
            <a:endParaRPr lang="en-PK" dirty="0"/>
          </a:p>
        </p:txBody>
      </p:sp>
      <p:sp>
        <p:nvSpPr>
          <p:cNvPr id="4" name="Rectangle 1">
            <a:extLst>
              <a:ext uri="{FF2B5EF4-FFF2-40B4-BE49-F238E27FC236}">
                <a16:creationId xmlns:a16="http://schemas.microsoft.com/office/drawing/2014/main" id="{15C9997B-EE05-549B-1C26-FE88188A642E}"/>
              </a:ext>
            </a:extLst>
          </p:cNvPr>
          <p:cNvSpPr>
            <a:spLocks noGrp="1" noChangeArrowheads="1"/>
          </p:cNvSpPr>
          <p:nvPr>
            <p:ph idx="1"/>
          </p:nvPr>
        </p:nvSpPr>
        <p:spPr bwMode="auto">
          <a:xfrm>
            <a:off x="838200" y="1795294"/>
            <a:ext cx="973836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PK" sz="2400" b="0" i="0" u="none" strike="noStrike" cap="none" normalizeH="0" baseline="0" dirty="0">
                <a:ln>
                  <a:noFill/>
                </a:ln>
                <a:solidFill>
                  <a:schemeClr val="tx1"/>
                </a:solidFill>
                <a:effectLst/>
              </a:rPr>
              <a:t>T</a:t>
            </a:r>
            <a:r>
              <a:rPr kumimoji="0" lang="en-PK" altLang="en-PK" sz="2400" b="0" i="0" u="none" strike="noStrike" cap="none" normalizeH="0" baseline="0" dirty="0">
                <a:ln>
                  <a:noFill/>
                </a:ln>
                <a:solidFill>
                  <a:schemeClr val="tx1"/>
                </a:solidFill>
                <a:effectLst/>
              </a:rPr>
              <a:t>he SDK includes a </a:t>
            </a:r>
            <a:r>
              <a:rPr kumimoji="0" lang="en-PK" altLang="en-PK" sz="2400" b="1" i="0" u="none" strike="noStrike" cap="none" normalizeH="0" baseline="0" dirty="0">
                <a:ln>
                  <a:noFill/>
                </a:ln>
                <a:solidFill>
                  <a:schemeClr val="tx1"/>
                </a:solidFill>
                <a:effectLst/>
              </a:rPr>
              <a:t>built-in tracing utility</a:t>
            </a:r>
            <a:r>
              <a:rPr kumimoji="0" lang="en-PK" altLang="en-PK" sz="2400" b="0" i="0" u="none" strike="noStrike" cap="none" normalizeH="0" baseline="0" dirty="0">
                <a:ln>
                  <a:noFill/>
                </a:ln>
                <a:solidFill>
                  <a:schemeClr val="tx1"/>
                </a:solidFill>
                <a:effectLst/>
              </a:rPr>
              <a:t> for observing agent execution.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Tracing can be used </a:t>
            </a:r>
            <a:r>
              <a:rPr kumimoji="0" lang="en-PK" altLang="en-PK" sz="2400" b="1" i="0" u="none" strike="noStrike" cap="none" normalizeH="0" baseline="0" dirty="0">
                <a:ln>
                  <a:noFill/>
                </a:ln>
                <a:solidFill>
                  <a:schemeClr val="tx1"/>
                </a:solidFill>
                <a:effectLst/>
              </a:rPr>
              <a:t>manually</a:t>
            </a:r>
            <a:r>
              <a:rPr kumimoji="0" lang="en-PK" altLang="en-PK" sz="2400" b="0" i="0" u="none" strike="noStrike" cap="none" normalizeH="0" baseline="0" dirty="0">
                <a:ln>
                  <a:noFill/>
                </a:ln>
                <a:solidFill>
                  <a:schemeClr val="tx1"/>
                </a:solidFill>
                <a:effectLst/>
              </a:rPr>
              <a:t> or enabled </a:t>
            </a:r>
            <a:r>
              <a:rPr kumimoji="0" lang="en-PK" altLang="en-PK" sz="2400" b="1" i="0" u="none" strike="noStrike" cap="none" normalizeH="0" baseline="0" dirty="0">
                <a:ln>
                  <a:noFill/>
                </a:ln>
                <a:solidFill>
                  <a:schemeClr val="tx1"/>
                </a:solidFill>
                <a:effectLst/>
              </a:rPr>
              <a:t>automatically</a:t>
            </a:r>
            <a:r>
              <a:rPr kumimoji="0" lang="en-PK" altLang="en-PK" sz="2400" b="0" i="0" u="none" strike="noStrike" cap="none" normalizeH="0" baseline="0" dirty="0">
                <a:ln>
                  <a:noFill/>
                </a:ln>
                <a:solidFill>
                  <a:schemeClr val="tx1"/>
                </a:solidFill>
                <a:effectLst/>
              </a:rPr>
              <a:t> through the SDK.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Captured traces can be </a:t>
            </a:r>
            <a:r>
              <a:rPr kumimoji="0" lang="en-PK" altLang="en-PK" sz="2400" b="1" i="0" u="none" strike="noStrike" cap="none" normalizeH="0" baseline="0" dirty="0">
                <a:ln>
                  <a:noFill/>
                </a:ln>
                <a:solidFill>
                  <a:schemeClr val="tx1"/>
                </a:solidFill>
                <a:effectLst/>
              </a:rPr>
              <a:t>stored locally</a:t>
            </a:r>
            <a:r>
              <a:rPr kumimoji="0" lang="en-PK" altLang="en-PK" sz="2400" b="0" i="0" u="none" strike="noStrike" cap="none" normalizeH="0" baseline="0" dirty="0">
                <a:ln>
                  <a:noFill/>
                </a:ln>
                <a:solidFill>
                  <a:schemeClr val="tx1"/>
                </a:solidFill>
                <a:effectLst/>
              </a:rPr>
              <a:t> or sent to a </a:t>
            </a:r>
            <a:r>
              <a:rPr kumimoji="0" lang="en-PK" altLang="en-PK" sz="2400" b="1" i="0" u="none" strike="noStrike" cap="none" normalizeH="0" baseline="0" dirty="0">
                <a:ln>
                  <a:noFill/>
                </a:ln>
                <a:solidFill>
                  <a:schemeClr val="tx1"/>
                </a:solidFill>
                <a:effectLst/>
              </a:rPr>
              <a:t>remote backend</a:t>
            </a:r>
            <a:r>
              <a:rPr kumimoji="0" lang="en-PK" altLang="en-PK"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Supported backends include </a:t>
            </a:r>
            <a:r>
              <a:rPr kumimoji="0" lang="en-PK" altLang="en-PK" sz="2400" b="1" i="0" u="none" strike="noStrike" cap="none" normalizeH="0" baseline="0" dirty="0">
                <a:ln>
                  <a:noFill/>
                </a:ln>
                <a:solidFill>
                  <a:schemeClr val="tx1"/>
                </a:solidFill>
                <a:effectLst/>
              </a:rPr>
              <a:t>OpenAI’s built-in UI</a:t>
            </a:r>
            <a:r>
              <a:rPr kumimoji="0" lang="en-PK" altLang="en-PK" sz="2400" b="0" i="0" u="none" strike="noStrike" cap="none" normalizeH="0" baseline="0" dirty="0">
                <a:ln>
                  <a:noFill/>
                </a:ln>
                <a:solidFill>
                  <a:schemeClr val="tx1"/>
                </a:solidFill>
                <a:effectLst/>
              </a:rPr>
              <a:t> or a </a:t>
            </a:r>
            <a:r>
              <a:rPr kumimoji="0" lang="en-PK" altLang="en-PK" sz="2400" b="1" i="0" u="none" strike="noStrike" cap="none" normalizeH="0" baseline="0" dirty="0">
                <a:ln>
                  <a:noFill/>
                </a:ln>
                <a:solidFill>
                  <a:schemeClr val="tx1"/>
                </a:solidFill>
                <a:effectLst/>
              </a:rPr>
              <a:t>custom observability setup</a:t>
            </a:r>
            <a:r>
              <a:rPr kumimoji="0" lang="en-PK" altLang="en-PK"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PK" altLang="en-PK" sz="2400" b="0" i="0" u="none" strike="noStrike" cap="none" normalizeH="0" baseline="0" dirty="0">
                <a:ln>
                  <a:noFill/>
                </a:ln>
                <a:solidFill>
                  <a:schemeClr val="tx1"/>
                </a:solidFill>
                <a:effectLst/>
              </a:rPr>
              <a:t>Provides developers with </a:t>
            </a:r>
            <a:r>
              <a:rPr kumimoji="0" lang="en-PK" altLang="en-PK" sz="2400" b="1" i="0" u="none" strike="noStrike" cap="none" normalizeH="0" baseline="0" dirty="0">
                <a:ln>
                  <a:noFill/>
                </a:ln>
                <a:solidFill>
                  <a:schemeClr val="tx1"/>
                </a:solidFill>
                <a:effectLst/>
              </a:rPr>
              <a:t>flexible options</a:t>
            </a:r>
            <a:r>
              <a:rPr kumimoji="0" lang="en-PK" altLang="en-PK" sz="2400" b="0" i="0" u="none" strike="noStrike" cap="none" normalizeH="0" baseline="0" dirty="0">
                <a:ln>
                  <a:noFill/>
                </a:ln>
                <a:solidFill>
                  <a:schemeClr val="tx1"/>
                </a:solidFill>
                <a:effectLst/>
              </a:rPr>
              <a:t> for monitoring and debugging agent behaviour</a:t>
            </a:r>
            <a:r>
              <a:rPr kumimoji="0" lang="en-PK" altLang="en-PK"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862666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C6878-FA15-DC8E-A543-D1B9A4304554}"/>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Tracing</a:t>
            </a:r>
            <a:endParaRPr lang="en-PK" dirty="0"/>
          </a:p>
        </p:txBody>
      </p:sp>
      <p:sp>
        <p:nvSpPr>
          <p:cNvPr id="3" name="Content Placeholder 2">
            <a:extLst>
              <a:ext uri="{FF2B5EF4-FFF2-40B4-BE49-F238E27FC236}">
                <a16:creationId xmlns:a16="http://schemas.microsoft.com/office/drawing/2014/main" id="{CDC538EA-EC7E-15EE-3530-501D07607F80}"/>
              </a:ext>
            </a:extLst>
          </p:cNvPr>
          <p:cNvSpPr>
            <a:spLocks noGrp="1"/>
          </p:cNvSpPr>
          <p:nvPr>
            <p:ph idx="1"/>
          </p:nvPr>
        </p:nvSpPr>
        <p:spPr/>
        <p:txBody>
          <a:bodyPr/>
          <a:lstStyle/>
          <a:p>
            <a:r>
              <a:rPr lang="en-US" sz="2800" b="0" i="0" u="none" strike="noStrike" baseline="0" dirty="0">
                <a:solidFill>
                  <a:srgbClr val="000000"/>
                </a:solidFill>
                <a:latin typeface="Crimson Pro ExtraLight"/>
              </a:rPr>
              <a:t>Let’s look at a simple example. Imagine we want to debug the behavior of our customer service agent when it receives a user request:</a:t>
            </a:r>
            <a:endParaRPr lang="en-PK" dirty="0"/>
          </a:p>
        </p:txBody>
      </p:sp>
      <p:pic>
        <p:nvPicPr>
          <p:cNvPr id="5" name="Picture 4">
            <a:extLst>
              <a:ext uri="{FF2B5EF4-FFF2-40B4-BE49-F238E27FC236}">
                <a16:creationId xmlns:a16="http://schemas.microsoft.com/office/drawing/2014/main" id="{A029F89D-6D03-DC9A-CDD1-C1E85F68D6EF}"/>
              </a:ext>
            </a:extLst>
          </p:cNvPr>
          <p:cNvPicPr>
            <a:picLocks noChangeAspect="1"/>
          </p:cNvPicPr>
          <p:nvPr/>
        </p:nvPicPr>
        <p:blipFill>
          <a:blip r:embed="rId2"/>
          <a:stretch>
            <a:fillRect/>
          </a:stretch>
        </p:blipFill>
        <p:spPr>
          <a:xfrm>
            <a:off x="1108090" y="3204127"/>
            <a:ext cx="8878539" cy="1181265"/>
          </a:xfrm>
          <a:prstGeom prst="rect">
            <a:avLst/>
          </a:prstGeom>
        </p:spPr>
      </p:pic>
    </p:spTree>
    <p:extLst>
      <p:ext uri="{BB962C8B-B14F-4D97-AF65-F5344CB8AC3E}">
        <p14:creationId xmlns:p14="http://schemas.microsoft.com/office/powerpoint/2010/main" val="2120914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54BF5-C510-48BA-4A63-263F5D0D9091}"/>
              </a:ext>
            </a:extLst>
          </p:cNvPr>
          <p:cNvSpPr>
            <a:spLocks noGrp="1"/>
          </p:cNvSpPr>
          <p:nvPr>
            <p:ph type="title"/>
          </p:nvPr>
        </p:nvSpPr>
        <p:spPr/>
        <p:txBody>
          <a:bodyPr/>
          <a:lstStyle/>
          <a:p>
            <a:r>
              <a:rPr lang="en-US" dirty="0"/>
              <a:t>Tracing</a:t>
            </a:r>
            <a:endParaRPr lang="en-PK" dirty="0"/>
          </a:p>
        </p:txBody>
      </p:sp>
      <p:sp>
        <p:nvSpPr>
          <p:cNvPr id="3" name="Content Placeholder 2">
            <a:extLst>
              <a:ext uri="{FF2B5EF4-FFF2-40B4-BE49-F238E27FC236}">
                <a16:creationId xmlns:a16="http://schemas.microsoft.com/office/drawing/2014/main" id="{4ED5052E-BF56-25B5-471A-CD2114476408}"/>
              </a:ext>
            </a:extLst>
          </p:cNvPr>
          <p:cNvSpPr>
            <a:spLocks noGrp="1"/>
          </p:cNvSpPr>
          <p:nvPr>
            <p:ph idx="1"/>
          </p:nvPr>
        </p:nvSpPr>
        <p:spPr>
          <a:xfrm>
            <a:off x="838200" y="1825625"/>
            <a:ext cx="10515600" cy="480695"/>
          </a:xfrm>
        </p:spPr>
        <p:txBody>
          <a:bodyPr/>
          <a:lstStyle/>
          <a:p>
            <a:r>
              <a:rPr lang="en-US" dirty="0"/>
              <a:t>Once tracing is enabled, the SDK captures and logs the following:</a:t>
            </a:r>
            <a:endParaRPr lang="en-PK" dirty="0"/>
          </a:p>
        </p:txBody>
      </p:sp>
      <p:sp>
        <p:nvSpPr>
          <p:cNvPr id="5" name="TextBox 4">
            <a:extLst>
              <a:ext uri="{FF2B5EF4-FFF2-40B4-BE49-F238E27FC236}">
                <a16:creationId xmlns:a16="http://schemas.microsoft.com/office/drawing/2014/main" id="{186B590B-3669-F0B4-C1C3-B4F901CEFE4A}"/>
              </a:ext>
            </a:extLst>
          </p:cNvPr>
          <p:cNvSpPr txBox="1"/>
          <p:nvPr/>
        </p:nvSpPr>
        <p:spPr>
          <a:xfrm>
            <a:off x="838200" y="2441257"/>
            <a:ext cx="10317480" cy="2646878"/>
          </a:xfrm>
          <a:prstGeom prst="rect">
            <a:avLst/>
          </a:prstGeom>
          <a:noFill/>
        </p:spPr>
        <p:txBody>
          <a:bodyPr wrap="square">
            <a:spAutoFit/>
          </a:bodyPr>
          <a:lstStyle/>
          <a:p>
            <a:pPr algn="l"/>
            <a:endParaRPr lang="en-PK" sz="2800" b="0" i="0" u="none" strike="noStrike" baseline="0" dirty="0">
              <a:solidFill>
                <a:srgbClr val="000000"/>
              </a:solidFill>
              <a:latin typeface="Crimson Pro ExtraLight"/>
            </a:endParaRPr>
          </a:p>
          <a:p>
            <a:pPr marL="285750" indent="-285750">
              <a:buFont typeface="Arial" panose="020B0604020202020204" pitchFamily="34" charset="0"/>
              <a:buChar char="•"/>
            </a:pPr>
            <a:r>
              <a:rPr lang="en-US" sz="2400" b="0" i="0" u="none" strike="noStrike" baseline="0" dirty="0">
                <a:solidFill>
                  <a:srgbClr val="000000"/>
                </a:solidFill>
              </a:rPr>
              <a:t>The initial user input and system instructions</a:t>
            </a:r>
          </a:p>
          <a:p>
            <a:pPr marL="285750" indent="-285750">
              <a:buFont typeface="Arial" panose="020B0604020202020204" pitchFamily="34" charset="0"/>
              <a:buChar char="•"/>
            </a:pPr>
            <a:r>
              <a:rPr lang="en-US" sz="2400" b="0" i="0" u="none" strike="noStrike" baseline="0" dirty="0">
                <a:solidFill>
                  <a:srgbClr val="000000"/>
                </a:solidFill>
              </a:rPr>
              <a:t>The model’s internal reasoning (thoughts)</a:t>
            </a:r>
          </a:p>
          <a:p>
            <a:pPr marL="285750" indent="-285750">
              <a:buFont typeface="Arial" panose="020B0604020202020204" pitchFamily="34" charset="0"/>
              <a:buChar char="•"/>
            </a:pPr>
            <a:r>
              <a:rPr lang="en-US" sz="2400" dirty="0"/>
              <a:t>Any tool calls made (with arguments and outputs)</a:t>
            </a:r>
          </a:p>
          <a:p>
            <a:pPr marL="285750" indent="-285750">
              <a:buFont typeface="Arial" panose="020B0604020202020204" pitchFamily="34" charset="0"/>
              <a:buChar char="•"/>
            </a:pPr>
            <a:r>
              <a:rPr lang="en-US" sz="2400" dirty="0"/>
              <a:t> Any handoffs triggered (with full context)</a:t>
            </a:r>
          </a:p>
          <a:p>
            <a:pPr marL="285750" indent="-285750">
              <a:buFont typeface="Arial" panose="020B0604020202020204" pitchFamily="34" charset="0"/>
              <a:buChar char="•"/>
            </a:pPr>
            <a:r>
              <a:rPr lang="en-US" sz="2400" dirty="0"/>
              <a:t> Final response returned to the user</a:t>
            </a:r>
          </a:p>
          <a:p>
            <a:endParaRPr lang="en-US" sz="1800" b="0" i="0" u="none" strike="noStrike" baseline="0" dirty="0">
              <a:solidFill>
                <a:srgbClr val="000000"/>
              </a:solidFill>
              <a:latin typeface="Crimson Pro ExtraLight"/>
            </a:endParaRPr>
          </a:p>
        </p:txBody>
      </p:sp>
    </p:spTree>
    <p:extLst>
      <p:ext uri="{BB962C8B-B14F-4D97-AF65-F5344CB8AC3E}">
        <p14:creationId xmlns:p14="http://schemas.microsoft.com/office/powerpoint/2010/main" val="612978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AD37-8ED8-E899-C125-2B1FCE2C1AE8}"/>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54704E86-33CE-E105-58CB-EA06738E9451}"/>
              </a:ext>
            </a:extLst>
          </p:cNvPr>
          <p:cNvPicPr>
            <a:picLocks noGrp="1" noChangeAspect="1"/>
          </p:cNvPicPr>
          <p:nvPr>
            <p:ph idx="1"/>
          </p:nvPr>
        </p:nvPicPr>
        <p:blipFill>
          <a:blip r:embed="rId3"/>
          <a:stretch>
            <a:fillRect/>
          </a:stretch>
        </p:blipFill>
        <p:spPr>
          <a:xfrm>
            <a:off x="767080" y="2163946"/>
            <a:ext cx="10515600" cy="3532456"/>
          </a:xfrm>
          <a:prstGeom prst="rect">
            <a:avLst/>
          </a:prstGeom>
        </p:spPr>
      </p:pic>
    </p:spTree>
    <p:extLst>
      <p:ext uri="{BB962C8B-B14F-4D97-AF65-F5344CB8AC3E}">
        <p14:creationId xmlns:p14="http://schemas.microsoft.com/office/powerpoint/2010/main" val="3254283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63041-29BF-4A52-13D5-D34482EADAAE}"/>
              </a:ext>
            </a:extLst>
          </p:cNvPr>
          <p:cNvSpPr>
            <a:spLocks noGrp="1"/>
          </p:cNvSpPr>
          <p:nvPr>
            <p:ph type="title"/>
          </p:nvPr>
        </p:nvSpPr>
        <p:spPr/>
        <p:txBody>
          <a:bodyPr/>
          <a:lstStyle/>
          <a:p>
            <a:r>
              <a:rPr lang="en-US" dirty="0"/>
              <a:t>Summary</a:t>
            </a:r>
            <a:endParaRPr lang="en-PK" dirty="0"/>
          </a:p>
        </p:txBody>
      </p:sp>
      <p:sp>
        <p:nvSpPr>
          <p:cNvPr id="3" name="Content Placeholder 2">
            <a:extLst>
              <a:ext uri="{FF2B5EF4-FFF2-40B4-BE49-F238E27FC236}">
                <a16:creationId xmlns:a16="http://schemas.microsoft.com/office/drawing/2014/main" id="{0FCEED16-9FCA-D062-EB80-D7FCC7CB5B51}"/>
              </a:ext>
            </a:extLst>
          </p:cNvPr>
          <p:cNvSpPr>
            <a:spLocks noGrp="1"/>
          </p:cNvSpPr>
          <p:nvPr>
            <p:ph idx="1"/>
          </p:nvPr>
        </p:nvSpPr>
        <p:spPr/>
        <p:txBody>
          <a:bodyPr/>
          <a:lstStyle/>
          <a:p>
            <a:r>
              <a:rPr lang="en-US" dirty="0"/>
              <a:t>In this chapter, we conducted a deep dive into OpenAI Agents SDK and what makes it special. We saw how its minimalist abstraction philosophy strips away boilerplate, letting plain Python do the talking, while still being powerful enough to create sophisticated AI agents and multi-agent solutions. We also saw how it was completely open sourced, inviting community scrutiny and enabling tons of extensions.</a:t>
            </a:r>
            <a:endParaRPr lang="en-PK" dirty="0"/>
          </a:p>
        </p:txBody>
      </p:sp>
    </p:spTree>
    <p:extLst>
      <p:ext uri="{BB962C8B-B14F-4D97-AF65-F5344CB8AC3E}">
        <p14:creationId xmlns:p14="http://schemas.microsoft.com/office/powerpoint/2010/main" val="42500814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3F53E-4BBE-CDC2-62C2-72B147926384}"/>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Aptos Display" panose="02110004020202020204"/>
                <a:ea typeface="+mj-ea"/>
                <a:cs typeface="+mj-cs"/>
              </a:rPr>
              <a:t>Summary</a:t>
            </a:r>
            <a:endParaRPr lang="en-PK" dirty="0"/>
          </a:p>
        </p:txBody>
      </p:sp>
      <p:sp>
        <p:nvSpPr>
          <p:cNvPr id="3" name="Content Placeholder 2">
            <a:extLst>
              <a:ext uri="{FF2B5EF4-FFF2-40B4-BE49-F238E27FC236}">
                <a16:creationId xmlns:a16="http://schemas.microsoft.com/office/drawing/2014/main" id="{F595786F-2F95-6259-EA81-F123E108853F}"/>
              </a:ext>
            </a:extLst>
          </p:cNvPr>
          <p:cNvSpPr>
            <a:spLocks noGrp="1"/>
          </p:cNvSpPr>
          <p:nvPr>
            <p:ph idx="1"/>
          </p:nvPr>
        </p:nvSpPr>
        <p:spPr/>
        <p:txBody>
          <a:bodyPr>
            <a:normAutofit fontScale="70000" lnSpcReduction="20000"/>
          </a:bodyPr>
          <a:lstStyle/>
          <a:p>
            <a:r>
              <a:rPr lang="en-US" dirty="0"/>
              <a:t>We then looked at the core primitives that make up the SDK. In particular, we focused on the following:</a:t>
            </a:r>
          </a:p>
          <a:p>
            <a:r>
              <a:rPr lang="en-US" b="1" dirty="0"/>
              <a:t>Agent</a:t>
            </a:r>
            <a:r>
              <a:rPr lang="en-US" dirty="0"/>
              <a:t>: A thin wrapper that turns an LLM into an autonomous agent. It carries a name, system instructions, an optional tool belt, and a list of peer agents for potential handoffs.</a:t>
            </a:r>
          </a:p>
          <a:p>
            <a:r>
              <a:rPr lang="en-US" b="1" dirty="0"/>
              <a:t>Runner</a:t>
            </a:r>
            <a:r>
              <a:rPr lang="en-US" dirty="0"/>
              <a:t>: The execution engine that drives an agent’s iterative reasoning loop, handles retries, and enforces safety limits to prevent infinite spins.</a:t>
            </a:r>
          </a:p>
          <a:p>
            <a:r>
              <a:rPr lang="en-US" b="1" dirty="0"/>
              <a:t>Tools</a:t>
            </a:r>
            <a:r>
              <a:rPr lang="en-US" dirty="0"/>
              <a:t>: Ordinary Python functions (or hosted APIs/agents) decorated so the model can discover their purpose, construct valid arguments, and invoke them exactly when needed.</a:t>
            </a:r>
          </a:p>
          <a:p>
            <a:r>
              <a:rPr lang="en-US" b="1" dirty="0"/>
              <a:t>Handoffs</a:t>
            </a:r>
            <a:r>
              <a:rPr lang="en-US" dirty="0"/>
              <a:t>: The orchestration mechanism that lets an agent delegate control (and the full conversational context) to another agent, enabling elegant multi-agent workflows.</a:t>
            </a:r>
          </a:p>
          <a:p>
            <a:r>
              <a:rPr lang="en-US" b="1" dirty="0"/>
              <a:t>Guardrails</a:t>
            </a:r>
            <a:r>
              <a:rPr lang="en-US" dirty="0"/>
              <a:t>: Policy checks that wrap every step of the loop, ensuring outputs, tool calls, and handoffs stay within business and compliance boundaries.</a:t>
            </a:r>
          </a:p>
          <a:p>
            <a:r>
              <a:rPr lang="en-US" b="1" dirty="0"/>
              <a:t>Tracing</a:t>
            </a:r>
            <a:r>
              <a:rPr lang="en-US" dirty="0"/>
              <a:t>: Automatic, structured logs of every prompt, response, and tool invocation—essential for debugging, observability, and post-mortem analysis.</a:t>
            </a:r>
          </a:p>
          <a:p>
            <a:endParaRPr lang="en-PK" dirty="0"/>
          </a:p>
        </p:txBody>
      </p:sp>
    </p:spTree>
    <p:extLst>
      <p:ext uri="{BB962C8B-B14F-4D97-AF65-F5344CB8AC3E}">
        <p14:creationId xmlns:p14="http://schemas.microsoft.com/office/powerpoint/2010/main" val="21428865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E4DBA-229D-CE24-8089-4B0A9044E37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0D28E3E-4304-A71D-8BCD-B1FB35F0BFAA}"/>
              </a:ext>
            </a:extLst>
          </p:cNvPr>
          <p:cNvSpPr>
            <a:spLocks noGrp="1"/>
          </p:cNvSpPr>
          <p:nvPr>
            <p:ph idx="1"/>
          </p:nvPr>
        </p:nvSpPr>
        <p:spPr/>
        <p:txBody>
          <a:bodyPr/>
          <a:lstStyle/>
          <a:p>
            <a:endParaRPr lang="en-PK"/>
          </a:p>
        </p:txBody>
      </p:sp>
      <p:pic>
        <p:nvPicPr>
          <p:cNvPr id="4" name="Picture 3">
            <a:extLst>
              <a:ext uri="{FF2B5EF4-FFF2-40B4-BE49-F238E27FC236}">
                <a16:creationId xmlns:a16="http://schemas.microsoft.com/office/drawing/2014/main" id="{A204EF43-CD82-2E12-1929-2AFC1D870BFC}"/>
              </a:ext>
            </a:extLst>
          </p:cNvPr>
          <p:cNvPicPr>
            <a:picLocks noChangeAspect="1"/>
          </p:cNvPicPr>
          <p:nvPr/>
        </p:nvPicPr>
        <p:blipFill>
          <a:blip r:embed="rId2"/>
          <a:stretch>
            <a:fillRect/>
          </a:stretch>
        </p:blipFill>
        <p:spPr>
          <a:xfrm>
            <a:off x="3695700" y="571500"/>
            <a:ext cx="4800600" cy="5715000"/>
          </a:xfrm>
          <a:prstGeom prst="rect">
            <a:avLst/>
          </a:prstGeom>
        </p:spPr>
      </p:pic>
    </p:spTree>
    <p:extLst>
      <p:ext uri="{BB962C8B-B14F-4D97-AF65-F5344CB8AC3E}">
        <p14:creationId xmlns:p14="http://schemas.microsoft.com/office/powerpoint/2010/main" val="31155633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356</TotalTime>
  <Words>3767</Words>
  <Application>Microsoft Office PowerPoint</Application>
  <PresentationFormat>Widescreen</PresentationFormat>
  <Paragraphs>209</Paragraphs>
  <Slides>40</Slides>
  <Notes>13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Aptos</vt:lpstr>
      <vt:lpstr>Aptos Display</vt:lpstr>
      <vt:lpstr>Arial</vt:lpstr>
      <vt:lpstr>Consolas</vt:lpstr>
      <vt:lpstr>Crimson Pro ExtraLight</vt:lpstr>
      <vt:lpstr>Crimson Pro SemiBold</vt:lpstr>
      <vt:lpstr>Jost*</vt:lpstr>
      <vt:lpstr>Office Theme</vt:lpstr>
      <vt:lpstr>Introduction to OpenAI Agents SDK</vt:lpstr>
      <vt:lpstr>contents</vt:lpstr>
      <vt:lpstr>Design features of OpenAI Agents SDK</vt:lpstr>
      <vt:lpstr>Framework for building AI agents</vt:lpstr>
      <vt:lpstr>Framework for building AI agents</vt:lpstr>
      <vt:lpstr>Multi-agent orchestration</vt:lpstr>
      <vt:lpstr>Multi-agent orchestration</vt:lpstr>
      <vt:lpstr>Multi-agent orchestration</vt:lpstr>
      <vt:lpstr>Multi-agent orchestration</vt:lpstr>
      <vt:lpstr>Minimal abstraction</vt:lpstr>
      <vt:lpstr>Minimal abstraction</vt:lpstr>
      <vt:lpstr>Pythonic, extensible, and open sourced</vt:lpstr>
      <vt:lpstr>Pythonic, extensible, and open sourced</vt:lpstr>
      <vt:lpstr>Core primitives</vt:lpstr>
      <vt:lpstr>Core primitives</vt:lpstr>
      <vt:lpstr>Agent</vt:lpstr>
      <vt:lpstr>Agent</vt:lpstr>
      <vt:lpstr>Runner</vt:lpstr>
      <vt:lpstr>Runner</vt:lpstr>
      <vt:lpstr>Runner</vt:lpstr>
      <vt:lpstr>Tools</vt:lpstr>
      <vt:lpstr>Tools</vt:lpstr>
      <vt:lpstr>Tools</vt:lpstr>
      <vt:lpstr>Handoff</vt:lpstr>
      <vt:lpstr>Handoff</vt:lpstr>
      <vt:lpstr>Difference between an agent handoff versus a tool calling</vt:lpstr>
      <vt:lpstr>Guardrails</vt:lpstr>
      <vt:lpstr>Guardrails</vt:lpstr>
      <vt:lpstr>Guardrails</vt:lpstr>
      <vt:lpstr>Guardrails</vt:lpstr>
      <vt:lpstr>Guardrails</vt:lpstr>
      <vt:lpstr>Guardrails</vt:lpstr>
      <vt:lpstr>Tracing</vt:lpstr>
      <vt:lpstr>Tracing</vt:lpstr>
      <vt:lpstr>Tracing</vt:lpstr>
      <vt:lpstr>Tracing</vt:lpstr>
      <vt:lpstr>PowerPoint Presentation</vt:lpstr>
      <vt:lpstr>Summary</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Muhammad Abdul Qayum</dc:creator>
  <cp:lastModifiedBy>Dr. Muhammad Abdul Qayum</cp:lastModifiedBy>
  <cp:revision>1</cp:revision>
  <dcterms:created xsi:type="dcterms:W3CDTF">2025-11-15T05:30:04Z</dcterms:created>
  <dcterms:modified xsi:type="dcterms:W3CDTF">2025-12-05T09:57:26Z</dcterms:modified>
</cp:coreProperties>
</file>