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257" r:id="rId3"/>
    <p:sldId id="258" r:id="rId4"/>
    <p:sldId id="261" r:id="rId5"/>
    <p:sldId id="259" r:id="rId6"/>
    <p:sldId id="260" r:id="rId7"/>
    <p:sldId id="262" r:id="rId8"/>
    <p:sldId id="263" r:id="rId9"/>
    <p:sldId id="266" r:id="rId10"/>
    <p:sldId id="264" r:id="rId11"/>
    <p:sldId id="265"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9" r:id="rId30"/>
    <p:sldId id="284" r:id="rId31"/>
    <p:sldId id="285" r:id="rId32"/>
    <p:sldId id="286" r:id="rId33"/>
    <p:sldId id="287" r:id="rId34"/>
    <p:sldId id="288" r:id="rId35"/>
    <p:sldId id="290" r:id="rId36"/>
    <p:sldId id="291" r:id="rId37"/>
    <p:sldId id="292" r:id="rId38"/>
    <p:sldId id="293" r:id="rId39"/>
    <p:sldId id="294" r:id="rId40"/>
    <p:sldId id="295" r:id="rId41"/>
    <p:sldId id="296" r:id="rId42"/>
    <p:sldId id="297" r:id="rId43"/>
    <p:sldId id="298" r:id="rId44"/>
    <p:sldId id="299" r:id="rId45"/>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C6970F-E511-401E-93DF-A959EFFCFE95}" v="18" dt="2025-12-05T03:12:33.2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3099" autoAdjust="0"/>
  </p:normalViewPr>
  <p:slideViewPr>
    <p:cSldViewPr snapToGrid="0">
      <p:cViewPr varScale="1">
        <p:scale>
          <a:sx n="60" d="100"/>
          <a:sy n="60" d="100"/>
        </p:scale>
        <p:origin x="1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Muhammad Abdul Qayum" userId="6f99b717-c1e2-49a4-bfbb-35fff60aea46" providerId="ADAL" clId="{F84136B0-B444-4051-A6EC-C9B7961F7407}"/>
    <pc:docChg chg="undo redo custSel addSld modSld sldOrd">
      <pc:chgData name="Dr. Muhammad Abdul Qayum" userId="6f99b717-c1e2-49a4-bfbb-35fff60aea46" providerId="ADAL" clId="{F84136B0-B444-4051-A6EC-C9B7961F7407}" dt="2025-12-08T03:34:17.762" v="1547" actId="20577"/>
      <pc:docMkLst>
        <pc:docMk/>
      </pc:docMkLst>
      <pc:sldChg chg="modSp mod">
        <pc:chgData name="Dr. Muhammad Abdul Qayum" userId="6f99b717-c1e2-49a4-bfbb-35fff60aea46" providerId="ADAL" clId="{F84136B0-B444-4051-A6EC-C9B7961F7407}" dt="2025-11-21T15:42:35.558" v="199" actId="20577"/>
        <pc:sldMkLst>
          <pc:docMk/>
          <pc:sldMk cId="1448781119" sldId="256"/>
        </pc:sldMkLst>
        <pc:spChg chg="mod">
          <ac:chgData name="Dr. Muhammad Abdul Qayum" userId="6f99b717-c1e2-49a4-bfbb-35fff60aea46" providerId="ADAL" clId="{F84136B0-B444-4051-A6EC-C9B7961F7407}" dt="2025-11-21T15:39:32.241" v="0"/>
          <ac:spMkLst>
            <pc:docMk/>
            <pc:sldMk cId="1448781119" sldId="256"/>
            <ac:spMk id="2" creationId="{61B54008-5858-A109-65FB-7C789E9BEC65}"/>
          </ac:spMkLst>
        </pc:spChg>
        <pc:spChg chg="mod">
          <ac:chgData name="Dr. Muhammad Abdul Qayum" userId="6f99b717-c1e2-49a4-bfbb-35fff60aea46" providerId="ADAL" clId="{F84136B0-B444-4051-A6EC-C9B7961F7407}" dt="2025-11-21T15:42:35.558" v="199" actId="20577"/>
          <ac:spMkLst>
            <pc:docMk/>
            <pc:sldMk cId="1448781119" sldId="256"/>
            <ac:spMk id="3" creationId="{E187123D-237A-45DA-B8AF-7DFDB0E117D3}"/>
          </ac:spMkLst>
        </pc:spChg>
      </pc:sldChg>
      <pc:sldChg chg="modSp new mod">
        <pc:chgData name="Dr. Muhammad Abdul Qayum" userId="6f99b717-c1e2-49a4-bfbb-35fff60aea46" providerId="ADAL" clId="{F84136B0-B444-4051-A6EC-C9B7961F7407}" dt="2025-11-21T15:55:28.007" v="203" actId="27636"/>
        <pc:sldMkLst>
          <pc:docMk/>
          <pc:sldMk cId="1968437729" sldId="257"/>
        </pc:sldMkLst>
        <pc:spChg chg="mod">
          <ac:chgData name="Dr. Muhammad Abdul Qayum" userId="6f99b717-c1e2-49a4-bfbb-35fff60aea46" providerId="ADAL" clId="{F84136B0-B444-4051-A6EC-C9B7961F7407}" dt="2025-11-21T15:54:58.863" v="201"/>
          <ac:spMkLst>
            <pc:docMk/>
            <pc:sldMk cId="1968437729" sldId="257"/>
            <ac:spMk id="2" creationId="{9F698C0F-EF25-9AB0-88E9-6CCDD130DAD1}"/>
          </ac:spMkLst>
        </pc:spChg>
        <pc:spChg chg="mod">
          <ac:chgData name="Dr. Muhammad Abdul Qayum" userId="6f99b717-c1e2-49a4-bfbb-35fff60aea46" providerId="ADAL" clId="{F84136B0-B444-4051-A6EC-C9B7961F7407}" dt="2025-11-21T15:55:28.007" v="203" actId="27636"/>
          <ac:spMkLst>
            <pc:docMk/>
            <pc:sldMk cId="1968437729" sldId="257"/>
            <ac:spMk id="3" creationId="{2346E46E-4E81-F669-99F6-5B65F8514337}"/>
          </ac:spMkLst>
        </pc:spChg>
      </pc:sldChg>
      <pc:sldChg chg="modSp new mod">
        <pc:chgData name="Dr. Muhammad Abdul Qayum" userId="6f99b717-c1e2-49a4-bfbb-35fff60aea46" providerId="ADAL" clId="{F84136B0-B444-4051-A6EC-C9B7961F7407}" dt="2025-11-21T16:29:33.662" v="326" actId="20577"/>
        <pc:sldMkLst>
          <pc:docMk/>
          <pc:sldMk cId="3598180750" sldId="258"/>
        </pc:sldMkLst>
        <pc:spChg chg="mod">
          <ac:chgData name="Dr. Muhammad Abdul Qayum" userId="6f99b717-c1e2-49a4-bfbb-35fff60aea46" providerId="ADAL" clId="{F84136B0-B444-4051-A6EC-C9B7961F7407}" dt="2025-11-21T15:58:12.151" v="205"/>
          <ac:spMkLst>
            <pc:docMk/>
            <pc:sldMk cId="3598180750" sldId="258"/>
            <ac:spMk id="2" creationId="{8DA43A70-60D6-084D-7813-8053CF17E07E}"/>
          </ac:spMkLst>
        </pc:spChg>
        <pc:spChg chg="mod">
          <ac:chgData name="Dr. Muhammad Abdul Qayum" userId="6f99b717-c1e2-49a4-bfbb-35fff60aea46" providerId="ADAL" clId="{F84136B0-B444-4051-A6EC-C9B7961F7407}" dt="2025-11-21T16:29:33.662" v="326" actId="20577"/>
          <ac:spMkLst>
            <pc:docMk/>
            <pc:sldMk cId="3598180750" sldId="258"/>
            <ac:spMk id="3" creationId="{D6F27491-E38D-236A-F746-06E66614D304}"/>
          </ac:spMkLst>
        </pc:spChg>
      </pc:sldChg>
      <pc:sldChg chg="modSp new mod modNotesTx">
        <pc:chgData name="Dr. Muhammad Abdul Qayum" userId="6f99b717-c1e2-49a4-bfbb-35fff60aea46" providerId="ADAL" clId="{F84136B0-B444-4051-A6EC-C9B7961F7407}" dt="2025-11-21T19:36:01.470" v="900" actId="20577"/>
        <pc:sldMkLst>
          <pc:docMk/>
          <pc:sldMk cId="389580177" sldId="259"/>
        </pc:sldMkLst>
        <pc:spChg chg="mod">
          <ac:chgData name="Dr. Muhammad Abdul Qayum" userId="6f99b717-c1e2-49a4-bfbb-35fff60aea46" providerId="ADAL" clId="{F84136B0-B444-4051-A6EC-C9B7961F7407}" dt="2025-11-21T16:30:23.955" v="342" actId="20577"/>
          <ac:spMkLst>
            <pc:docMk/>
            <pc:sldMk cId="389580177" sldId="259"/>
            <ac:spMk id="2" creationId="{425D4309-215E-8E6A-6893-3FBECE0E048D}"/>
          </ac:spMkLst>
        </pc:spChg>
        <pc:spChg chg="mod">
          <ac:chgData name="Dr. Muhammad Abdul Qayum" userId="6f99b717-c1e2-49a4-bfbb-35fff60aea46" providerId="ADAL" clId="{F84136B0-B444-4051-A6EC-C9B7961F7407}" dt="2025-11-21T19:36:01.470" v="900" actId="20577"/>
          <ac:spMkLst>
            <pc:docMk/>
            <pc:sldMk cId="389580177" sldId="259"/>
            <ac:spMk id="3" creationId="{79F9D502-A1FB-7BA8-234D-ECACE640F63F}"/>
          </ac:spMkLst>
        </pc:spChg>
      </pc:sldChg>
      <pc:sldChg chg="modSp new mod modShow">
        <pc:chgData name="Dr. Muhammad Abdul Qayum" userId="6f99b717-c1e2-49a4-bfbb-35fff60aea46" providerId="ADAL" clId="{F84136B0-B444-4051-A6EC-C9B7961F7407}" dt="2025-11-21T19:23:46.158" v="881" actId="729"/>
        <pc:sldMkLst>
          <pc:docMk/>
          <pc:sldMk cId="4110732986" sldId="260"/>
        </pc:sldMkLst>
        <pc:spChg chg="mod">
          <ac:chgData name="Dr. Muhammad Abdul Qayum" userId="6f99b717-c1e2-49a4-bfbb-35fff60aea46" providerId="ADAL" clId="{F84136B0-B444-4051-A6EC-C9B7961F7407}" dt="2025-11-21T17:17:43.828" v="381" actId="27636"/>
          <ac:spMkLst>
            <pc:docMk/>
            <pc:sldMk cId="4110732986" sldId="260"/>
            <ac:spMk id="3" creationId="{873642B4-6C3B-A950-3DE2-B2518A0C4CEF}"/>
          </ac:spMkLst>
        </pc:spChg>
      </pc:sldChg>
      <pc:sldChg chg="modSp new mod">
        <pc:chgData name="Dr. Muhammad Abdul Qayum" userId="6f99b717-c1e2-49a4-bfbb-35fff60aea46" providerId="ADAL" clId="{F84136B0-B444-4051-A6EC-C9B7961F7407}" dt="2025-11-30T03:06:39.317" v="1093" actId="20577"/>
        <pc:sldMkLst>
          <pc:docMk/>
          <pc:sldMk cId="593083090" sldId="261"/>
        </pc:sldMkLst>
        <pc:spChg chg="mod">
          <ac:chgData name="Dr. Muhammad Abdul Qayum" userId="6f99b717-c1e2-49a4-bfbb-35fff60aea46" providerId="ADAL" clId="{F84136B0-B444-4051-A6EC-C9B7961F7407}" dt="2025-11-21T16:45:33.845" v="368"/>
          <ac:spMkLst>
            <pc:docMk/>
            <pc:sldMk cId="593083090" sldId="261"/>
            <ac:spMk id="2" creationId="{5777AE03-CF5E-AA9F-A2AD-7514DA70DF3B}"/>
          </ac:spMkLst>
        </pc:spChg>
        <pc:spChg chg="mod">
          <ac:chgData name="Dr. Muhammad Abdul Qayum" userId="6f99b717-c1e2-49a4-bfbb-35fff60aea46" providerId="ADAL" clId="{F84136B0-B444-4051-A6EC-C9B7961F7407}" dt="2025-11-30T03:06:39.317" v="1093" actId="20577"/>
          <ac:spMkLst>
            <pc:docMk/>
            <pc:sldMk cId="593083090" sldId="261"/>
            <ac:spMk id="3" creationId="{521B9E22-E43E-6337-6B47-C0149B076F23}"/>
          </ac:spMkLst>
        </pc:spChg>
      </pc:sldChg>
      <pc:sldChg chg="addSp modSp new mod modNotesTx">
        <pc:chgData name="Dr. Muhammad Abdul Qayum" userId="6f99b717-c1e2-49a4-bfbb-35fff60aea46" providerId="ADAL" clId="{F84136B0-B444-4051-A6EC-C9B7961F7407}" dt="2025-11-22T05:25:45.345" v="987" actId="20577"/>
        <pc:sldMkLst>
          <pc:docMk/>
          <pc:sldMk cId="2260395721" sldId="262"/>
        </pc:sldMkLst>
        <pc:spChg chg="mod">
          <ac:chgData name="Dr. Muhammad Abdul Qayum" userId="6f99b717-c1e2-49a4-bfbb-35fff60aea46" providerId="ADAL" clId="{F84136B0-B444-4051-A6EC-C9B7961F7407}" dt="2025-11-21T17:32:38.233" v="411" actId="20577"/>
          <ac:spMkLst>
            <pc:docMk/>
            <pc:sldMk cId="2260395721" sldId="262"/>
            <ac:spMk id="2" creationId="{E0573FDD-BD5A-3702-16A3-5C5B91A8220A}"/>
          </ac:spMkLst>
        </pc:spChg>
        <pc:spChg chg="mod">
          <ac:chgData name="Dr. Muhammad Abdul Qayum" userId="6f99b717-c1e2-49a4-bfbb-35fff60aea46" providerId="ADAL" clId="{F84136B0-B444-4051-A6EC-C9B7961F7407}" dt="2025-11-21T17:36:48.401" v="696" actId="27636"/>
          <ac:spMkLst>
            <pc:docMk/>
            <pc:sldMk cId="2260395721" sldId="262"/>
            <ac:spMk id="3" creationId="{11F32E1F-9D84-158E-97C4-1D01DD0E9CFE}"/>
          </ac:spMkLst>
        </pc:spChg>
        <pc:picChg chg="add mod">
          <ac:chgData name="Dr. Muhammad Abdul Qayum" userId="6f99b717-c1e2-49a4-bfbb-35fff60aea46" providerId="ADAL" clId="{F84136B0-B444-4051-A6EC-C9B7961F7407}" dt="2025-11-21T17:36:44.939" v="694" actId="1076"/>
          <ac:picMkLst>
            <pc:docMk/>
            <pc:sldMk cId="2260395721" sldId="262"/>
            <ac:picMk id="5" creationId="{5E25E4AC-C4F2-FADC-9C5F-1E741C7A9A19}"/>
          </ac:picMkLst>
        </pc:picChg>
      </pc:sldChg>
      <pc:sldChg chg="addSp modSp new mod">
        <pc:chgData name="Dr. Muhammad Abdul Qayum" userId="6f99b717-c1e2-49a4-bfbb-35fff60aea46" providerId="ADAL" clId="{F84136B0-B444-4051-A6EC-C9B7961F7407}" dt="2025-11-21T17:38:34.900" v="760" actId="20577"/>
        <pc:sldMkLst>
          <pc:docMk/>
          <pc:sldMk cId="3363411014" sldId="263"/>
        </pc:sldMkLst>
        <pc:spChg chg="mod">
          <ac:chgData name="Dr. Muhammad Abdul Qayum" userId="6f99b717-c1e2-49a4-bfbb-35fff60aea46" providerId="ADAL" clId="{F84136B0-B444-4051-A6EC-C9B7961F7407}" dt="2025-11-21T17:38:10.991" v="721" actId="20577"/>
          <ac:spMkLst>
            <pc:docMk/>
            <pc:sldMk cId="3363411014" sldId="263"/>
            <ac:spMk id="2" creationId="{7F83A8AD-FCA1-7808-FCE5-B3F94109DC34}"/>
          </ac:spMkLst>
        </pc:spChg>
        <pc:spChg chg="mod">
          <ac:chgData name="Dr. Muhammad Abdul Qayum" userId="6f99b717-c1e2-49a4-bfbb-35fff60aea46" providerId="ADAL" clId="{F84136B0-B444-4051-A6EC-C9B7961F7407}" dt="2025-11-21T17:38:34.900" v="760" actId="20577"/>
          <ac:spMkLst>
            <pc:docMk/>
            <pc:sldMk cId="3363411014" sldId="263"/>
            <ac:spMk id="3" creationId="{11FE7B8B-FFA3-9249-2680-2E327ADE4241}"/>
          </ac:spMkLst>
        </pc:spChg>
        <pc:picChg chg="add mod">
          <ac:chgData name="Dr. Muhammad Abdul Qayum" userId="6f99b717-c1e2-49a4-bfbb-35fff60aea46" providerId="ADAL" clId="{F84136B0-B444-4051-A6EC-C9B7961F7407}" dt="2025-11-21T17:38:23.522" v="725" actId="1076"/>
          <ac:picMkLst>
            <pc:docMk/>
            <pc:sldMk cId="3363411014" sldId="263"/>
            <ac:picMk id="5" creationId="{F965CF13-A69C-0749-2134-969188BDAC10}"/>
          </ac:picMkLst>
        </pc:picChg>
      </pc:sldChg>
      <pc:sldChg chg="addSp modSp new mod modNotesTx">
        <pc:chgData name="Dr. Muhammad Abdul Qayum" userId="6f99b717-c1e2-49a4-bfbb-35fff60aea46" providerId="ADAL" clId="{F84136B0-B444-4051-A6EC-C9B7961F7407}" dt="2025-11-22T11:53:21.468" v="989" actId="1076"/>
        <pc:sldMkLst>
          <pc:docMk/>
          <pc:sldMk cId="2991945123" sldId="264"/>
        </pc:sldMkLst>
        <pc:picChg chg="add mod">
          <ac:chgData name="Dr. Muhammad Abdul Qayum" userId="6f99b717-c1e2-49a4-bfbb-35fff60aea46" providerId="ADAL" clId="{F84136B0-B444-4051-A6EC-C9B7961F7407}" dt="2025-11-22T11:53:21.468" v="989" actId="1076"/>
          <ac:picMkLst>
            <pc:docMk/>
            <pc:sldMk cId="2991945123" sldId="264"/>
            <ac:picMk id="5" creationId="{62E953C1-9EE9-E709-4786-F65963141A96}"/>
          </ac:picMkLst>
        </pc:picChg>
      </pc:sldChg>
      <pc:sldChg chg="addSp modSp new mod modShow">
        <pc:chgData name="Dr. Muhammad Abdul Qayum" userId="6f99b717-c1e2-49a4-bfbb-35fff60aea46" providerId="ADAL" clId="{F84136B0-B444-4051-A6EC-C9B7961F7407}" dt="2025-12-01T18:12:17.618" v="1133" actId="1076"/>
        <pc:sldMkLst>
          <pc:docMk/>
          <pc:sldMk cId="2219976565" sldId="265"/>
        </pc:sldMkLst>
        <pc:spChg chg="mod">
          <ac:chgData name="Dr. Muhammad Abdul Qayum" userId="6f99b717-c1e2-49a4-bfbb-35fff60aea46" providerId="ADAL" clId="{F84136B0-B444-4051-A6EC-C9B7961F7407}" dt="2025-11-22T11:53:43.958" v="997" actId="20577"/>
          <ac:spMkLst>
            <pc:docMk/>
            <pc:sldMk cId="2219976565" sldId="265"/>
            <ac:spMk id="2" creationId="{B2EDA188-A790-C791-FBFB-F67D1D5964F6}"/>
          </ac:spMkLst>
        </pc:spChg>
        <pc:spChg chg="mod">
          <ac:chgData name="Dr. Muhammad Abdul Qayum" userId="6f99b717-c1e2-49a4-bfbb-35fff60aea46" providerId="ADAL" clId="{F84136B0-B444-4051-A6EC-C9B7961F7407}" dt="2025-11-22T11:56:30.880" v="1000"/>
          <ac:spMkLst>
            <pc:docMk/>
            <pc:sldMk cId="2219976565" sldId="265"/>
            <ac:spMk id="3" creationId="{4C02CB59-A23B-DEFF-EA82-A1559A11C535}"/>
          </ac:spMkLst>
        </pc:spChg>
        <pc:spChg chg="add mod">
          <ac:chgData name="Dr. Muhammad Abdul Qayum" userId="6f99b717-c1e2-49a4-bfbb-35fff60aea46" providerId="ADAL" clId="{F84136B0-B444-4051-A6EC-C9B7961F7407}" dt="2025-12-01T18:12:17.618" v="1133" actId="1076"/>
          <ac:spMkLst>
            <pc:docMk/>
            <pc:sldMk cId="2219976565" sldId="265"/>
            <ac:spMk id="6" creationId="{01A915B9-8F9A-47C1-F344-2B562C336CB9}"/>
          </ac:spMkLst>
        </pc:spChg>
        <pc:picChg chg="add mod">
          <ac:chgData name="Dr. Muhammad Abdul Qayum" userId="6f99b717-c1e2-49a4-bfbb-35fff60aea46" providerId="ADAL" clId="{F84136B0-B444-4051-A6EC-C9B7961F7407}" dt="2025-11-22T11:57:10.506" v="1004" actId="14100"/>
          <ac:picMkLst>
            <pc:docMk/>
            <pc:sldMk cId="2219976565" sldId="265"/>
            <ac:picMk id="5" creationId="{1353E977-3718-109A-774D-14ABBC6356B5}"/>
          </ac:picMkLst>
        </pc:picChg>
        <pc:picChg chg="add mod">
          <ac:chgData name="Dr. Muhammad Abdul Qayum" userId="6f99b717-c1e2-49a4-bfbb-35fff60aea46" providerId="ADAL" clId="{F84136B0-B444-4051-A6EC-C9B7961F7407}" dt="2025-11-22T11:58:09.426" v="1010" actId="1076"/>
          <ac:picMkLst>
            <pc:docMk/>
            <pc:sldMk cId="2219976565" sldId="265"/>
            <ac:picMk id="7" creationId="{102CEA7B-B3FE-9058-C4FF-6D9DF7A7594D}"/>
          </ac:picMkLst>
        </pc:picChg>
      </pc:sldChg>
      <pc:sldChg chg="modSp new mod">
        <pc:chgData name="Dr. Muhammad Abdul Qayum" userId="6f99b717-c1e2-49a4-bfbb-35fff60aea46" providerId="ADAL" clId="{F84136B0-B444-4051-A6EC-C9B7961F7407}" dt="2025-12-08T03:34:17.762" v="1547" actId="20577"/>
        <pc:sldMkLst>
          <pc:docMk/>
          <pc:sldMk cId="597629010" sldId="266"/>
        </pc:sldMkLst>
        <pc:spChg chg="mod">
          <ac:chgData name="Dr. Muhammad Abdul Qayum" userId="6f99b717-c1e2-49a4-bfbb-35fff60aea46" providerId="ADAL" clId="{F84136B0-B444-4051-A6EC-C9B7961F7407}" dt="2025-11-30T03:08:43.977" v="1128" actId="20577"/>
          <ac:spMkLst>
            <pc:docMk/>
            <pc:sldMk cId="597629010" sldId="266"/>
            <ac:spMk id="2" creationId="{D1204F73-F38A-789A-74F0-FA8F94B8D8E6}"/>
          </ac:spMkLst>
        </pc:spChg>
        <pc:spChg chg="mod">
          <ac:chgData name="Dr. Muhammad Abdul Qayum" userId="6f99b717-c1e2-49a4-bfbb-35fff60aea46" providerId="ADAL" clId="{F84136B0-B444-4051-A6EC-C9B7961F7407}" dt="2025-12-08T03:34:17.762" v="1547" actId="20577"/>
          <ac:spMkLst>
            <pc:docMk/>
            <pc:sldMk cId="597629010" sldId="266"/>
            <ac:spMk id="3" creationId="{0841121F-D27C-F379-C8E4-C4BCD109A408}"/>
          </ac:spMkLst>
        </pc:spChg>
      </pc:sldChg>
      <pc:sldChg chg="modSp new mod">
        <pc:chgData name="Dr. Muhammad Abdul Qayum" userId="6f99b717-c1e2-49a4-bfbb-35fff60aea46" providerId="ADAL" clId="{F84136B0-B444-4051-A6EC-C9B7961F7407}" dt="2025-12-01T18:18:28.495" v="1140" actId="313"/>
        <pc:sldMkLst>
          <pc:docMk/>
          <pc:sldMk cId="4232452207" sldId="267"/>
        </pc:sldMkLst>
        <pc:spChg chg="mod">
          <ac:chgData name="Dr. Muhammad Abdul Qayum" userId="6f99b717-c1e2-49a4-bfbb-35fff60aea46" providerId="ADAL" clId="{F84136B0-B444-4051-A6EC-C9B7961F7407}" dt="2025-11-22T12:11:43.173" v="1049" actId="20577"/>
          <ac:spMkLst>
            <pc:docMk/>
            <pc:sldMk cId="4232452207" sldId="267"/>
            <ac:spMk id="2" creationId="{71A49798-A163-8E5E-50DB-A0FF91641F41}"/>
          </ac:spMkLst>
        </pc:spChg>
        <pc:spChg chg="mod">
          <ac:chgData name="Dr. Muhammad Abdul Qayum" userId="6f99b717-c1e2-49a4-bfbb-35fff60aea46" providerId="ADAL" clId="{F84136B0-B444-4051-A6EC-C9B7961F7407}" dt="2025-12-01T18:18:28.495" v="1140" actId="313"/>
          <ac:spMkLst>
            <pc:docMk/>
            <pc:sldMk cId="4232452207" sldId="267"/>
            <ac:spMk id="3" creationId="{76E8DEE9-79D7-B688-26BE-FC15DA336541}"/>
          </ac:spMkLst>
        </pc:spChg>
      </pc:sldChg>
      <pc:sldChg chg="modSp new mod">
        <pc:chgData name="Dr. Muhammad Abdul Qayum" userId="6f99b717-c1e2-49a4-bfbb-35fff60aea46" providerId="ADAL" clId="{F84136B0-B444-4051-A6EC-C9B7961F7407}" dt="2025-12-02T02:02:46.212" v="1188" actId="20577"/>
        <pc:sldMkLst>
          <pc:docMk/>
          <pc:sldMk cId="1098878234" sldId="268"/>
        </pc:sldMkLst>
        <pc:spChg chg="mod">
          <ac:chgData name="Dr. Muhammad Abdul Qayum" userId="6f99b717-c1e2-49a4-bfbb-35fff60aea46" providerId="ADAL" clId="{F84136B0-B444-4051-A6EC-C9B7961F7407}" dt="2025-11-22T12:11:53.296" v="1052" actId="20577"/>
          <ac:spMkLst>
            <pc:docMk/>
            <pc:sldMk cId="1098878234" sldId="268"/>
            <ac:spMk id="2" creationId="{866DB3A8-FA08-24B1-CEAF-7695D6489EDC}"/>
          </ac:spMkLst>
        </pc:spChg>
        <pc:spChg chg="mod">
          <ac:chgData name="Dr. Muhammad Abdul Qayum" userId="6f99b717-c1e2-49a4-bfbb-35fff60aea46" providerId="ADAL" clId="{F84136B0-B444-4051-A6EC-C9B7961F7407}" dt="2025-12-02T02:02:46.212" v="1188" actId="20577"/>
          <ac:spMkLst>
            <pc:docMk/>
            <pc:sldMk cId="1098878234" sldId="268"/>
            <ac:spMk id="3" creationId="{15B8D644-C1A5-D0D0-CFF5-E6522B072D38}"/>
          </ac:spMkLst>
        </pc:spChg>
      </pc:sldChg>
      <pc:sldChg chg="modSp new mod">
        <pc:chgData name="Dr. Muhammad Abdul Qayum" userId="6f99b717-c1e2-49a4-bfbb-35fff60aea46" providerId="ADAL" clId="{F84136B0-B444-4051-A6EC-C9B7961F7407}" dt="2025-11-22T13:46:01.834" v="1083"/>
        <pc:sldMkLst>
          <pc:docMk/>
          <pc:sldMk cId="1445534219" sldId="269"/>
        </pc:sldMkLst>
        <pc:spChg chg="mod">
          <ac:chgData name="Dr. Muhammad Abdul Qayum" userId="6f99b717-c1e2-49a4-bfbb-35fff60aea46" providerId="ADAL" clId="{F84136B0-B444-4051-A6EC-C9B7961F7407}" dt="2025-11-22T13:46:01.834" v="1083"/>
          <ac:spMkLst>
            <pc:docMk/>
            <pc:sldMk cId="1445534219" sldId="269"/>
            <ac:spMk id="2" creationId="{E698740E-DBD3-DEF8-5EA4-B111E8C22F09}"/>
          </ac:spMkLst>
        </pc:spChg>
        <pc:spChg chg="mod">
          <ac:chgData name="Dr. Muhammad Abdul Qayum" userId="6f99b717-c1e2-49a4-bfbb-35fff60aea46" providerId="ADAL" clId="{F84136B0-B444-4051-A6EC-C9B7961F7407}" dt="2025-11-22T13:43:53.007" v="1074" actId="27636"/>
          <ac:spMkLst>
            <pc:docMk/>
            <pc:sldMk cId="1445534219" sldId="269"/>
            <ac:spMk id="3" creationId="{F38EF387-3B9E-8E7F-2CA6-2703F90BEBC2}"/>
          </ac:spMkLst>
        </pc:spChg>
      </pc:sldChg>
      <pc:sldChg chg="modSp new mod">
        <pc:chgData name="Dr. Muhammad Abdul Qayum" userId="6f99b717-c1e2-49a4-bfbb-35fff60aea46" providerId="ADAL" clId="{F84136B0-B444-4051-A6EC-C9B7961F7407}" dt="2025-12-02T02:11:55.867" v="1202" actId="20577"/>
        <pc:sldMkLst>
          <pc:docMk/>
          <pc:sldMk cId="3363338458" sldId="270"/>
        </pc:sldMkLst>
        <pc:spChg chg="mod">
          <ac:chgData name="Dr. Muhammad Abdul Qayum" userId="6f99b717-c1e2-49a4-bfbb-35fff60aea46" providerId="ADAL" clId="{F84136B0-B444-4051-A6EC-C9B7961F7407}" dt="2025-11-22T13:47:24.704" v="1085"/>
          <ac:spMkLst>
            <pc:docMk/>
            <pc:sldMk cId="3363338458" sldId="270"/>
            <ac:spMk id="2" creationId="{FA7FD414-D147-1BE4-BC1E-4B6F60291B90}"/>
          </ac:spMkLst>
        </pc:spChg>
        <pc:spChg chg="mod">
          <ac:chgData name="Dr. Muhammad Abdul Qayum" userId="6f99b717-c1e2-49a4-bfbb-35fff60aea46" providerId="ADAL" clId="{F84136B0-B444-4051-A6EC-C9B7961F7407}" dt="2025-12-02T02:11:55.867" v="1202" actId="20577"/>
          <ac:spMkLst>
            <pc:docMk/>
            <pc:sldMk cId="3363338458" sldId="270"/>
            <ac:spMk id="3" creationId="{AE6701BC-7868-9A2F-E0CC-572DACC9F513}"/>
          </ac:spMkLst>
        </pc:spChg>
      </pc:sldChg>
      <pc:sldChg chg="modSp add mod">
        <pc:chgData name="Dr. Muhammad Abdul Qayum" userId="6f99b717-c1e2-49a4-bfbb-35fff60aea46" providerId="ADAL" clId="{F84136B0-B444-4051-A6EC-C9B7961F7407}" dt="2025-12-02T02:14:13.975" v="1216" actId="27636"/>
        <pc:sldMkLst>
          <pc:docMk/>
          <pc:sldMk cId="3469503723" sldId="271"/>
        </pc:sldMkLst>
        <pc:spChg chg="mod">
          <ac:chgData name="Dr. Muhammad Abdul Qayum" userId="6f99b717-c1e2-49a4-bfbb-35fff60aea46" providerId="ADAL" clId="{F84136B0-B444-4051-A6EC-C9B7961F7407}" dt="2025-12-02T02:12:32.316" v="1203"/>
          <ac:spMkLst>
            <pc:docMk/>
            <pc:sldMk cId="3469503723" sldId="271"/>
            <ac:spMk id="2" creationId="{6E010A33-903B-3B53-AECD-F7A132760289}"/>
          </ac:spMkLst>
        </pc:spChg>
        <pc:spChg chg="mod">
          <ac:chgData name="Dr. Muhammad Abdul Qayum" userId="6f99b717-c1e2-49a4-bfbb-35fff60aea46" providerId="ADAL" clId="{F84136B0-B444-4051-A6EC-C9B7961F7407}" dt="2025-12-02T02:14:13.975" v="1216" actId="27636"/>
          <ac:spMkLst>
            <pc:docMk/>
            <pc:sldMk cId="3469503723" sldId="271"/>
            <ac:spMk id="3" creationId="{0D4AFFB6-16DF-5109-E2D7-DBB1517EF406}"/>
          </ac:spMkLst>
        </pc:spChg>
      </pc:sldChg>
      <pc:sldChg chg="addSp delSp modSp new mod modNotesTx">
        <pc:chgData name="Dr. Muhammad Abdul Qayum" userId="6f99b717-c1e2-49a4-bfbb-35fff60aea46" providerId="ADAL" clId="{F84136B0-B444-4051-A6EC-C9B7961F7407}" dt="2025-12-02T02:18:35.849" v="1232" actId="1076"/>
        <pc:sldMkLst>
          <pc:docMk/>
          <pc:sldMk cId="3298413122" sldId="272"/>
        </pc:sldMkLst>
        <pc:spChg chg="mod">
          <ac:chgData name="Dr. Muhammad Abdul Qayum" userId="6f99b717-c1e2-49a4-bfbb-35fff60aea46" providerId="ADAL" clId="{F84136B0-B444-4051-A6EC-C9B7961F7407}" dt="2025-12-02T02:15:25.810" v="1227" actId="20577"/>
          <ac:spMkLst>
            <pc:docMk/>
            <pc:sldMk cId="3298413122" sldId="272"/>
            <ac:spMk id="2" creationId="{FEF1F245-D7B3-AF36-7E38-BE0F9A80A6D6}"/>
          </ac:spMkLst>
        </pc:spChg>
        <pc:picChg chg="add mod ord">
          <ac:chgData name="Dr. Muhammad Abdul Qayum" userId="6f99b717-c1e2-49a4-bfbb-35fff60aea46" providerId="ADAL" clId="{F84136B0-B444-4051-A6EC-C9B7961F7407}" dt="2025-12-02T02:18:35.849" v="1232" actId="1076"/>
          <ac:picMkLst>
            <pc:docMk/>
            <pc:sldMk cId="3298413122" sldId="272"/>
            <ac:picMk id="5" creationId="{C344CE9F-B181-270A-FD3A-C9E2CE4BBD23}"/>
          </ac:picMkLst>
        </pc:picChg>
        <pc:picChg chg="add mod">
          <ac:chgData name="Dr. Muhammad Abdul Qayum" userId="6f99b717-c1e2-49a4-bfbb-35fff60aea46" providerId="ADAL" clId="{F84136B0-B444-4051-A6EC-C9B7961F7407}" dt="2025-12-02T02:18:22.357" v="1231" actId="1076"/>
          <ac:picMkLst>
            <pc:docMk/>
            <pc:sldMk cId="3298413122" sldId="272"/>
            <ac:picMk id="7" creationId="{C5CF772A-F376-68A8-6480-DB80BCF9968E}"/>
          </ac:picMkLst>
        </pc:picChg>
      </pc:sldChg>
      <pc:sldChg chg="addSp modSp new mod modNotesTx">
        <pc:chgData name="Dr. Muhammad Abdul Qayum" userId="6f99b717-c1e2-49a4-bfbb-35fff60aea46" providerId="ADAL" clId="{F84136B0-B444-4051-A6EC-C9B7961F7407}" dt="2025-12-02T02:25:27.203" v="1262" actId="14100"/>
        <pc:sldMkLst>
          <pc:docMk/>
          <pc:sldMk cId="1892710875" sldId="273"/>
        </pc:sldMkLst>
        <pc:spChg chg="mod">
          <ac:chgData name="Dr. Muhammad Abdul Qayum" userId="6f99b717-c1e2-49a4-bfbb-35fff60aea46" providerId="ADAL" clId="{F84136B0-B444-4051-A6EC-C9B7961F7407}" dt="2025-12-02T02:18:57.509" v="1234"/>
          <ac:spMkLst>
            <pc:docMk/>
            <pc:sldMk cId="1892710875" sldId="273"/>
            <ac:spMk id="2" creationId="{8AF1233D-FC16-3D8B-2A64-011184F0A2D0}"/>
          </ac:spMkLst>
        </pc:spChg>
        <pc:spChg chg="mod">
          <ac:chgData name="Dr. Muhammad Abdul Qayum" userId="6f99b717-c1e2-49a4-bfbb-35fff60aea46" providerId="ADAL" clId="{F84136B0-B444-4051-A6EC-C9B7961F7407}" dt="2025-12-02T02:25:16.775" v="1260" actId="20577"/>
          <ac:spMkLst>
            <pc:docMk/>
            <pc:sldMk cId="1892710875" sldId="273"/>
            <ac:spMk id="3" creationId="{46BF7B57-65DE-3173-0076-8AB005C9286A}"/>
          </ac:spMkLst>
        </pc:spChg>
        <pc:picChg chg="add mod">
          <ac:chgData name="Dr. Muhammad Abdul Qayum" userId="6f99b717-c1e2-49a4-bfbb-35fff60aea46" providerId="ADAL" clId="{F84136B0-B444-4051-A6EC-C9B7961F7407}" dt="2025-12-02T02:25:27.203" v="1262" actId="14100"/>
          <ac:picMkLst>
            <pc:docMk/>
            <pc:sldMk cId="1892710875" sldId="273"/>
            <ac:picMk id="6" creationId="{5FB3C121-D110-9C03-2ADA-AFBD13600A8B}"/>
          </ac:picMkLst>
        </pc:picChg>
      </pc:sldChg>
      <pc:sldChg chg="modSp new mod">
        <pc:chgData name="Dr. Muhammad Abdul Qayum" userId="6f99b717-c1e2-49a4-bfbb-35fff60aea46" providerId="ADAL" clId="{F84136B0-B444-4051-A6EC-C9B7961F7407}" dt="2025-12-02T02:26:27.555" v="1266" actId="20577"/>
        <pc:sldMkLst>
          <pc:docMk/>
          <pc:sldMk cId="4068704993" sldId="274"/>
        </pc:sldMkLst>
        <pc:spChg chg="mod">
          <ac:chgData name="Dr. Muhammad Abdul Qayum" userId="6f99b717-c1e2-49a4-bfbb-35fff60aea46" providerId="ADAL" clId="{F84136B0-B444-4051-A6EC-C9B7961F7407}" dt="2025-12-02T02:25:48.996" v="1263"/>
          <ac:spMkLst>
            <pc:docMk/>
            <pc:sldMk cId="4068704993" sldId="274"/>
            <ac:spMk id="2" creationId="{03428300-F2E0-0AF7-4B0F-70E534CAF9B6}"/>
          </ac:spMkLst>
        </pc:spChg>
        <pc:spChg chg="mod">
          <ac:chgData name="Dr. Muhammad Abdul Qayum" userId="6f99b717-c1e2-49a4-bfbb-35fff60aea46" providerId="ADAL" clId="{F84136B0-B444-4051-A6EC-C9B7961F7407}" dt="2025-12-02T02:26:27.555" v="1266" actId="20577"/>
          <ac:spMkLst>
            <pc:docMk/>
            <pc:sldMk cId="4068704993" sldId="274"/>
            <ac:spMk id="3" creationId="{8C9C1463-A96E-3A84-F286-42C2A43391DF}"/>
          </ac:spMkLst>
        </pc:spChg>
      </pc:sldChg>
      <pc:sldChg chg="addSp modSp new mod">
        <pc:chgData name="Dr. Muhammad Abdul Qayum" userId="6f99b717-c1e2-49a4-bfbb-35fff60aea46" providerId="ADAL" clId="{F84136B0-B444-4051-A6EC-C9B7961F7407}" dt="2025-12-02T02:29:20.849" v="1272" actId="14100"/>
        <pc:sldMkLst>
          <pc:docMk/>
          <pc:sldMk cId="1747302892" sldId="275"/>
        </pc:sldMkLst>
        <pc:spChg chg="mod">
          <ac:chgData name="Dr. Muhammad Abdul Qayum" userId="6f99b717-c1e2-49a4-bfbb-35fff60aea46" providerId="ADAL" clId="{F84136B0-B444-4051-A6EC-C9B7961F7407}" dt="2025-12-02T02:27:58.360" v="1268"/>
          <ac:spMkLst>
            <pc:docMk/>
            <pc:sldMk cId="1747302892" sldId="275"/>
            <ac:spMk id="2" creationId="{EF629453-CE8D-E116-5FFD-701F9867DEA1}"/>
          </ac:spMkLst>
        </pc:spChg>
        <pc:spChg chg="mod">
          <ac:chgData name="Dr. Muhammad Abdul Qayum" userId="6f99b717-c1e2-49a4-bfbb-35fff60aea46" providerId="ADAL" clId="{F84136B0-B444-4051-A6EC-C9B7961F7407}" dt="2025-12-02T02:28:19.801" v="1269"/>
          <ac:spMkLst>
            <pc:docMk/>
            <pc:sldMk cId="1747302892" sldId="275"/>
            <ac:spMk id="3" creationId="{3DCAB2F3-9B87-6F80-132F-190CCEA9FDC1}"/>
          </ac:spMkLst>
        </pc:spChg>
        <pc:picChg chg="add mod">
          <ac:chgData name="Dr. Muhammad Abdul Qayum" userId="6f99b717-c1e2-49a4-bfbb-35fff60aea46" providerId="ADAL" clId="{F84136B0-B444-4051-A6EC-C9B7961F7407}" dt="2025-12-02T02:29:20.849" v="1272" actId="14100"/>
          <ac:picMkLst>
            <pc:docMk/>
            <pc:sldMk cId="1747302892" sldId="275"/>
            <ac:picMk id="5" creationId="{5A07BF79-1A1F-83E8-BC72-51AE3F4D8BAC}"/>
          </ac:picMkLst>
        </pc:picChg>
      </pc:sldChg>
      <pc:sldChg chg="addSp modSp new mod">
        <pc:chgData name="Dr. Muhammad Abdul Qayum" userId="6f99b717-c1e2-49a4-bfbb-35fff60aea46" providerId="ADAL" clId="{F84136B0-B444-4051-A6EC-C9B7961F7407}" dt="2025-12-02T02:34:21.536" v="1314"/>
        <pc:sldMkLst>
          <pc:docMk/>
          <pc:sldMk cId="1002066100" sldId="276"/>
        </pc:sldMkLst>
        <pc:spChg chg="mod">
          <ac:chgData name="Dr. Muhammad Abdul Qayum" userId="6f99b717-c1e2-49a4-bfbb-35fff60aea46" providerId="ADAL" clId="{F84136B0-B444-4051-A6EC-C9B7961F7407}" dt="2025-12-02T02:34:21.536" v="1314"/>
          <ac:spMkLst>
            <pc:docMk/>
            <pc:sldMk cId="1002066100" sldId="276"/>
            <ac:spMk id="2" creationId="{B86EDF64-B052-E83A-145A-EC2215659D82}"/>
          </ac:spMkLst>
        </pc:spChg>
        <pc:spChg chg="mod">
          <ac:chgData name="Dr. Muhammad Abdul Qayum" userId="6f99b717-c1e2-49a4-bfbb-35fff60aea46" providerId="ADAL" clId="{F84136B0-B444-4051-A6EC-C9B7961F7407}" dt="2025-12-02T02:29:57.659" v="1274"/>
          <ac:spMkLst>
            <pc:docMk/>
            <pc:sldMk cId="1002066100" sldId="276"/>
            <ac:spMk id="3" creationId="{A50D05E7-0625-7AFF-526D-D14D3A572354}"/>
          </ac:spMkLst>
        </pc:spChg>
        <pc:spChg chg="add mod">
          <ac:chgData name="Dr. Muhammad Abdul Qayum" userId="6f99b717-c1e2-49a4-bfbb-35fff60aea46" providerId="ADAL" clId="{F84136B0-B444-4051-A6EC-C9B7961F7407}" dt="2025-12-02T02:31:25.060" v="1279" actId="1076"/>
          <ac:spMkLst>
            <pc:docMk/>
            <pc:sldMk cId="1002066100" sldId="276"/>
            <ac:spMk id="7" creationId="{6B6DA6D4-C199-428C-DFDC-283C4EEA09C8}"/>
          </ac:spMkLst>
        </pc:spChg>
        <pc:picChg chg="add mod">
          <ac:chgData name="Dr. Muhammad Abdul Qayum" userId="6f99b717-c1e2-49a4-bfbb-35fff60aea46" providerId="ADAL" clId="{F84136B0-B444-4051-A6EC-C9B7961F7407}" dt="2025-12-02T02:30:34.547" v="1277" actId="1076"/>
          <ac:picMkLst>
            <pc:docMk/>
            <pc:sldMk cId="1002066100" sldId="276"/>
            <ac:picMk id="5" creationId="{6CF76299-6369-EFB2-0620-D914ABB779CB}"/>
          </ac:picMkLst>
        </pc:picChg>
      </pc:sldChg>
      <pc:sldChg chg="modSp new mod">
        <pc:chgData name="Dr. Muhammad Abdul Qayum" userId="6f99b717-c1e2-49a4-bfbb-35fff60aea46" providerId="ADAL" clId="{F84136B0-B444-4051-A6EC-C9B7961F7407}" dt="2025-12-02T02:34:25.304" v="1315"/>
        <pc:sldMkLst>
          <pc:docMk/>
          <pc:sldMk cId="2674249048" sldId="277"/>
        </pc:sldMkLst>
        <pc:spChg chg="mod">
          <ac:chgData name="Dr. Muhammad Abdul Qayum" userId="6f99b717-c1e2-49a4-bfbb-35fff60aea46" providerId="ADAL" clId="{F84136B0-B444-4051-A6EC-C9B7961F7407}" dt="2025-12-02T02:34:25.304" v="1315"/>
          <ac:spMkLst>
            <pc:docMk/>
            <pc:sldMk cId="2674249048" sldId="277"/>
            <ac:spMk id="2" creationId="{CDEF7957-CFBC-B266-662E-00297ABDB384}"/>
          </ac:spMkLst>
        </pc:spChg>
        <pc:spChg chg="mod">
          <ac:chgData name="Dr. Muhammad Abdul Qayum" userId="6f99b717-c1e2-49a4-bfbb-35fff60aea46" providerId="ADAL" clId="{F84136B0-B444-4051-A6EC-C9B7961F7407}" dt="2025-12-02T02:34:07.040" v="1313" actId="6549"/>
          <ac:spMkLst>
            <pc:docMk/>
            <pc:sldMk cId="2674249048" sldId="277"/>
            <ac:spMk id="3" creationId="{01695AC8-3F9D-1269-09A8-C1CDA0EB97A5}"/>
          </ac:spMkLst>
        </pc:spChg>
      </pc:sldChg>
      <pc:sldChg chg="addSp delSp modSp new mod modNotesTx">
        <pc:chgData name="Dr. Muhammad Abdul Qayum" userId="6f99b717-c1e2-49a4-bfbb-35fff60aea46" providerId="ADAL" clId="{F84136B0-B444-4051-A6EC-C9B7961F7407}" dt="2025-12-02T02:40:40.718" v="1326"/>
        <pc:sldMkLst>
          <pc:docMk/>
          <pc:sldMk cId="3817283439" sldId="278"/>
        </pc:sldMkLst>
        <pc:spChg chg="mod">
          <ac:chgData name="Dr. Muhammad Abdul Qayum" userId="6f99b717-c1e2-49a4-bfbb-35fff60aea46" providerId="ADAL" clId="{F84136B0-B444-4051-A6EC-C9B7961F7407}" dt="2025-12-02T02:34:55.367" v="1317"/>
          <ac:spMkLst>
            <pc:docMk/>
            <pc:sldMk cId="3817283439" sldId="278"/>
            <ac:spMk id="2" creationId="{7DD8D626-4B68-C9BE-4B3C-CB0AF89582AF}"/>
          </ac:spMkLst>
        </pc:spChg>
        <pc:spChg chg="add mod">
          <ac:chgData name="Dr. Muhammad Abdul Qayum" userId="6f99b717-c1e2-49a4-bfbb-35fff60aea46" providerId="ADAL" clId="{F84136B0-B444-4051-A6EC-C9B7961F7407}" dt="2025-12-02T02:39:31.898" v="1325" actId="1076"/>
          <ac:spMkLst>
            <pc:docMk/>
            <pc:sldMk cId="3817283439" sldId="278"/>
            <ac:spMk id="9" creationId="{29663CBA-57C0-7574-38A5-803DCBBC65E5}"/>
          </ac:spMkLst>
        </pc:spChg>
        <pc:picChg chg="add mod ord">
          <ac:chgData name="Dr. Muhammad Abdul Qayum" userId="6f99b717-c1e2-49a4-bfbb-35fff60aea46" providerId="ADAL" clId="{F84136B0-B444-4051-A6EC-C9B7961F7407}" dt="2025-12-02T02:36:04.284" v="1322" actId="1076"/>
          <ac:picMkLst>
            <pc:docMk/>
            <pc:sldMk cId="3817283439" sldId="278"/>
            <ac:picMk id="5" creationId="{1674F38E-3FDA-19E8-42A8-87D4BB9D74A6}"/>
          </ac:picMkLst>
        </pc:picChg>
        <pc:picChg chg="add mod">
          <ac:chgData name="Dr. Muhammad Abdul Qayum" userId="6f99b717-c1e2-49a4-bfbb-35fff60aea46" providerId="ADAL" clId="{F84136B0-B444-4051-A6EC-C9B7961F7407}" dt="2025-12-02T02:36:08.508" v="1323" actId="1076"/>
          <ac:picMkLst>
            <pc:docMk/>
            <pc:sldMk cId="3817283439" sldId="278"/>
            <ac:picMk id="7" creationId="{D85B2A45-551B-7CEB-EA60-D0CC0E3C6090}"/>
          </ac:picMkLst>
        </pc:picChg>
      </pc:sldChg>
      <pc:sldChg chg="addSp delSp modSp new mod">
        <pc:chgData name="Dr. Muhammad Abdul Qayum" userId="6f99b717-c1e2-49a4-bfbb-35fff60aea46" providerId="ADAL" clId="{F84136B0-B444-4051-A6EC-C9B7961F7407}" dt="2025-12-02T02:41:35.309" v="1329" actId="22"/>
        <pc:sldMkLst>
          <pc:docMk/>
          <pc:sldMk cId="2289527566" sldId="279"/>
        </pc:sldMkLst>
        <pc:spChg chg="mod">
          <ac:chgData name="Dr. Muhammad Abdul Qayum" userId="6f99b717-c1e2-49a4-bfbb-35fff60aea46" providerId="ADAL" clId="{F84136B0-B444-4051-A6EC-C9B7961F7407}" dt="2025-12-02T02:41:21.256" v="1328"/>
          <ac:spMkLst>
            <pc:docMk/>
            <pc:sldMk cId="2289527566" sldId="279"/>
            <ac:spMk id="2" creationId="{6B07E0E3-EF67-AB74-47EE-51768B376A1F}"/>
          </ac:spMkLst>
        </pc:spChg>
        <pc:picChg chg="add mod ord">
          <ac:chgData name="Dr. Muhammad Abdul Qayum" userId="6f99b717-c1e2-49a4-bfbb-35fff60aea46" providerId="ADAL" clId="{F84136B0-B444-4051-A6EC-C9B7961F7407}" dt="2025-12-02T02:41:35.309" v="1329" actId="22"/>
          <ac:picMkLst>
            <pc:docMk/>
            <pc:sldMk cId="2289527566" sldId="279"/>
            <ac:picMk id="5" creationId="{C696D905-8617-2D3D-885D-B4263601EE59}"/>
          </ac:picMkLst>
        </pc:picChg>
      </pc:sldChg>
      <pc:sldChg chg="modSp new mod">
        <pc:chgData name="Dr. Muhammad Abdul Qayum" userId="6f99b717-c1e2-49a4-bfbb-35fff60aea46" providerId="ADAL" clId="{F84136B0-B444-4051-A6EC-C9B7961F7407}" dt="2025-12-03T02:23:56.523" v="1340" actId="113"/>
        <pc:sldMkLst>
          <pc:docMk/>
          <pc:sldMk cId="2540469" sldId="280"/>
        </pc:sldMkLst>
        <pc:spChg chg="mod">
          <ac:chgData name="Dr. Muhammad Abdul Qayum" userId="6f99b717-c1e2-49a4-bfbb-35fff60aea46" providerId="ADAL" clId="{F84136B0-B444-4051-A6EC-C9B7961F7407}" dt="2025-12-03T02:21:58.565" v="1331"/>
          <ac:spMkLst>
            <pc:docMk/>
            <pc:sldMk cId="2540469" sldId="280"/>
            <ac:spMk id="2" creationId="{D7AC0DE7-65D6-406E-F6A0-EC2859EE94CC}"/>
          </ac:spMkLst>
        </pc:spChg>
        <pc:spChg chg="mod">
          <ac:chgData name="Dr. Muhammad Abdul Qayum" userId="6f99b717-c1e2-49a4-bfbb-35fff60aea46" providerId="ADAL" clId="{F84136B0-B444-4051-A6EC-C9B7961F7407}" dt="2025-12-03T02:23:56.523" v="1340" actId="113"/>
          <ac:spMkLst>
            <pc:docMk/>
            <pc:sldMk cId="2540469" sldId="280"/>
            <ac:spMk id="3" creationId="{63707844-EBD6-0BA8-475D-A892D9CBF1E0}"/>
          </ac:spMkLst>
        </pc:spChg>
      </pc:sldChg>
      <pc:sldChg chg="addSp delSp modSp new mod">
        <pc:chgData name="Dr. Muhammad Abdul Qayum" userId="6f99b717-c1e2-49a4-bfbb-35fff60aea46" providerId="ADAL" clId="{F84136B0-B444-4051-A6EC-C9B7961F7407}" dt="2025-12-04T16:16:41.090" v="1365" actId="1076"/>
        <pc:sldMkLst>
          <pc:docMk/>
          <pc:sldMk cId="2789787127" sldId="281"/>
        </pc:sldMkLst>
        <pc:spChg chg="mod">
          <ac:chgData name="Dr. Muhammad Abdul Qayum" userId="6f99b717-c1e2-49a4-bfbb-35fff60aea46" providerId="ADAL" clId="{F84136B0-B444-4051-A6EC-C9B7961F7407}" dt="2025-12-03T02:29:08.118" v="1356" actId="14100"/>
          <ac:spMkLst>
            <pc:docMk/>
            <pc:sldMk cId="2789787127" sldId="281"/>
            <ac:spMk id="2" creationId="{6DBE5920-7E2A-BD1B-FA83-02ABE7557F31}"/>
          </ac:spMkLst>
        </pc:spChg>
        <pc:spChg chg="add mod">
          <ac:chgData name="Dr. Muhammad Abdul Qayum" userId="6f99b717-c1e2-49a4-bfbb-35fff60aea46" providerId="ADAL" clId="{F84136B0-B444-4051-A6EC-C9B7961F7407}" dt="2025-12-03T02:26:16.727" v="1348" actId="1076"/>
          <ac:spMkLst>
            <pc:docMk/>
            <pc:sldMk cId="2789787127" sldId="281"/>
            <ac:spMk id="7" creationId="{D45B3007-5746-7505-5446-6400223D61FB}"/>
          </ac:spMkLst>
        </pc:spChg>
        <pc:picChg chg="add mod ord">
          <ac:chgData name="Dr. Muhammad Abdul Qayum" userId="6f99b717-c1e2-49a4-bfbb-35fff60aea46" providerId="ADAL" clId="{F84136B0-B444-4051-A6EC-C9B7961F7407}" dt="2025-12-04T16:16:41.090" v="1365" actId="1076"/>
          <ac:picMkLst>
            <pc:docMk/>
            <pc:sldMk cId="2789787127" sldId="281"/>
            <ac:picMk id="5" creationId="{3B893412-5C13-BD5A-22E1-2301F8175457}"/>
          </ac:picMkLst>
        </pc:picChg>
      </pc:sldChg>
      <pc:sldChg chg="modSp new mod">
        <pc:chgData name="Dr. Muhammad Abdul Qayum" userId="6f99b717-c1e2-49a4-bfbb-35fff60aea46" providerId="ADAL" clId="{F84136B0-B444-4051-A6EC-C9B7961F7407}" dt="2025-12-04T16:17:18.602" v="1368" actId="123"/>
        <pc:sldMkLst>
          <pc:docMk/>
          <pc:sldMk cId="3507931058" sldId="282"/>
        </pc:sldMkLst>
        <pc:spChg chg="mod">
          <ac:chgData name="Dr. Muhammad Abdul Qayum" userId="6f99b717-c1e2-49a4-bfbb-35fff60aea46" providerId="ADAL" clId="{F84136B0-B444-4051-A6EC-C9B7961F7407}" dt="2025-12-03T02:29:20.026" v="1358"/>
          <ac:spMkLst>
            <pc:docMk/>
            <pc:sldMk cId="3507931058" sldId="282"/>
            <ac:spMk id="2" creationId="{5A0D5824-94F1-F735-2729-5FA75E646092}"/>
          </ac:spMkLst>
        </pc:spChg>
        <pc:spChg chg="mod">
          <ac:chgData name="Dr. Muhammad Abdul Qayum" userId="6f99b717-c1e2-49a4-bfbb-35fff60aea46" providerId="ADAL" clId="{F84136B0-B444-4051-A6EC-C9B7961F7407}" dt="2025-12-04T16:17:18.602" v="1368" actId="123"/>
          <ac:spMkLst>
            <pc:docMk/>
            <pc:sldMk cId="3507931058" sldId="282"/>
            <ac:spMk id="3" creationId="{ACF58189-A5B3-FE27-1E25-CED02C7FFC6A}"/>
          </ac:spMkLst>
        </pc:spChg>
      </pc:sldChg>
      <pc:sldChg chg="modSp new mod">
        <pc:chgData name="Dr. Muhammad Abdul Qayum" userId="6f99b717-c1e2-49a4-bfbb-35fff60aea46" providerId="ADAL" clId="{F84136B0-B444-4051-A6EC-C9B7961F7407}" dt="2025-12-04T18:13:28.204" v="1402" actId="6549"/>
        <pc:sldMkLst>
          <pc:docMk/>
          <pc:sldMk cId="96761579" sldId="283"/>
        </pc:sldMkLst>
        <pc:spChg chg="mod">
          <ac:chgData name="Dr. Muhammad Abdul Qayum" userId="6f99b717-c1e2-49a4-bfbb-35fff60aea46" providerId="ADAL" clId="{F84136B0-B444-4051-A6EC-C9B7961F7407}" dt="2025-12-04T16:25:52.494" v="1370"/>
          <ac:spMkLst>
            <pc:docMk/>
            <pc:sldMk cId="96761579" sldId="283"/>
            <ac:spMk id="2" creationId="{C9404282-BDF4-0FFC-41E9-CFF9BFA2B04C}"/>
          </ac:spMkLst>
        </pc:spChg>
        <pc:spChg chg="mod">
          <ac:chgData name="Dr. Muhammad Abdul Qayum" userId="6f99b717-c1e2-49a4-bfbb-35fff60aea46" providerId="ADAL" clId="{F84136B0-B444-4051-A6EC-C9B7961F7407}" dt="2025-12-04T18:13:28.204" v="1402" actId="6549"/>
          <ac:spMkLst>
            <pc:docMk/>
            <pc:sldMk cId="96761579" sldId="283"/>
            <ac:spMk id="3" creationId="{53C76C3E-2C07-B7A8-94DE-E93BA9C14859}"/>
          </ac:spMkLst>
        </pc:spChg>
      </pc:sldChg>
      <pc:sldChg chg="addSp delSp modSp new mod">
        <pc:chgData name="Dr. Muhammad Abdul Qayum" userId="6f99b717-c1e2-49a4-bfbb-35fff60aea46" providerId="ADAL" clId="{F84136B0-B444-4051-A6EC-C9B7961F7407}" dt="2025-12-04T16:38:11.952" v="1394" actId="21"/>
        <pc:sldMkLst>
          <pc:docMk/>
          <pc:sldMk cId="3775595764" sldId="284"/>
        </pc:sldMkLst>
        <pc:spChg chg="mod">
          <ac:chgData name="Dr. Muhammad Abdul Qayum" userId="6f99b717-c1e2-49a4-bfbb-35fff60aea46" providerId="ADAL" clId="{F84136B0-B444-4051-A6EC-C9B7961F7407}" dt="2025-12-04T16:31:20.021" v="1387"/>
          <ac:spMkLst>
            <pc:docMk/>
            <pc:sldMk cId="3775595764" sldId="284"/>
            <ac:spMk id="2" creationId="{3113B8AC-AACB-E577-1297-D2D25D583584}"/>
          </ac:spMkLst>
        </pc:spChg>
        <pc:picChg chg="add mod ord">
          <ac:chgData name="Dr. Muhammad Abdul Qayum" userId="6f99b717-c1e2-49a4-bfbb-35fff60aea46" providerId="ADAL" clId="{F84136B0-B444-4051-A6EC-C9B7961F7407}" dt="2025-12-04T16:31:27.034" v="1388" actId="1076"/>
          <ac:picMkLst>
            <pc:docMk/>
            <pc:sldMk cId="3775595764" sldId="284"/>
            <ac:picMk id="5" creationId="{6DB5ABB2-5DD0-747E-64E8-A3719F0B8073}"/>
          </ac:picMkLst>
        </pc:picChg>
      </pc:sldChg>
      <pc:sldChg chg="addSp delSp modSp new mod modNotesTx">
        <pc:chgData name="Dr. Muhammad Abdul Qayum" userId="6f99b717-c1e2-49a4-bfbb-35fff60aea46" providerId="ADAL" clId="{F84136B0-B444-4051-A6EC-C9B7961F7407}" dt="2025-12-04T16:40:39.652" v="1401"/>
        <pc:sldMkLst>
          <pc:docMk/>
          <pc:sldMk cId="637468446" sldId="285"/>
        </pc:sldMkLst>
        <pc:spChg chg="mod">
          <ac:chgData name="Dr. Muhammad Abdul Qayum" userId="6f99b717-c1e2-49a4-bfbb-35fff60aea46" providerId="ADAL" clId="{F84136B0-B444-4051-A6EC-C9B7961F7407}" dt="2025-12-04T16:39:34.598" v="1399"/>
          <ac:spMkLst>
            <pc:docMk/>
            <pc:sldMk cId="637468446" sldId="285"/>
            <ac:spMk id="2" creationId="{6D8D90B5-95BA-BB72-7644-E25210093725}"/>
          </ac:spMkLst>
        </pc:spChg>
        <pc:picChg chg="add mod">
          <ac:chgData name="Dr. Muhammad Abdul Qayum" userId="6f99b717-c1e2-49a4-bfbb-35fff60aea46" providerId="ADAL" clId="{F84136B0-B444-4051-A6EC-C9B7961F7407}" dt="2025-12-04T16:38:19.162" v="1396" actId="1076"/>
          <ac:picMkLst>
            <pc:docMk/>
            <pc:sldMk cId="637468446" sldId="285"/>
            <ac:picMk id="4" creationId="{B0FFE35E-380A-BDEB-28E5-10C724F66A77}"/>
          </ac:picMkLst>
        </pc:picChg>
        <pc:picChg chg="add mod">
          <ac:chgData name="Dr. Muhammad Abdul Qayum" userId="6f99b717-c1e2-49a4-bfbb-35fff60aea46" providerId="ADAL" clId="{F84136B0-B444-4051-A6EC-C9B7961F7407}" dt="2025-12-04T16:39:22.626" v="1398" actId="1076"/>
          <ac:picMkLst>
            <pc:docMk/>
            <pc:sldMk cId="637468446" sldId="285"/>
            <ac:picMk id="6" creationId="{5A5B59D4-F1A6-3C6A-8A62-3341D120F42B}"/>
          </ac:picMkLst>
        </pc:picChg>
      </pc:sldChg>
      <pc:sldChg chg="modSp new mod">
        <pc:chgData name="Dr. Muhammad Abdul Qayum" userId="6f99b717-c1e2-49a4-bfbb-35fff60aea46" providerId="ADAL" clId="{F84136B0-B444-4051-A6EC-C9B7961F7407}" dt="2025-12-04T18:22:15.636" v="1405"/>
        <pc:sldMkLst>
          <pc:docMk/>
          <pc:sldMk cId="489942726" sldId="286"/>
        </pc:sldMkLst>
        <pc:spChg chg="mod">
          <ac:chgData name="Dr. Muhammad Abdul Qayum" userId="6f99b717-c1e2-49a4-bfbb-35fff60aea46" providerId="ADAL" clId="{F84136B0-B444-4051-A6EC-C9B7961F7407}" dt="2025-12-04T18:18:56.676" v="1403"/>
          <ac:spMkLst>
            <pc:docMk/>
            <pc:sldMk cId="489942726" sldId="286"/>
            <ac:spMk id="2" creationId="{128460E7-8CEC-938B-0661-7EA4C2AFEFF2}"/>
          </ac:spMkLst>
        </pc:spChg>
        <pc:spChg chg="mod">
          <ac:chgData name="Dr. Muhammad Abdul Qayum" userId="6f99b717-c1e2-49a4-bfbb-35fff60aea46" providerId="ADAL" clId="{F84136B0-B444-4051-A6EC-C9B7961F7407}" dt="2025-12-04T18:22:15.636" v="1405"/>
          <ac:spMkLst>
            <pc:docMk/>
            <pc:sldMk cId="489942726" sldId="286"/>
            <ac:spMk id="3" creationId="{2A46BF45-5DBD-5122-BF84-2CCCCE56FC29}"/>
          </ac:spMkLst>
        </pc:spChg>
      </pc:sldChg>
      <pc:sldChg chg="addSp delSp modSp new mod">
        <pc:chgData name="Dr. Muhammad Abdul Qayum" userId="6f99b717-c1e2-49a4-bfbb-35fff60aea46" providerId="ADAL" clId="{F84136B0-B444-4051-A6EC-C9B7961F7407}" dt="2025-12-04T18:23:41.700" v="1409" actId="14100"/>
        <pc:sldMkLst>
          <pc:docMk/>
          <pc:sldMk cId="342436836" sldId="287"/>
        </pc:sldMkLst>
        <pc:picChg chg="add mod ord">
          <ac:chgData name="Dr. Muhammad Abdul Qayum" userId="6f99b717-c1e2-49a4-bfbb-35fff60aea46" providerId="ADAL" clId="{F84136B0-B444-4051-A6EC-C9B7961F7407}" dt="2025-12-04T18:23:41.700" v="1409" actId="14100"/>
          <ac:picMkLst>
            <pc:docMk/>
            <pc:sldMk cId="342436836" sldId="287"/>
            <ac:picMk id="5" creationId="{6C4353F9-7AF8-741E-79D1-5FA62C5F5CDB}"/>
          </ac:picMkLst>
        </pc:picChg>
      </pc:sldChg>
      <pc:sldChg chg="addSp modSp new mod modNotesTx">
        <pc:chgData name="Dr. Muhammad Abdul Qayum" userId="6f99b717-c1e2-49a4-bfbb-35fff60aea46" providerId="ADAL" clId="{F84136B0-B444-4051-A6EC-C9B7961F7407}" dt="2025-12-04T18:43:39.650" v="1413" actId="1076"/>
        <pc:sldMkLst>
          <pc:docMk/>
          <pc:sldMk cId="3277483107" sldId="288"/>
        </pc:sldMkLst>
        <pc:picChg chg="add mod">
          <ac:chgData name="Dr. Muhammad Abdul Qayum" userId="6f99b717-c1e2-49a4-bfbb-35fff60aea46" providerId="ADAL" clId="{F84136B0-B444-4051-A6EC-C9B7961F7407}" dt="2025-12-04T18:43:39.650" v="1413" actId="1076"/>
          <ac:picMkLst>
            <pc:docMk/>
            <pc:sldMk cId="3277483107" sldId="288"/>
            <ac:picMk id="5" creationId="{8504CF12-BA33-03CA-A377-9872981183D0}"/>
          </ac:picMkLst>
        </pc:picChg>
      </pc:sldChg>
      <pc:sldChg chg="modSp new mod ord modNotesTx">
        <pc:chgData name="Dr. Muhammad Abdul Qayum" userId="6f99b717-c1e2-49a4-bfbb-35fff60aea46" providerId="ADAL" clId="{F84136B0-B444-4051-A6EC-C9B7961F7407}" dt="2025-12-05T03:01:51.873" v="1452"/>
        <pc:sldMkLst>
          <pc:docMk/>
          <pc:sldMk cId="305949655" sldId="289"/>
        </pc:sldMkLst>
        <pc:spChg chg="mod">
          <ac:chgData name="Dr. Muhammad Abdul Qayum" userId="6f99b717-c1e2-49a4-bfbb-35fff60aea46" providerId="ADAL" clId="{F84136B0-B444-4051-A6EC-C9B7961F7407}" dt="2025-12-05T03:00:23.045" v="1444" actId="21"/>
          <ac:spMkLst>
            <pc:docMk/>
            <pc:sldMk cId="305949655" sldId="289"/>
            <ac:spMk id="2" creationId="{3471F9F9-E202-07B8-C616-99F52FECFD90}"/>
          </ac:spMkLst>
        </pc:spChg>
        <pc:spChg chg="mod">
          <ac:chgData name="Dr. Muhammad Abdul Qayum" userId="6f99b717-c1e2-49a4-bfbb-35fff60aea46" providerId="ADAL" clId="{F84136B0-B444-4051-A6EC-C9B7961F7407}" dt="2025-12-05T02:54:33.692" v="1427" actId="6549"/>
          <ac:spMkLst>
            <pc:docMk/>
            <pc:sldMk cId="305949655" sldId="289"/>
            <ac:spMk id="3" creationId="{06E5E84D-F830-57A6-BA14-565BDF27D2F3}"/>
          </ac:spMkLst>
        </pc:spChg>
      </pc:sldChg>
      <pc:sldChg chg="modSp new mod">
        <pc:chgData name="Dr. Muhammad Abdul Qayum" userId="6f99b717-c1e2-49a4-bfbb-35fff60aea46" providerId="ADAL" clId="{F84136B0-B444-4051-A6EC-C9B7961F7407}" dt="2025-12-05T02:59:29.461" v="1443" actId="20577"/>
        <pc:sldMkLst>
          <pc:docMk/>
          <pc:sldMk cId="668230080" sldId="290"/>
        </pc:sldMkLst>
        <pc:spChg chg="mod">
          <ac:chgData name="Dr. Muhammad Abdul Qayum" userId="6f99b717-c1e2-49a4-bfbb-35fff60aea46" providerId="ADAL" clId="{F84136B0-B444-4051-A6EC-C9B7961F7407}" dt="2025-12-05T02:59:29.461" v="1443" actId="20577"/>
          <ac:spMkLst>
            <pc:docMk/>
            <pc:sldMk cId="668230080" sldId="290"/>
            <ac:spMk id="2" creationId="{299AF5C0-AD63-B600-74AC-6AD30489844A}"/>
          </ac:spMkLst>
        </pc:spChg>
        <pc:spChg chg="mod">
          <ac:chgData name="Dr. Muhammad Abdul Qayum" userId="6f99b717-c1e2-49a4-bfbb-35fff60aea46" providerId="ADAL" clId="{F84136B0-B444-4051-A6EC-C9B7961F7407}" dt="2025-12-05T02:59:24.034" v="1439" actId="113"/>
          <ac:spMkLst>
            <pc:docMk/>
            <pc:sldMk cId="668230080" sldId="290"/>
            <ac:spMk id="3" creationId="{A662C84B-9F0C-FAD5-5D18-B4307F52ABAB}"/>
          </ac:spMkLst>
        </pc:spChg>
      </pc:sldChg>
      <pc:sldChg chg="modSp new mod">
        <pc:chgData name="Dr. Muhammad Abdul Qayum" userId="6f99b717-c1e2-49a4-bfbb-35fff60aea46" providerId="ADAL" clId="{F84136B0-B444-4051-A6EC-C9B7961F7407}" dt="2025-12-05T03:03:27.336" v="1462"/>
        <pc:sldMkLst>
          <pc:docMk/>
          <pc:sldMk cId="3238644188" sldId="291"/>
        </pc:sldMkLst>
        <pc:spChg chg="mod">
          <ac:chgData name="Dr. Muhammad Abdul Qayum" userId="6f99b717-c1e2-49a4-bfbb-35fff60aea46" providerId="ADAL" clId="{F84136B0-B444-4051-A6EC-C9B7961F7407}" dt="2025-12-05T03:00:31.093" v="1446"/>
          <ac:spMkLst>
            <pc:docMk/>
            <pc:sldMk cId="3238644188" sldId="291"/>
            <ac:spMk id="2" creationId="{B752A1B1-4CAB-3EC5-A51C-67D4302FC528}"/>
          </ac:spMkLst>
        </pc:spChg>
        <pc:spChg chg="mod">
          <ac:chgData name="Dr. Muhammad Abdul Qayum" userId="6f99b717-c1e2-49a4-bfbb-35fff60aea46" providerId="ADAL" clId="{F84136B0-B444-4051-A6EC-C9B7961F7407}" dt="2025-12-05T03:03:27.336" v="1462"/>
          <ac:spMkLst>
            <pc:docMk/>
            <pc:sldMk cId="3238644188" sldId="291"/>
            <ac:spMk id="3" creationId="{66C1A9B2-3B4E-CC7F-3980-D52C8A2DC003}"/>
          </ac:spMkLst>
        </pc:spChg>
      </pc:sldChg>
      <pc:sldChg chg="modSp new mod">
        <pc:chgData name="Dr. Muhammad Abdul Qayum" userId="6f99b717-c1e2-49a4-bfbb-35fff60aea46" providerId="ADAL" clId="{F84136B0-B444-4051-A6EC-C9B7961F7407}" dt="2025-12-05T03:04:35.095" v="1467"/>
        <pc:sldMkLst>
          <pc:docMk/>
          <pc:sldMk cId="937434686" sldId="292"/>
        </pc:sldMkLst>
        <pc:spChg chg="mod">
          <ac:chgData name="Dr. Muhammad Abdul Qayum" userId="6f99b717-c1e2-49a4-bfbb-35fff60aea46" providerId="ADAL" clId="{F84136B0-B444-4051-A6EC-C9B7961F7407}" dt="2025-12-05T03:04:35.095" v="1467"/>
          <ac:spMkLst>
            <pc:docMk/>
            <pc:sldMk cId="937434686" sldId="292"/>
            <ac:spMk id="2" creationId="{5E296AF7-162E-92CE-7C1C-60990F9AC9DE}"/>
          </ac:spMkLst>
        </pc:spChg>
        <pc:spChg chg="mod">
          <ac:chgData name="Dr. Muhammad Abdul Qayum" userId="6f99b717-c1e2-49a4-bfbb-35fff60aea46" providerId="ADAL" clId="{F84136B0-B444-4051-A6EC-C9B7961F7407}" dt="2025-12-05T03:03:56.365" v="1464"/>
          <ac:spMkLst>
            <pc:docMk/>
            <pc:sldMk cId="937434686" sldId="292"/>
            <ac:spMk id="3" creationId="{6A2011C5-E8EA-CC3E-87E2-0B0365CB3CDC}"/>
          </ac:spMkLst>
        </pc:spChg>
      </pc:sldChg>
      <pc:sldChg chg="modSp new mod">
        <pc:chgData name="Dr. Muhammad Abdul Qayum" userId="6f99b717-c1e2-49a4-bfbb-35fff60aea46" providerId="ADAL" clId="{F84136B0-B444-4051-A6EC-C9B7961F7407}" dt="2025-12-05T03:04:38.498" v="1468"/>
        <pc:sldMkLst>
          <pc:docMk/>
          <pc:sldMk cId="582599245" sldId="293"/>
        </pc:sldMkLst>
        <pc:spChg chg="mod">
          <ac:chgData name="Dr. Muhammad Abdul Qayum" userId="6f99b717-c1e2-49a4-bfbb-35fff60aea46" providerId="ADAL" clId="{F84136B0-B444-4051-A6EC-C9B7961F7407}" dt="2025-12-05T03:04:38.498" v="1468"/>
          <ac:spMkLst>
            <pc:docMk/>
            <pc:sldMk cId="582599245" sldId="293"/>
            <ac:spMk id="2" creationId="{8981A93C-A135-44FF-3836-90535D965C8E}"/>
          </ac:spMkLst>
        </pc:spChg>
        <pc:spChg chg="mod">
          <ac:chgData name="Dr. Muhammad Abdul Qayum" userId="6f99b717-c1e2-49a4-bfbb-35fff60aea46" providerId="ADAL" clId="{F84136B0-B444-4051-A6EC-C9B7961F7407}" dt="2025-12-05T03:04:21.188" v="1466"/>
          <ac:spMkLst>
            <pc:docMk/>
            <pc:sldMk cId="582599245" sldId="293"/>
            <ac:spMk id="3" creationId="{077BFF1A-4BC5-808F-EE91-9B0A4AA2A6A0}"/>
          </ac:spMkLst>
        </pc:spChg>
      </pc:sldChg>
      <pc:sldChg chg="addSp delSp modSp new mod">
        <pc:chgData name="Dr. Muhammad Abdul Qayum" userId="6f99b717-c1e2-49a4-bfbb-35fff60aea46" providerId="ADAL" clId="{F84136B0-B444-4051-A6EC-C9B7961F7407}" dt="2025-12-05T03:05:55.601" v="1479" actId="14100"/>
        <pc:sldMkLst>
          <pc:docMk/>
          <pc:sldMk cId="2371485672" sldId="294"/>
        </pc:sldMkLst>
        <pc:spChg chg="mod">
          <ac:chgData name="Dr. Muhammad Abdul Qayum" userId="6f99b717-c1e2-49a4-bfbb-35fff60aea46" providerId="ADAL" clId="{F84136B0-B444-4051-A6EC-C9B7961F7407}" dt="2025-12-05T03:05:48.181" v="1477" actId="20577"/>
          <ac:spMkLst>
            <pc:docMk/>
            <pc:sldMk cId="2371485672" sldId="294"/>
            <ac:spMk id="2" creationId="{ED46CC92-21FB-7260-E381-A1734D1F929E}"/>
          </ac:spMkLst>
        </pc:spChg>
        <pc:picChg chg="add mod ord">
          <ac:chgData name="Dr. Muhammad Abdul Qayum" userId="6f99b717-c1e2-49a4-bfbb-35fff60aea46" providerId="ADAL" clId="{F84136B0-B444-4051-A6EC-C9B7961F7407}" dt="2025-12-05T03:05:55.601" v="1479" actId="14100"/>
          <ac:picMkLst>
            <pc:docMk/>
            <pc:sldMk cId="2371485672" sldId="294"/>
            <ac:picMk id="5" creationId="{260AE675-B4FF-B74C-E422-6F31B4D18084}"/>
          </ac:picMkLst>
        </pc:picChg>
      </pc:sldChg>
      <pc:sldChg chg="addSp delSp modSp new mod">
        <pc:chgData name="Dr. Muhammad Abdul Qayum" userId="6f99b717-c1e2-49a4-bfbb-35fff60aea46" providerId="ADAL" clId="{F84136B0-B444-4051-A6EC-C9B7961F7407}" dt="2025-12-05T03:06:47.008" v="1481" actId="22"/>
        <pc:sldMkLst>
          <pc:docMk/>
          <pc:sldMk cId="391971103" sldId="295"/>
        </pc:sldMkLst>
        <pc:picChg chg="add mod ord">
          <ac:chgData name="Dr. Muhammad Abdul Qayum" userId="6f99b717-c1e2-49a4-bfbb-35fff60aea46" providerId="ADAL" clId="{F84136B0-B444-4051-A6EC-C9B7961F7407}" dt="2025-12-05T03:06:47.008" v="1481" actId="22"/>
          <ac:picMkLst>
            <pc:docMk/>
            <pc:sldMk cId="391971103" sldId="295"/>
            <ac:picMk id="5" creationId="{C53A6A79-4292-F854-67D4-3E0F80F21B8E}"/>
          </ac:picMkLst>
        </pc:picChg>
      </pc:sldChg>
      <pc:sldChg chg="addSp delSp modSp new mod modNotesTx">
        <pc:chgData name="Dr. Muhammad Abdul Qayum" userId="6f99b717-c1e2-49a4-bfbb-35fff60aea46" providerId="ADAL" clId="{F84136B0-B444-4051-A6EC-C9B7961F7407}" dt="2025-12-05T03:09:24.589" v="1490"/>
        <pc:sldMkLst>
          <pc:docMk/>
          <pc:sldMk cId="4224120313" sldId="296"/>
        </pc:sldMkLst>
        <pc:picChg chg="add mod ord">
          <ac:chgData name="Dr. Muhammad Abdul Qayum" userId="6f99b717-c1e2-49a4-bfbb-35fff60aea46" providerId="ADAL" clId="{F84136B0-B444-4051-A6EC-C9B7961F7407}" dt="2025-12-05T03:07:55.880" v="1484" actId="14100"/>
          <ac:picMkLst>
            <pc:docMk/>
            <pc:sldMk cId="4224120313" sldId="296"/>
            <ac:picMk id="5" creationId="{C01AE235-5B90-B39E-B60C-F4196543B4B8}"/>
          </ac:picMkLst>
        </pc:picChg>
      </pc:sldChg>
      <pc:sldChg chg="addSp delSp modSp new mod modShow modNotesTx">
        <pc:chgData name="Dr. Muhammad Abdul Qayum" userId="6f99b717-c1e2-49a4-bfbb-35fff60aea46" providerId="ADAL" clId="{F84136B0-B444-4051-A6EC-C9B7961F7407}" dt="2025-12-05T03:08:42.779" v="1488" actId="729"/>
        <pc:sldMkLst>
          <pc:docMk/>
          <pc:sldMk cId="2912788614" sldId="297"/>
        </pc:sldMkLst>
        <pc:picChg chg="add mod ord">
          <ac:chgData name="Dr. Muhammad Abdul Qayum" userId="6f99b717-c1e2-49a4-bfbb-35fff60aea46" providerId="ADAL" clId="{F84136B0-B444-4051-A6EC-C9B7961F7407}" dt="2025-12-05T03:08:38.653" v="1487" actId="22"/>
          <ac:picMkLst>
            <pc:docMk/>
            <pc:sldMk cId="2912788614" sldId="297"/>
            <ac:picMk id="5" creationId="{598CE356-5BAA-EAB0-309F-9F901EC67068}"/>
          </ac:picMkLst>
        </pc:picChg>
      </pc:sldChg>
      <pc:sldChg chg="modSp new mod">
        <pc:chgData name="Dr. Muhammad Abdul Qayum" userId="6f99b717-c1e2-49a4-bfbb-35fff60aea46" providerId="ADAL" clId="{F84136B0-B444-4051-A6EC-C9B7961F7407}" dt="2025-12-05T03:13:01.979" v="1542" actId="20577"/>
        <pc:sldMkLst>
          <pc:docMk/>
          <pc:sldMk cId="3017102807" sldId="298"/>
        </pc:sldMkLst>
        <pc:spChg chg="mod">
          <ac:chgData name="Dr. Muhammad Abdul Qayum" userId="6f99b717-c1e2-49a4-bfbb-35fff60aea46" providerId="ADAL" clId="{F84136B0-B444-4051-A6EC-C9B7961F7407}" dt="2025-12-05T03:11:01.903" v="1497" actId="20577"/>
          <ac:spMkLst>
            <pc:docMk/>
            <pc:sldMk cId="3017102807" sldId="298"/>
            <ac:spMk id="2" creationId="{FD8F9FB0-3574-F4B0-4A0B-4C48A2699C3A}"/>
          </ac:spMkLst>
        </pc:spChg>
        <pc:spChg chg="mod">
          <ac:chgData name="Dr. Muhammad Abdul Qayum" userId="6f99b717-c1e2-49a4-bfbb-35fff60aea46" providerId="ADAL" clId="{F84136B0-B444-4051-A6EC-C9B7961F7407}" dt="2025-12-05T03:13:01.979" v="1542" actId="20577"/>
          <ac:spMkLst>
            <pc:docMk/>
            <pc:sldMk cId="3017102807" sldId="298"/>
            <ac:spMk id="3" creationId="{1607B319-8F67-CAC0-D8EA-E3A6732B95E6}"/>
          </ac:spMkLst>
        </pc:spChg>
      </pc:sldChg>
      <pc:sldChg chg="modSp new mod">
        <pc:chgData name="Dr. Muhammad Abdul Qayum" userId="6f99b717-c1e2-49a4-bfbb-35fff60aea46" providerId="ADAL" clId="{F84136B0-B444-4051-A6EC-C9B7961F7407}" dt="2025-12-05T03:12:54.402" v="1532" actId="6549"/>
        <pc:sldMkLst>
          <pc:docMk/>
          <pc:sldMk cId="1201150819" sldId="299"/>
        </pc:sldMkLst>
        <pc:spChg chg="mod">
          <ac:chgData name="Dr. Muhammad Abdul Qayum" userId="6f99b717-c1e2-49a4-bfbb-35fff60aea46" providerId="ADAL" clId="{F84136B0-B444-4051-A6EC-C9B7961F7407}" dt="2025-12-05T03:12:54.402" v="1532" actId="6549"/>
          <ac:spMkLst>
            <pc:docMk/>
            <pc:sldMk cId="1201150819" sldId="299"/>
            <ac:spMk id="3" creationId="{32782CAD-1B47-0178-1224-0A5D5AE6833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0FA940-95F0-4B2A-9192-2454465A4271}" type="datetimeFigureOut">
              <a:rPr lang="en-PK" smtClean="0"/>
              <a:t>08/12/2025</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798238-801E-4AFD-9EB3-69A74C4676E5}" type="slidenum">
              <a:rPr lang="en-PK" smtClean="0"/>
              <a:t>‹#›</a:t>
            </a:fld>
            <a:endParaRPr lang="en-PK"/>
          </a:p>
        </p:txBody>
      </p:sp>
    </p:spTree>
    <p:extLst>
      <p:ext uri="{BB962C8B-B14F-4D97-AF65-F5344CB8AC3E}">
        <p14:creationId xmlns:p14="http://schemas.microsoft.com/office/powerpoint/2010/main" val="4188679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https://projector.tensorflow.org/</a:t>
            </a:r>
            <a:endParaRPr lang="en-PK" dirty="0"/>
          </a:p>
        </p:txBody>
      </p:sp>
      <p:sp>
        <p:nvSpPr>
          <p:cNvPr id="4" name="Slide Number Placeholder 3"/>
          <p:cNvSpPr>
            <a:spLocks noGrp="1"/>
          </p:cNvSpPr>
          <p:nvPr>
            <p:ph type="sldNum" sz="quarter" idx="5"/>
          </p:nvPr>
        </p:nvSpPr>
        <p:spPr/>
        <p:txBody>
          <a:bodyPr/>
          <a:lstStyle/>
          <a:p>
            <a:fld id="{A5798238-801E-4AFD-9EB3-69A74C4676E5}" type="slidenum">
              <a:rPr lang="en-PK" smtClean="0"/>
              <a:t>1</a:t>
            </a:fld>
            <a:endParaRPr lang="en-PK"/>
          </a:p>
        </p:txBody>
      </p:sp>
    </p:spTree>
    <p:extLst>
      <p:ext uri="{BB962C8B-B14F-4D97-AF65-F5344CB8AC3E}">
        <p14:creationId xmlns:p14="http://schemas.microsoft.com/office/powerpoint/2010/main" val="21471389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dirty="0"/>
              <a:t>Step 	Title 	Description</a:t>
            </a:r>
          </a:p>
          <a:p>
            <a:r>
              <a:rPr lang="en-US" sz="300" dirty="0"/>
              <a:t>1 	Initialize the Project 	</a:t>
            </a:r>
            <a:r>
              <a:rPr lang="en-US" sz="300" dirty="0" err="1"/>
              <a:t>uv</a:t>
            </a:r>
            <a:r>
              <a:rPr lang="en-US" sz="300" dirty="0"/>
              <a:t> </a:t>
            </a:r>
            <a:r>
              <a:rPr lang="en-US" sz="300" dirty="0" err="1"/>
              <a:t>init</a:t>
            </a:r>
            <a:r>
              <a:rPr lang="en-US" sz="300" dirty="0"/>
              <a:t> scaffolds a clean project structure and starter </a:t>
            </a:r>
            <a:r>
              <a:rPr lang="en-US" sz="300" dirty="0" err="1"/>
              <a:t>pyproject.toml</a:t>
            </a:r>
            <a:r>
              <a:rPr lang="en-US" sz="300" dirty="0"/>
              <a:t>, replacing manual folder setup and template copying.</a:t>
            </a:r>
          </a:p>
          <a:p>
            <a:r>
              <a:rPr lang="en-US" sz="900" dirty="0"/>
              <a:t>2 	Pin the Python Version 	</a:t>
            </a:r>
            <a:r>
              <a:rPr lang="en-US" sz="900" dirty="0" err="1"/>
              <a:t>uv</a:t>
            </a:r>
            <a:r>
              <a:rPr lang="en-US" sz="900" dirty="0"/>
              <a:t> python pin 3.12 ensures everyone uses the same interpreter version, downloading it if necessary and recording it for all </a:t>
            </a:r>
            <a:r>
              <a:rPr lang="en-US" sz="900" dirty="0" err="1"/>
              <a:t>devs</a:t>
            </a:r>
            <a:r>
              <a:rPr lang="en-US" sz="900" dirty="0"/>
              <a:t> and CI.</a:t>
            </a:r>
          </a:p>
          <a:p>
            <a:r>
              <a:rPr lang="en-US" sz="900" dirty="0"/>
              <a:t>3 	Create Environment 	</a:t>
            </a:r>
            <a:r>
              <a:rPr lang="en-US" sz="900" dirty="0" err="1"/>
              <a:t>uv</a:t>
            </a:r>
            <a:r>
              <a:rPr lang="en-US" sz="900" dirty="0"/>
              <a:t> creates a virtual environment automatically on first dependency action. </a:t>
            </a:r>
            <a:r>
              <a:rPr lang="en-US" sz="900" dirty="0" err="1"/>
              <a:t>uv</a:t>
            </a:r>
            <a:r>
              <a:rPr lang="en-US" sz="900" dirty="0"/>
              <a:t> run lets you execute code without manual activation.</a:t>
            </a:r>
          </a:p>
          <a:p>
            <a:r>
              <a:rPr lang="en-US" sz="900" dirty="0"/>
              <a:t>4 	Add Runtime Dependencies 	</a:t>
            </a:r>
            <a:r>
              <a:rPr lang="en-US" sz="900" dirty="0" err="1"/>
              <a:t>uv</a:t>
            </a:r>
            <a:r>
              <a:rPr lang="en-US" sz="900" dirty="0"/>
              <a:t> add pkg updates your manifest, resolves, locks, and installs in one atomic step—keeping declared and installed packages in sync.</a:t>
            </a:r>
          </a:p>
          <a:p>
            <a:r>
              <a:rPr lang="en-US" sz="900" dirty="0"/>
              <a:t>5 	Add Dev Tools 	</a:t>
            </a:r>
            <a:r>
              <a:rPr lang="en-US" sz="900" dirty="0" err="1"/>
              <a:t>uv</a:t>
            </a:r>
            <a:r>
              <a:rPr lang="en-US" sz="900" dirty="0"/>
              <a:t> add --dev tool cleanly separates dev dependencies (tests, lint, format) from runtime packages, all in the same lock file.</a:t>
            </a:r>
          </a:p>
          <a:p>
            <a:r>
              <a:rPr lang="en-US" sz="900" dirty="0"/>
              <a:t>6 	Optional Feature Groups 	</a:t>
            </a:r>
            <a:r>
              <a:rPr lang="en-US" sz="900" dirty="0" err="1"/>
              <a:t>uv</a:t>
            </a:r>
            <a:r>
              <a:rPr lang="en-US" sz="900" dirty="0"/>
              <a:t> add --group docs </a:t>
            </a:r>
            <a:r>
              <a:rPr lang="en-US" sz="900" dirty="0" err="1"/>
              <a:t>mkdocs</a:t>
            </a:r>
            <a:r>
              <a:rPr lang="en-US" sz="900" dirty="0"/>
              <a:t> lets you define install-on-demand groups for optional features.</a:t>
            </a:r>
          </a:p>
          <a:p>
            <a:r>
              <a:rPr lang="en-US" sz="900" dirty="0"/>
              <a:t>7 	Lock Dependencies 	</a:t>
            </a:r>
            <a:r>
              <a:rPr lang="en-US" sz="900" dirty="0" err="1"/>
              <a:t>uv</a:t>
            </a:r>
            <a:r>
              <a:rPr lang="en-US" sz="900" dirty="0"/>
              <a:t> automatically maintains </a:t>
            </a:r>
            <a:r>
              <a:rPr lang="en-US" sz="900" dirty="0" err="1"/>
              <a:t>uv.lock</a:t>
            </a:r>
            <a:r>
              <a:rPr lang="en-US" sz="900" dirty="0"/>
              <a:t> after changes for reproducible installs.</a:t>
            </a:r>
          </a:p>
          <a:p>
            <a:r>
              <a:rPr lang="en-US" sz="900" dirty="0"/>
              <a:t>8 	Sync Environment 	</a:t>
            </a:r>
            <a:r>
              <a:rPr lang="en-US" sz="900" dirty="0" err="1"/>
              <a:t>uv</a:t>
            </a:r>
            <a:r>
              <a:rPr lang="en-US" sz="900" dirty="0"/>
              <a:t> sync ensures the environment matches the lock file exactly; </a:t>
            </a:r>
            <a:r>
              <a:rPr lang="en-US" sz="900" dirty="0" err="1"/>
              <a:t>uv</a:t>
            </a:r>
            <a:r>
              <a:rPr lang="en-US" sz="900" dirty="0"/>
              <a:t> sync --frozen blocks changes unless the lock is updated.</a:t>
            </a:r>
          </a:p>
          <a:p>
            <a:r>
              <a:rPr lang="en-US" sz="900" dirty="0"/>
              <a:t>9 	Run Code &amp; Tools 	</a:t>
            </a:r>
            <a:r>
              <a:rPr lang="en-US" sz="900" dirty="0" err="1"/>
              <a:t>uv</a:t>
            </a:r>
            <a:r>
              <a:rPr lang="en-US" sz="900" dirty="0"/>
              <a:t> run &lt;</a:t>
            </a:r>
            <a:r>
              <a:rPr lang="en-US" sz="900" dirty="0" err="1"/>
              <a:t>cmd</a:t>
            </a:r>
            <a:r>
              <a:rPr lang="en-US" sz="900" dirty="0"/>
              <a:t>&gt; runs commands in the correct environment without needing to activate the </a:t>
            </a:r>
            <a:r>
              <a:rPr lang="en-US" sz="900" dirty="0" err="1"/>
              <a:t>venv</a:t>
            </a:r>
            <a:r>
              <a:rPr lang="en-US" sz="900" dirty="0"/>
              <a:t>.</a:t>
            </a:r>
          </a:p>
          <a:p>
            <a:r>
              <a:rPr lang="en-US" sz="900" dirty="0"/>
              <a:t>10 	Lint / Format / Type Check 	Running tools via </a:t>
            </a:r>
            <a:r>
              <a:rPr lang="en-US" sz="900" dirty="0" err="1"/>
              <a:t>uv</a:t>
            </a:r>
            <a:r>
              <a:rPr lang="en-US" sz="900" dirty="0"/>
              <a:t> run ensures they use the exact locked versions locally and in CI.</a:t>
            </a:r>
          </a:p>
          <a:p>
            <a:r>
              <a:rPr lang="en-US" sz="900" dirty="0"/>
              <a:t>11 	Test 	</a:t>
            </a:r>
            <a:r>
              <a:rPr lang="en-US" sz="900" dirty="0" err="1"/>
              <a:t>uv</a:t>
            </a:r>
            <a:r>
              <a:rPr lang="en-US" sz="900" dirty="0"/>
              <a:t> run </a:t>
            </a:r>
            <a:r>
              <a:rPr lang="en-US" sz="900" dirty="0" err="1"/>
              <a:t>pytest</a:t>
            </a:r>
            <a:r>
              <a:rPr lang="en-US" sz="900" dirty="0"/>
              <a:t> guarantees tests run with the locked dependency set—no “works on my machine” surprises.</a:t>
            </a:r>
          </a:p>
          <a:p>
            <a:r>
              <a:rPr lang="en-US" sz="900" dirty="0"/>
              <a:t>12 	Upgrade Dependencies 	</a:t>
            </a:r>
            <a:r>
              <a:rPr lang="en-US" sz="900" dirty="0" err="1"/>
              <a:t>uv</a:t>
            </a:r>
            <a:r>
              <a:rPr lang="en-US" sz="900" dirty="0"/>
              <a:t> upgrade re-resolves, locks, and installs updates in one controlled step.</a:t>
            </a:r>
          </a:p>
          <a:p>
            <a:r>
              <a:rPr lang="en-US" sz="900" dirty="0"/>
              <a:t>13 	Build Artifacts 	</a:t>
            </a:r>
            <a:r>
              <a:rPr lang="en-US" sz="900" dirty="0" err="1"/>
              <a:t>uv</a:t>
            </a:r>
            <a:r>
              <a:rPr lang="en-US" sz="900" dirty="0"/>
              <a:t> build quickly produces both wheel and </a:t>
            </a:r>
            <a:r>
              <a:rPr lang="en-US" sz="900" dirty="0" err="1"/>
              <a:t>sdist</a:t>
            </a:r>
            <a:r>
              <a:rPr lang="en-US" sz="900" dirty="0"/>
              <a:t> artifacts with minimal config.</a:t>
            </a:r>
          </a:p>
          <a:p>
            <a:r>
              <a:rPr lang="en-US" sz="900" dirty="0"/>
              <a:t>14 	Publish 	</a:t>
            </a:r>
            <a:r>
              <a:rPr lang="en-US" sz="900" dirty="0" err="1"/>
              <a:t>uv</a:t>
            </a:r>
            <a:r>
              <a:rPr lang="en-US" sz="900" dirty="0"/>
              <a:t> publish builds (if needed) and uploads to </a:t>
            </a:r>
            <a:r>
              <a:rPr lang="en-US" sz="900" dirty="0" err="1"/>
              <a:t>PyPI</a:t>
            </a:r>
            <a:r>
              <a:rPr lang="en-US" sz="900" dirty="0"/>
              <a:t> or another index in one step.</a:t>
            </a:r>
          </a:p>
          <a:p>
            <a:r>
              <a:rPr lang="en-US" sz="900" dirty="0"/>
              <a:t>15 	Use Cache 	Shared caching speeds up installs and can be inspected or pruned.</a:t>
            </a:r>
          </a:p>
          <a:p>
            <a:r>
              <a:rPr lang="en-US" sz="900" dirty="0"/>
              <a:t>16 	Offline / Restricted 	Cache export/import plus </a:t>
            </a:r>
            <a:r>
              <a:rPr lang="en-US" sz="900" dirty="0" err="1"/>
              <a:t>uv</a:t>
            </a:r>
            <a:r>
              <a:rPr lang="en-US" sz="900" dirty="0"/>
              <a:t> sync --frozen allows full offline environment recreation.</a:t>
            </a:r>
          </a:p>
          <a:p>
            <a:r>
              <a:rPr lang="en-US" sz="900" dirty="0"/>
              <a:t>17 	CI Reproducibility 	</a:t>
            </a:r>
            <a:r>
              <a:rPr lang="en-US" sz="900" dirty="0" err="1"/>
              <a:t>uv</a:t>
            </a:r>
            <a:r>
              <a:rPr lang="en-US" sz="900" dirty="0"/>
              <a:t> sync --frozen in CI ensures lock and manifest match before install.</a:t>
            </a:r>
          </a:p>
          <a:p>
            <a:r>
              <a:rPr lang="en-US" sz="900" dirty="0"/>
              <a:t>18 	Inspect Environment 	</a:t>
            </a:r>
            <a:r>
              <a:rPr lang="en-US" sz="900" dirty="0" err="1"/>
              <a:t>uv</a:t>
            </a:r>
            <a:r>
              <a:rPr lang="en-US" sz="900" dirty="0"/>
              <a:t> run pip list and similar commands always target the project’s environment, not the global Python.</a:t>
            </a:r>
          </a:p>
          <a:p>
            <a:r>
              <a:rPr lang="en-US" sz="900" dirty="0"/>
              <a:t>19 	Clean &amp; Prune 	</a:t>
            </a:r>
            <a:r>
              <a:rPr lang="en-US" sz="900" dirty="0" err="1"/>
              <a:t>uv</a:t>
            </a:r>
            <a:r>
              <a:rPr lang="en-US" sz="900" dirty="0"/>
              <a:t> cache prune or environment removal frees space; everything can be rebuilt from manifest + lock.</a:t>
            </a:r>
          </a:p>
          <a:p>
            <a:r>
              <a:rPr lang="en-US" sz="900" dirty="0"/>
              <a:t>20 	</a:t>
            </a:r>
            <a:r>
              <a:rPr lang="en-US" sz="900" dirty="0" err="1"/>
              <a:t>Monorepo</a:t>
            </a:r>
            <a:r>
              <a:rPr lang="en-US" sz="900" dirty="0"/>
              <a:t> Management 	Each project in a </a:t>
            </a:r>
            <a:r>
              <a:rPr lang="en-US" sz="900" dirty="0" err="1"/>
              <a:t>monorepo</a:t>
            </a:r>
            <a:r>
              <a:rPr lang="en-US" sz="900" dirty="0"/>
              <a:t> can have its own </a:t>
            </a:r>
            <a:r>
              <a:rPr lang="en-US" sz="900" dirty="0" err="1"/>
              <a:t>pyproject.toml</a:t>
            </a:r>
            <a:r>
              <a:rPr lang="en-US" sz="900" dirty="0"/>
              <a:t> + </a:t>
            </a:r>
            <a:r>
              <a:rPr lang="en-US" sz="900" dirty="0" err="1"/>
              <a:t>uv.lock</a:t>
            </a:r>
            <a:r>
              <a:rPr lang="en-US" sz="900" dirty="0"/>
              <a:t> for independent syncing.</a:t>
            </a:r>
          </a:p>
          <a:p>
            <a:r>
              <a:rPr lang="en-US" sz="900" dirty="0"/>
              <a:t>21 	Migrate (Optional) 	</a:t>
            </a:r>
            <a:r>
              <a:rPr lang="en-US" sz="900" dirty="0" err="1"/>
              <a:t>uv</a:t>
            </a:r>
            <a:r>
              <a:rPr lang="en-US" sz="900" dirty="0"/>
              <a:t> can import specs from legacy requirement files, resolve, and lock—simplifying to the two-file model.</a:t>
            </a:r>
            <a:endParaRPr lang="en-PK" sz="900" dirty="0"/>
          </a:p>
        </p:txBody>
      </p:sp>
      <p:sp>
        <p:nvSpPr>
          <p:cNvPr id="4" name="Slide Number Placeholder 3"/>
          <p:cNvSpPr>
            <a:spLocks noGrp="1"/>
          </p:cNvSpPr>
          <p:nvPr>
            <p:ph type="sldNum" sz="quarter" idx="5"/>
          </p:nvPr>
        </p:nvSpPr>
        <p:spPr/>
        <p:txBody>
          <a:bodyPr/>
          <a:lstStyle/>
          <a:p>
            <a:fld id="{A5798238-801E-4AFD-9EB3-69A74C4676E5}" type="slidenum">
              <a:rPr lang="en-PK" smtClean="0"/>
              <a:t>5</a:t>
            </a:fld>
            <a:endParaRPr lang="en-PK"/>
          </a:p>
        </p:txBody>
      </p:sp>
    </p:spTree>
    <p:extLst>
      <p:ext uri="{BB962C8B-B14F-4D97-AF65-F5344CB8AC3E}">
        <p14:creationId xmlns:p14="http://schemas.microsoft.com/office/powerpoint/2010/main" val="27232227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 automatically created when we run the python first time or we can do It by following commands</a:t>
            </a:r>
          </a:p>
          <a:p>
            <a:r>
              <a:rPr lang="en-US" dirty="0"/>
              <a:t>Create the Environment</a:t>
            </a:r>
          </a:p>
          <a:p>
            <a:endParaRPr lang="en-US" dirty="0"/>
          </a:p>
          <a:p>
            <a:r>
              <a:rPr lang="en-US" dirty="0"/>
              <a:t>Create the virtual environment and lock file immediately (handy for editor setup like VS Code):</a:t>
            </a:r>
          </a:p>
          <a:p>
            <a:endParaRPr lang="en-US" dirty="0"/>
          </a:p>
          <a:p>
            <a:r>
              <a:rPr lang="en-US" dirty="0" err="1"/>
              <a:t>uv</a:t>
            </a:r>
            <a:r>
              <a:rPr lang="en-US" dirty="0"/>
              <a:t> sync</a:t>
            </a:r>
          </a:p>
          <a:p>
            <a:endParaRPr lang="en-US" dirty="0"/>
          </a:p>
          <a:p>
            <a:r>
              <a:rPr lang="en-US" dirty="0" err="1"/>
              <a:t>Uv</a:t>
            </a:r>
            <a:r>
              <a:rPr lang="en-US" dirty="0"/>
              <a:t> </a:t>
            </a:r>
            <a:r>
              <a:rPr lang="en-US" dirty="0" err="1"/>
              <a:t>init</a:t>
            </a:r>
            <a:r>
              <a:rPr lang="en-US" dirty="0"/>
              <a:t> --package project   			create </a:t>
            </a:r>
            <a:r>
              <a:rPr lang="en-US" dirty="0" err="1"/>
              <a:t>src</a:t>
            </a:r>
            <a:r>
              <a:rPr lang="en-US" dirty="0"/>
              <a:t> folder</a:t>
            </a:r>
          </a:p>
          <a:p>
            <a:endParaRPr lang="en-PK" dirty="0"/>
          </a:p>
        </p:txBody>
      </p:sp>
      <p:sp>
        <p:nvSpPr>
          <p:cNvPr id="4" name="Slide Number Placeholder 3"/>
          <p:cNvSpPr>
            <a:spLocks noGrp="1"/>
          </p:cNvSpPr>
          <p:nvPr>
            <p:ph type="sldNum" sz="quarter" idx="5"/>
          </p:nvPr>
        </p:nvSpPr>
        <p:spPr/>
        <p:txBody>
          <a:bodyPr/>
          <a:lstStyle/>
          <a:p>
            <a:fld id="{A5798238-801E-4AFD-9EB3-69A74C4676E5}" type="slidenum">
              <a:rPr lang="en-PK" smtClean="0"/>
              <a:t>7</a:t>
            </a:fld>
            <a:endParaRPr lang="en-PK"/>
          </a:p>
        </p:txBody>
      </p:sp>
    </p:spTree>
    <p:extLst>
      <p:ext uri="{BB962C8B-B14F-4D97-AF65-F5344CB8AC3E}">
        <p14:creationId xmlns:p14="http://schemas.microsoft.com/office/powerpoint/2010/main" val="23846962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a:p>
        </p:txBody>
      </p:sp>
      <p:sp>
        <p:nvSpPr>
          <p:cNvPr id="4" name="Slide Number Placeholder 3"/>
          <p:cNvSpPr>
            <a:spLocks noGrp="1"/>
          </p:cNvSpPr>
          <p:nvPr>
            <p:ph type="sldNum" sz="quarter" idx="5"/>
          </p:nvPr>
        </p:nvSpPr>
        <p:spPr/>
        <p:txBody>
          <a:bodyPr/>
          <a:lstStyle/>
          <a:p>
            <a:fld id="{A5798238-801E-4AFD-9EB3-69A74C4676E5}" type="slidenum">
              <a:rPr lang="en-PK" smtClean="0"/>
              <a:t>9</a:t>
            </a:fld>
            <a:endParaRPr lang="en-PK"/>
          </a:p>
        </p:txBody>
      </p:sp>
    </p:spTree>
    <p:extLst>
      <p:ext uri="{BB962C8B-B14F-4D97-AF65-F5344CB8AC3E}">
        <p14:creationId xmlns:p14="http://schemas.microsoft.com/office/powerpoint/2010/main" val="7232102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latin typeface="Courier New" panose="02070309020205020404" pitchFamily="49" charset="0"/>
              </a:rPr>
              <a:t># Create &amp; enter project</a:t>
            </a:r>
          </a:p>
          <a:p>
            <a:pPr>
              <a:buNone/>
            </a:pPr>
            <a:r>
              <a:rPr lang="en-US" dirty="0" err="1">
                <a:latin typeface="Courier New" panose="02070309020205020404" pitchFamily="49" charset="0"/>
              </a:rPr>
              <a:t>uv</a:t>
            </a:r>
            <a:r>
              <a:rPr lang="en-US" dirty="0">
                <a:latin typeface="Courier New" panose="02070309020205020404" pitchFamily="49" charset="0"/>
              </a:rPr>
              <a:t> </a:t>
            </a:r>
            <a:r>
              <a:rPr lang="en-US" dirty="0" err="1">
                <a:latin typeface="Courier New" panose="02070309020205020404" pitchFamily="49" charset="0"/>
              </a:rPr>
              <a:t>init</a:t>
            </a:r>
            <a:r>
              <a:rPr lang="en-US" dirty="0">
                <a:latin typeface="Courier New" panose="02070309020205020404" pitchFamily="49" charset="0"/>
              </a:rPr>
              <a:t> --package my-packaged-app</a:t>
            </a:r>
          </a:p>
          <a:p>
            <a:pPr>
              <a:buNone/>
            </a:pPr>
            <a:r>
              <a:rPr lang="en-US" dirty="0">
                <a:latin typeface="Courier New" panose="02070309020205020404" pitchFamily="49" charset="0"/>
              </a:rPr>
              <a:t>cd my-packaged-app</a:t>
            </a:r>
          </a:p>
          <a:p>
            <a:pPr>
              <a:buNone/>
            </a:pPr>
            <a:endParaRPr lang="en-US" dirty="0">
              <a:latin typeface="Courier New" panose="02070309020205020404" pitchFamily="49" charset="0"/>
            </a:endParaRPr>
          </a:p>
          <a:p>
            <a:pPr>
              <a:buNone/>
            </a:pPr>
            <a:r>
              <a:rPr lang="en-US" dirty="0">
                <a:latin typeface="Courier New" panose="02070309020205020404" pitchFamily="49" charset="0"/>
              </a:rPr>
              <a:t># Env &amp; lock</a:t>
            </a:r>
          </a:p>
          <a:p>
            <a:pPr>
              <a:buNone/>
            </a:pPr>
            <a:r>
              <a:rPr lang="en-US" dirty="0" err="1">
                <a:latin typeface="Courier New" panose="02070309020205020404" pitchFamily="49" charset="0"/>
              </a:rPr>
              <a:t>uv</a:t>
            </a:r>
            <a:r>
              <a:rPr lang="en-US" dirty="0">
                <a:latin typeface="Courier New" panose="02070309020205020404" pitchFamily="49" charset="0"/>
              </a:rPr>
              <a:t> sync</a:t>
            </a:r>
          </a:p>
          <a:p>
            <a:pPr>
              <a:buNone/>
            </a:pPr>
            <a:endParaRPr lang="en-US" dirty="0">
              <a:latin typeface="Courier New" panose="02070309020205020404" pitchFamily="49" charset="0"/>
            </a:endParaRPr>
          </a:p>
          <a:p>
            <a:pPr>
              <a:buNone/>
            </a:pPr>
            <a:r>
              <a:rPr lang="en-US" dirty="0">
                <a:latin typeface="Courier New" panose="02070309020205020404" pitchFamily="49" charset="0"/>
              </a:rPr>
              <a:t># Run (script entries)</a:t>
            </a:r>
          </a:p>
          <a:p>
            <a:pPr>
              <a:buNone/>
            </a:pPr>
            <a:r>
              <a:rPr lang="en-US" dirty="0" err="1">
                <a:latin typeface="Courier New" panose="02070309020205020404" pitchFamily="49" charset="0"/>
              </a:rPr>
              <a:t>uv</a:t>
            </a:r>
            <a:r>
              <a:rPr lang="en-US" dirty="0">
                <a:latin typeface="Courier New" panose="02070309020205020404" pitchFamily="49" charset="0"/>
              </a:rPr>
              <a:t> run my-packaged-app</a:t>
            </a:r>
          </a:p>
          <a:p>
            <a:pPr>
              <a:buNone/>
            </a:pPr>
            <a:r>
              <a:rPr lang="en-US" dirty="0" err="1">
                <a:latin typeface="Courier New" panose="02070309020205020404" pitchFamily="49" charset="0"/>
              </a:rPr>
              <a:t>uv</a:t>
            </a:r>
            <a:r>
              <a:rPr lang="en-US" dirty="0">
                <a:latin typeface="Courier New" panose="02070309020205020404" pitchFamily="49" charset="0"/>
              </a:rPr>
              <a:t> run my-packaged-app-main</a:t>
            </a:r>
          </a:p>
          <a:p>
            <a:pPr>
              <a:buNone/>
            </a:pPr>
            <a:endParaRPr lang="en-US" dirty="0">
              <a:latin typeface="Courier New" panose="02070309020205020404" pitchFamily="49" charset="0"/>
            </a:endParaRPr>
          </a:p>
          <a:p>
            <a:pPr>
              <a:buNone/>
            </a:pPr>
            <a:r>
              <a:rPr lang="en-US" dirty="0">
                <a:latin typeface="Courier New" panose="02070309020205020404" pitchFamily="49" charset="0"/>
              </a:rPr>
              <a:t># Run (module and file)</a:t>
            </a:r>
          </a:p>
          <a:p>
            <a:pPr>
              <a:buNone/>
            </a:pPr>
            <a:r>
              <a:rPr lang="en-US" dirty="0" err="1">
                <a:latin typeface="Courier New" panose="02070309020205020404" pitchFamily="49" charset="0"/>
              </a:rPr>
              <a:t>uv</a:t>
            </a:r>
            <a:r>
              <a:rPr lang="en-US" dirty="0">
                <a:latin typeface="Courier New" panose="02070309020205020404" pitchFamily="49" charset="0"/>
              </a:rPr>
              <a:t> run -m </a:t>
            </a:r>
            <a:r>
              <a:rPr lang="en-US" dirty="0" err="1">
                <a:latin typeface="Courier New" panose="02070309020205020404" pitchFamily="49" charset="0"/>
              </a:rPr>
              <a:t>my_packaged_app.main</a:t>
            </a:r>
            <a:endParaRPr lang="en-US" dirty="0">
              <a:latin typeface="Courier New" panose="02070309020205020404" pitchFamily="49" charset="0"/>
            </a:endParaRPr>
          </a:p>
          <a:p>
            <a:pPr>
              <a:buNone/>
            </a:pPr>
            <a:r>
              <a:rPr lang="en-US" dirty="0" err="1">
                <a:latin typeface="Courier New" panose="02070309020205020404" pitchFamily="49" charset="0"/>
              </a:rPr>
              <a:t>uv</a:t>
            </a:r>
            <a:r>
              <a:rPr lang="en-US" dirty="0">
                <a:latin typeface="Courier New" panose="02070309020205020404" pitchFamily="49" charset="0"/>
              </a:rPr>
              <a:t> run python ./src/my_packaged_app/main.py   # (Windows: .\</a:t>
            </a:r>
            <a:r>
              <a:rPr lang="en-US" dirty="0" err="1">
                <a:latin typeface="Courier New" panose="02070309020205020404" pitchFamily="49" charset="0"/>
              </a:rPr>
              <a:t>src</a:t>
            </a:r>
            <a:r>
              <a:rPr lang="en-US" dirty="0">
                <a:latin typeface="Courier New" panose="02070309020205020404" pitchFamily="49" charset="0"/>
              </a:rPr>
              <a:t>\</a:t>
            </a:r>
            <a:r>
              <a:rPr lang="en-US" dirty="0" err="1">
                <a:latin typeface="Courier New" panose="02070309020205020404" pitchFamily="49" charset="0"/>
              </a:rPr>
              <a:t>my_packaged_app</a:t>
            </a:r>
            <a:r>
              <a:rPr lang="en-US" dirty="0">
                <a:latin typeface="Courier New" panose="02070309020205020404" pitchFamily="49" charset="0"/>
              </a:rPr>
              <a:t>\main.py)</a:t>
            </a:r>
          </a:p>
          <a:p>
            <a:pPr>
              <a:buNone/>
            </a:pPr>
            <a:endParaRPr lang="en-US" dirty="0">
              <a:latin typeface="Courier New" panose="02070309020205020404" pitchFamily="49" charset="0"/>
            </a:endParaRPr>
          </a:p>
          <a:p>
            <a:pPr>
              <a:buNone/>
            </a:pPr>
            <a:r>
              <a:rPr lang="en-US" dirty="0">
                <a:latin typeface="Courier New" panose="02070309020205020404" pitchFamily="49" charset="0"/>
              </a:rPr>
              <a:t># Dependencies &amp; dev tools</a:t>
            </a:r>
          </a:p>
          <a:p>
            <a:pPr>
              <a:buNone/>
            </a:pPr>
            <a:r>
              <a:rPr lang="en-US" dirty="0" err="1">
                <a:latin typeface="Courier New" panose="02070309020205020404" pitchFamily="49" charset="0"/>
              </a:rPr>
              <a:t>uv</a:t>
            </a:r>
            <a:r>
              <a:rPr lang="en-US" dirty="0">
                <a:latin typeface="Courier New" panose="02070309020205020404" pitchFamily="49" charset="0"/>
              </a:rPr>
              <a:t> add &lt;package-name&gt;          # runtime</a:t>
            </a:r>
          </a:p>
          <a:p>
            <a:pPr>
              <a:buNone/>
            </a:pPr>
            <a:r>
              <a:rPr lang="en-US" dirty="0" err="1">
                <a:latin typeface="Courier New" panose="02070309020205020404" pitchFamily="49" charset="0"/>
              </a:rPr>
              <a:t>uv</a:t>
            </a:r>
            <a:r>
              <a:rPr lang="en-US" dirty="0">
                <a:latin typeface="Courier New" panose="02070309020205020404" pitchFamily="49" charset="0"/>
              </a:rPr>
              <a:t> add --dev ruff black </a:t>
            </a:r>
            <a:r>
              <a:rPr lang="en-US" dirty="0" err="1">
                <a:latin typeface="Courier New" panose="02070309020205020404" pitchFamily="49" charset="0"/>
              </a:rPr>
              <a:t>mypy</a:t>
            </a:r>
            <a:r>
              <a:rPr lang="en-US" dirty="0">
                <a:latin typeface="Courier New" panose="02070309020205020404" pitchFamily="49" charset="0"/>
              </a:rPr>
              <a:t>   # dev tools (example)</a:t>
            </a:r>
          </a:p>
          <a:p>
            <a:pPr>
              <a:buNone/>
            </a:pPr>
            <a:endParaRPr lang="en-US" dirty="0">
              <a:latin typeface="Courier New" panose="02070309020205020404" pitchFamily="49" charset="0"/>
            </a:endParaRPr>
          </a:p>
          <a:p>
            <a:pPr>
              <a:buNone/>
            </a:pPr>
            <a:r>
              <a:rPr lang="en-US" dirty="0">
                <a:latin typeface="Courier New" panose="02070309020205020404" pitchFamily="49" charset="0"/>
              </a:rPr>
              <a:t># Reproduce exact env</a:t>
            </a:r>
          </a:p>
          <a:p>
            <a:pPr>
              <a:buNone/>
            </a:pPr>
            <a:r>
              <a:rPr lang="en-US" dirty="0" err="1">
                <a:latin typeface="Courier New" panose="02070309020205020404" pitchFamily="49" charset="0"/>
              </a:rPr>
              <a:t>uv</a:t>
            </a:r>
            <a:r>
              <a:rPr lang="en-US" dirty="0">
                <a:latin typeface="Courier New" panose="02070309020205020404" pitchFamily="49" charset="0"/>
              </a:rPr>
              <a:t> sync --frozen</a:t>
            </a:r>
          </a:p>
          <a:p>
            <a:endParaRPr lang="en-PK" dirty="0"/>
          </a:p>
        </p:txBody>
      </p:sp>
      <p:sp>
        <p:nvSpPr>
          <p:cNvPr id="4" name="Slide Number Placeholder 3"/>
          <p:cNvSpPr>
            <a:spLocks noGrp="1"/>
          </p:cNvSpPr>
          <p:nvPr>
            <p:ph type="sldNum" sz="quarter" idx="5"/>
          </p:nvPr>
        </p:nvSpPr>
        <p:spPr/>
        <p:txBody>
          <a:bodyPr/>
          <a:lstStyle/>
          <a:p>
            <a:fld id="{A5798238-801E-4AFD-9EB3-69A74C4676E5}" type="slidenum">
              <a:rPr lang="en-PK" smtClean="0"/>
              <a:t>10</a:t>
            </a:fld>
            <a:endParaRPr lang="en-PK"/>
          </a:p>
        </p:txBody>
      </p:sp>
    </p:spTree>
    <p:extLst>
      <p:ext uri="{BB962C8B-B14F-4D97-AF65-F5344CB8AC3E}">
        <p14:creationId xmlns:p14="http://schemas.microsoft.com/office/powerpoint/2010/main" val="42087231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A5798238-801E-4AFD-9EB3-69A74C4676E5}" type="slidenum">
              <a:rPr lang="en-PK" smtClean="0"/>
              <a:t>11</a:t>
            </a:fld>
            <a:endParaRPr lang="en-PK"/>
          </a:p>
        </p:txBody>
      </p:sp>
    </p:spTree>
    <p:extLst>
      <p:ext uri="{BB962C8B-B14F-4D97-AF65-F5344CB8AC3E}">
        <p14:creationId xmlns:p14="http://schemas.microsoft.com/office/powerpoint/2010/main" val="20103163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A5798238-801E-4AFD-9EB3-69A74C4676E5}" type="slidenum">
              <a:rPr lang="en-PK" smtClean="0"/>
              <a:t>13</a:t>
            </a:fld>
            <a:endParaRPr lang="en-PK"/>
          </a:p>
        </p:txBody>
      </p:sp>
    </p:spTree>
    <p:extLst>
      <p:ext uri="{BB962C8B-B14F-4D97-AF65-F5344CB8AC3E}">
        <p14:creationId xmlns:p14="http://schemas.microsoft.com/office/powerpoint/2010/main" val="40751933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A5798238-801E-4AFD-9EB3-69A74C4676E5}" type="slidenum">
              <a:rPr lang="en-PK" smtClean="0"/>
              <a:t>16</a:t>
            </a:fld>
            <a:endParaRPr lang="en-PK"/>
          </a:p>
        </p:txBody>
      </p:sp>
    </p:spTree>
    <p:extLst>
      <p:ext uri="{BB962C8B-B14F-4D97-AF65-F5344CB8AC3E}">
        <p14:creationId xmlns:p14="http://schemas.microsoft.com/office/powerpoint/2010/main" val="21984322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@function_tool </a:t>
            </a:r>
            <a:r>
              <a:rPr lang="en-US" sz="1200" b="0" i="1" u="none" strike="noStrike" kern="1200" baseline="0" dirty="0">
                <a:solidFill>
                  <a:schemeClr val="tx1"/>
                </a:solidFill>
                <a:latin typeface="+mn-lt"/>
                <a:ea typeface="+mn-ea"/>
                <a:cs typeface="+mn-cs"/>
              </a:rPr>
              <a:t># decorator</a:t>
            </a:r>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def </a:t>
            </a:r>
            <a:r>
              <a:rPr lang="en-US" sz="1200" b="0" i="0" u="none" strike="noStrike" kern="1200" baseline="0" dirty="0" err="1">
                <a:solidFill>
                  <a:schemeClr val="tx1"/>
                </a:solidFill>
                <a:latin typeface="+mn-lt"/>
                <a:ea typeface="+mn-ea"/>
                <a:cs typeface="+mn-cs"/>
              </a:rPr>
              <a:t>get_order_status</a:t>
            </a:r>
            <a:r>
              <a:rPr lang="en-US" sz="1200" b="0" i="0" u="none" strike="noStrike" kern="1200" baseline="0" dirty="0">
                <a:solidFill>
                  <a:schemeClr val="tx1"/>
                </a:solidFill>
                <a:latin typeface="+mn-lt"/>
                <a:ea typeface="+mn-ea"/>
                <a:cs typeface="+mn-cs"/>
              </a:rPr>
              <a:t>(</a:t>
            </a:r>
            <a:r>
              <a:rPr lang="en-US" sz="1200" b="0" i="0" u="none" strike="noStrike" kern="1200" baseline="0" dirty="0" err="1">
                <a:solidFill>
                  <a:schemeClr val="tx1"/>
                </a:solidFill>
                <a:latin typeface="+mn-lt"/>
                <a:ea typeface="+mn-ea"/>
                <a:cs typeface="+mn-cs"/>
              </a:rPr>
              <a:t>orderID</a:t>
            </a:r>
            <a:r>
              <a:rPr lang="en-US" sz="1200" b="0" i="0" u="none" strike="noStrike" kern="1200" baseline="0" dirty="0">
                <a:solidFill>
                  <a:schemeClr val="tx1"/>
                </a:solidFill>
                <a:latin typeface="+mn-lt"/>
                <a:ea typeface="+mn-ea"/>
                <a:cs typeface="+mn-cs"/>
              </a:rPr>
              <a:t>: int) -&gt; str: </a:t>
            </a:r>
            <a:r>
              <a:rPr lang="en-US" sz="1200" b="0" i="1" u="none" strike="noStrike" kern="1200" baseline="0" dirty="0">
                <a:solidFill>
                  <a:schemeClr val="tx1"/>
                </a:solidFill>
                <a:latin typeface="+mn-lt"/>
                <a:ea typeface="+mn-ea"/>
                <a:cs typeface="+mn-cs"/>
              </a:rPr>
              <a:t># type hint </a:t>
            </a:r>
            <a:endParaRPr lang="en-US" sz="1200" b="0" i="0" u="none" strike="noStrike" kern="1200" baseline="0" dirty="0">
              <a:solidFill>
                <a:schemeClr val="tx1"/>
              </a:solidFill>
              <a:latin typeface="+mn-lt"/>
              <a:ea typeface="+mn-ea"/>
              <a:cs typeface="+mn-cs"/>
            </a:endParaRPr>
          </a:p>
          <a:p>
            <a:r>
              <a:rPr lang="en-PK" sz="1200" b="0" i="0" u="none" strike="noStrike" kern="1200" baseline="0" dirty="0">
                <a:solidFill>
                  <a:schemeClr val="tx1"/>
                </a:solidFill>
                <a:latin typeface="+mn-lt"/>
                <a:ea typeface="+mn-ea"/>
                <a:cs typeface="+mn-cs"/>
              </a:rPr>
              <a:t>""" </a:t>
            </a:r>
          </a:p>
          <a:p>
            <a:r>
              <a:rPr lang="en-US" sz="1200" b="0" i="0" u="none" strike="noStrike" kern="1200" baseline="0" dirty="0">
                <a:solidFill>
                  <a:schemeClr val="tx1"/>
                </a:solidFill>
                <a:latin typeface="+mn-lt"/>
                <a:ea typeface="+mn-ea"/>
                <a:cs typeface="+mn-cs"/>
              </a:rPr>
              <a:t>Returns the order status given an order ID </a:t>
            </a:r>
          </a:p>
          <a:p>
            <a:r>
              <a:rPr lang="en-US" sz="1200" b="0" i="0" u="none" strike="noStrike" kern="1200" baseline="0" dirty="0" err="1">
                <a:solidFill>
                  <a:schemeClr val="tx1"/>
                </a:solidFill>
                <a:latin typeface="+mn-lt"/>
                <a:ea typeface="+mn-ea"/>
                <a:cs typeface="+mn-cs"/>
              </a:rPr>
              <a:t>Args</a:t>
            </a:r>
            <a:r>
              <a:rPr lang="en-US" sz="1200" b="0" i="0" u="none" strike="noStrike" kern="1200" baseline="0" dirty="0">
                <a:solidFill>
                  <a:schemeClr val="tx1"/>
                </a:solidFill>
                <a:latin typeface="+mn-lt"/>
                <a:ea typeface="+mn-ea"/>
                <a:cs typeface="+mn-cs"/>
              </a:rPr>
              <a:t>: </a:t>
            </a:r>
          </a:p>
          <a:p>
            <a:r>
              <a:rPr lang="en-US" sz="1200" b="0" i="0" u="none" strike="noStrike" kern="1200" baseline="0" dirty="0" err="1">
                <a:solidFill>
                  <a:schemeClr val="tx1"/>
                </a:solidFill>
                <a:latin typeface="+mn-lt"/>
                <a:ea typeface="+mn-ea"/>
                <a:cs typeface="+mn-cs"/>
              </a:rPr>
              <a:t>orderID</a:t>
            </a:r>
            <a:r>
              <a:rPr lang="en-US" sz="1200" b="0" i="0" u="none" strike="noStrike" kern="1200" baseline="0" dirty="0">
                <a:solidFill>
                  <a:schemeClr val="tx1"/>
                </a:solidFill>
                <a:latin typeface="+mn-lt"/>
                <a:ea typeface="+mn-ea"/>
                <a:cs typeface="+mn-cs"/>
              </a:rPr>
              <a:t> (int) - Order ID of the customer's order </a:t>
            </a:r>
          </a:p>
          <a:p>
            <a:r>
              <a:rPr lang="en-US" sz="1200" b="0" i="0" u="none" strike="noStrike" kern="1200" baseline="0" dirty="0">
                <a:solidFill>
                  <a:schemeClr val="tx1"/>
                </a:solidFill>
                <a:latin typeface="+mn-lt"/>
                <a:ea typeface="+mn-ea"/>
                <a:cs typeface="+mn-cs"/>
              </a:rPr>
              <a:t>Returns: </a:t>
            </a:r>
          </a:p>
          <a:p>
            <a:r>
              <a:rPr lang="en-US" sz="1200" b="0" i="0" u="none" strike="noStrike" kern="1200" baseline="0" dirty="0">
                <a:solidFill>
                  <a:schemeClr val="tx1"/>
                </a:solidFill>
                <a:latin typeface="+mn-lt"/>
                <a:ea typeface="+mn-ea"/>
                <a:cs typeface="+mn-cs"/>
              </a:rPr>
              <a:t>string - Status message of the customer's order </a:t>
            </a:r>
          </a:p>
          <a:p>
            <a:r>
              <a:rPr lang="en-PK" sz="1200" b="0" i="0" u="none" strike="noStrike" kern="1200" baseline="0" dirty="0">
                <a:solidFill>
                  <a:schemeClr val="tx1"/>
                </a:solidFill>
                <a:latin typeface="+mn-lt"/>
                <a:ea typeface="+mn-ea"/>
                <a:cs typeface="+mn-cs"/>
              </a:rPr>
              <a:t>""“</a:t>
            </a:r>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if </a:t>
            </a:r>
            <a:r>
              <a:rPr lang="en-US" sz="1200" b="0" i="0" u="none" strike="noStrike" kern="1200" baseline="0" dirty="0" err="1">
                <a:solidFill>
                  <a:schemeClr val="tx1"/>
                </a:solidFill>
                <a:latin typeface="+mn-lt"/>
                <a:ea typeface="+mn-ea"/>
                <a:cs typeface="+mn-cs"/>
              </a:rPr>
              <a:t>orderID</a:t>
            </a:r>
            <a:r>
              <a:rPr lang="en-US" sz="1200" b="0" i="0" u="none" strike="noStrike" kern="1200" baseline="0" dirty="0">
                <a:solidFill>
                  <a:schemeClr val="tx1"/>
                </a:solidFill>
                <a:latin typeface="+mn-lt"/>
                <a:ea typeface="+mn-ea"/>
                <a:cs typeface="+mn-cs"/>
              </a:rPr>
              <a:t> in (100, 101): </a:t>
            </a:r>
          </a:p>
          <a:p>
            <a:r>
              <a:rPr lang="en-US" sz="1200" b="0" i="0" u="none" strike="noStrike" kern="1200" baseline="0" dirty="0">
                <a:solidFill>
                  <a:schemeClr val="tx1"/>
                </a:solidFill>
                <a:latin typeface="+mn-lt"/>
                <a:ea typeface="+mn-ea"/>
                <a:cs typeface="+mn-cs"/>
              </a:rPr>
              <a:t>return "Delivered" </a:t>
            </a:r>
          </a:p>
          <a:p>
            <a:r>
              <a:rPr lang="en-US" sz="1200" b="0" i="0" u="none" strike="noStrike" kern="1200" baseline="0" dirty="0" err="1">
                <a:solidFill>
                  <a:schemeClr val="tx1"/>
                </a:solidFill>
                <a:latin typeface="+mn-lt"/>
                <a:ea typeface="+mn-ea"/>
                <a:cs typeface="+mn-cs"/>
              </a:rPr>
              <a:t>elif</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orderID</a:t>
            </a:r>
            <a:r>
              <a:rPr lang="en-US" sz="1200" b="0" i="0" u="none" strike="noStrike" kern="1200" baseline="0" dirty="0">
                <a:solidFill>
                  <a:schemeClr val="tx1"/>
                </a:solidFill>
                <a:latin typeface="+mn-lt"/>
                <a:ea typeface="+mn-ea"/>
                <a:cs typeface="+mn-cs"/>
              </a:rPr>
              <a:t> in (200, 201): </a:t>
            </a:r>
          </a:p>
          <a:p>
            <a:r>
              <a:rPr lang="en-US" sz="1200" b="0" i="0" u="none" strike="noStrike" kern="1200" baseline="0" dirty="0">
                <a:solidFill>
                  <a:schemeClr val="tx1"/>
                </a:solidFill>
                <a:latin typeface="+mn-lt"/>
                <a:ea typeface="+mn-ea"/>
                <a:cs typeface="+mn-cs"/>
              </a:rPr>
              <a:t>return "Delayed" </a:t>
            </a:r>
          </a:p>
          <a:p>
            <a:r>
              <a:rPr lang="en-US" sz="1200" b="0" i="0" u="none" strike="noStrike" kern="1200" baseline="0" dirty="0" err="1">
                <a:solidFill>
                  <a:schemeClr val="tx1"/>
                </a:solidFill>
                <a:latin typeface="+mn-lt"/>
                <a:ea typeface="+mn-ea"/>
                <a:cs typeface="+mn-cs"/>
              </a:rPr>
              <a:t>elif</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orderID</a:t>
            </a:r>
            <a:r>
              <a:rPr lang="en-US" sz="1200" b="0" i="0" u="none" strike="noStrike" kern="1200" baseline="0" dirty="0">
                <a:solidFill>
                  <a:schemeClr val="tx1"/>
                </a:solidFill>
                <a:latin typeface="+mn-lt"/>
                <a:ea typeface="+mn-ea"/>
                <a:cs typeface="+mn-cs"/>
              </a:rPr>
              <a:t> in (300, 301): </a:t>
            </a:r>
          </a:p>
          <a:p>
            <a:r>
              <a:rPr lang="en-US" sz="1200" b="0" i="0" u="none" strike="noStrike" kern="1200" baseline="0" dirty="0">
                <a:solidFill>
                  <a:schemeClr val="tx1"/>
                </a:solidFill>
                <a:latin typeface="+mn-lt"/>
                <a:ea typeface="+mn-ea"/>
                <a:cs typeface="+mn-cs"/>
              </a:rPr>
              <a:t>return "Cancelled"</a:t>
            </a:r>
            <a:endParaRPr lang="en-PK" dirty="0"/>
          </a:p>
        </p:txBody>
      </p:sp>
      <p:sp>
        <p:nvSpPr>
          <p:cNvPr id="4" name="Slide Number Placeholder 3"/>
          <p:cNvSpPr>
            <a:spLocks noGrp="1"/>
          </p:cNvSpPr>
          <p:nvPr>
            <p:ph type="sldNum" sz="quarter" idx="5"/>
          </p:nvPr>
        </p:nvSpPr>
        <p:spPr/>
        <p:txBody>
          <a:bodyPr/>
          <a:lstStyle/>
          <a:p>
            <a:fld id="{A5798238-801E-4AFD-9EB3-69A74C4676E5}" type="slidenum">
              <a:rPr lang="en-PK" smtClean="0"/>
              <a:t>17</a:t>
            </a:fld>
            <a:endParaRPr lang="en-PK"/>
          </a:p>
        </p:txBody>
      </p:sp>
    </p:spTree>
    <p:extLst>
      <p:ext uri="{BB962C8B-B14F-4D97-AF65-F5344CB8AC3E}">
        <p14:creationId xmlns:p14="http://schemas.microsoft.com/office/powerpoint/2010/main" val="1032495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200" b="0" i="0" u="none" strike="noStrike" baseline="0" dirty="0">
                <a:solidFill>
                  <a:srgbClr val="000000"/>
                </a:solidFill>
                <a:latin typeface="Crimson Pro ExtraLight"/>
              </a:rPr>
              <a:t>Most modern Python programs are </a:t>
            </a:r>
            <a:r>
              <a:rPr lang="en-US" sz="1200" b="1" i="0" u="none" strike="noStrike" baseline="0" dirty="0">
                <a:solidFill>
                  <a:srgbClr val="000000"/>
                </a:solidFill>
                <a:latin typeface="Crimson Pro SemiBold"/>
              </a:rPr>
              <a:t>synchronous</a:t>
            </a:r>
            <a:r>
              <a:rPr lang="en-US" sz="1200" b="0" i="0" u="none" strike="noStrike" baseline="0" dirty="0">
                <a:solidFill>
                  <a:srgbClr val="000000"/>
                </a:solidFill>
                <a:latin typeface="Crimson Pro ExtraLight"/>
              </a:rPr>
              <a:t>, meaning that each step in the program executes one at a time sequentially. In short, each step must be successfully completed before the next one can begin. This contrasts with </a:t>
            </a:r>
            <a:r>
              <a:rPr lang="en-US" sz="1200" b="1" i="0" u="none" strike="noStrike" baseline="0" dirty="0">
                <a:solidFill>
                  <a:srgbClr val="000000"/>
                </a:solidFill>
                <a:latin typeface="Crimson Pro SemiBold"/>
              </a:rPr>
              <a:t>asynchronous </a:t>
            </a:r>
            <a:r>
              <a:rPr lang="en-US" sz="1200" b="0" i="0" u="none" strike="noStrike" baseline="0" dirty="0">
                <a:solidFill>
                  <a:srgbClr val="000000"/>
                </a:solidFill>
                <a:latin typeface="Crimson Pro ExtraLight"/>
              </a:rPr>
              <a:t>programming, which handles operations concurrently and which (thankfully) Python also supports with the </a:t>
            </a:r>
            <a:r>
              <a:rPr lang="en-US" sz="1100" b="0" i="0" u="none" strike="noStrike" baseline="0" dirty="0" err="1">
                <a:solidFill>
                  <a:srgbClr val="000000"/>
                </a:solidFill>
                <a:latin typeface="Consolas" panose="020B0609020204030204" pitchFamily="49" charset="0"/>
              </a:rPr>
              <a:t>asyncio</a:t>
            </a:r>
            <a:r>
              <a:rPr lang="en-US" sz="1100" b="0" i="0" u="none" strike="noStrike" baseline="0" dirty="0">
                <a:solidFill>
                  <a:srgbClr val="000000"/>
                </a:solidFill>
                <a:latin typeface="Consolas" panose="020B0609020204030204" pitchFamily="49" charset="0"/>
              </a:rPr>
              <a:t> </a:t>
            </a:r>
            <a:r>
              <a:rPr lang="en-US" sz="1200" b="0" i="0" u="none" strike="noStrike" baseline="0" dirty="0">
                <a:solidFill>
                  <a:srgbClr val="000000"/>
                </a:solidFill>
                <a:latin typeface="Crimson Pro ExtraLight"/>
              </a:rPr>
              <a:t>library and </a:t>
            </a:r>
            <a:r>
              <a:rPr lang="en-US" sz="1100" b="0" i="0" u="none" strike="noStrike" baseline="0" dirty="0">
                <a:solidFill>
                  <a:srgbClr val="000000"/>
                </a:solidFill>
                <a:latin typeface="Consolas" panose="020B0609020204030204" pitchFamily="49" charset="0"/>
              </a:rPr>
              <a:t>async</a:t>
            </a:r>
            <a:r>
              <a:rPr lang="en-US" sz="1200" b="0" i="0" u="none" strike="noStrike" baseline="0" dirty="0">
                <a:solidFill>
                  <a:srgbClr val="000000"/>
                </a:solidFill>
                <a:latin typeface="Crimson Pro ExtraLight"/>
              </a:rPr>
              <a:t>/</a:t>
            </a:r>
            <a:r>
              <a:rPr lang="en-US" sz="1100" b="0" i="0" u="none" strike="noStrike" baseline="0" dirty="0">
                <a:solidFill>
                  <a:srgbClr val="000000"/>
                </a:solidFill>
                <a:latin typeface="Consolas" panose="020B0609020204030204" pitchFamily="49" charset="0"/>
              </a:rPr>
              <a:t>await </a:t>
            </a:r>
            <a:r>
              <a:rPr lang="en-US" sz="1200" b="0" i="0" u="none" strike="noStrike" baseline="0" dirty="0">
                <a:solidFill>
                  <a:srgbClr val="000000"/>
                </a:solidFill>
                <a:latin typeface="Crimson Pro ExtraLight"/>
              </a:rPr>
              <a:t>commands.</a:t>
            </a:r>
          </a:p>
          <a:p>
            <a:pPr algn="just"/>
            <a:r>
              <a:rPr lang="en-US" sz="1200" b="0" i="0" u="none" strike="noStrike" baseline="0" dirty="0">
                <a:solidFill>
                  <a:srgbClr val="000000"/>
                </a:solidFill>
                <a:latin typeface="Crimson Pro ExtraLight"/>
              </a:rPr>
              <a:t>OpenAI Agents SDK provides both synchronous and asynchronous ways to run agents. However, the preferred way to run the agent is asynchronously, especially for more complex use cases (e.g., running multiple agents or tools in parallel). Agentic workflows are asynchronous, spending much of their time waiting for external operations such as API calls, tool executions, LLM responses, and so on. To manage this efficiently and enable your agent to do multiple things at the same time, OpenAI Agents SDK uses Python’s asynchronous programming features without blocking the whole program.</a:t>
            </a:r>
            <a:endParaRPr lang="en-PK" dirty="0"/>
          </a:p>
        </p:txBody>
      </p:sp>
      <p:sp>
        <p:nvSpPr>
          <p:cNvPr id="4" name="Slide Number Placeholder 3"/>
          <p:cNvSpPr>
            <a:spLocks noGrp="1"/>
          </p:cNvSpPr>
          <p:nvPr>
            <p:ph type="sldNum" sz="quarter" idx="5"/>
          </p:nvPr>
        </p:nvSpPr>
        <p:spPr/>
        <p:txBody>
          <a:bodyPr/>
          <a:lstStyle/>
          <a:p>
            <a:fld id="{A5798238-801E-4AFD-9EB3-69A74C4676E5}" type="slidenum">
              <a:rPr lang="en-PK" smtClean="0"/>
              <a:t>18</a:t>
            </a:fld>
            <a:endParaRPr lang="en-PK"/>
          </a:p>
        </p:txBody>
      </p:sp>
    </p:spTree>
    <p:extLst>
      <p:ext uri="{BB962C8B-B14F-4D97-AF65-F5344CB8AC3E}">
        <p14:creationId xmlns:p14="http://schemas.microsoft.com/office/powerpoint/2010/main" val="29280460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a:t>
            </a:r>
            <a:r>
              <a:rPr lang="en-US" dirty="0" err="1"/>
              <a:t>PersonInput</a:t>
            </a:r>
            <a:r>
              <a:rPr lang="en-US" dirty="0"/>
              <a:t>(</a:t>
            </a:r>
            <a:r>
              <a:rPr lang="en-US" dirty="0" err="1"/>
              <a:t>BaseModel</a:t>
            </a:r>
            <a:r>
              <a:rPr lang="en-US" dirty="0"/>
              <a:t>):</a:t>
            </a:r>
          </a:p>
          <a:p>
            <a:r>
              <a:rPr lang="en-US" dirty="0"/>
              <a:t>    name: str = Field(..., description="The full name of the person")</a:t>
            </a:r>
          </a:p>
          <a:p>
            <a:endParaRPr lang="en-US" dirty="0"/>
          </a:p>
          <a:p>
            <a:r>
              <a:rPr lang="en-US" dirty="0"/>
              <a:t>✔ </a:t>
            </a:r>
            <a:r>
              <a:rPr lang="en-US" dirty="0" err="1"/>
              <a:t>BaseModel</a:t>
            </a:r>
            <a:r>
              <a:rPr lang="en-US" dirty="0"/>
              <a:t> → defines a data structure</a:t>
            </a:r>
          </a:p>
          <a:p>
            <a:r>
              <a:rPr lang="en-US" dirty="0"/>
              <a:t>✔ Field() → adds rules and description</a:t>
            </a:r>
            <a:endParaRPr lang="en-PK" dirty="0"/>
          </a:p>
        </p:txBody>
      </p:sp>
      <p:sp>
        <p:nvSpPr>
          <p:cNvPr id="4" name="Slide Number Placeholder 3"/>
          <p:cNvSpPr>
            <a:spLocks noGrp="1"/>
          </p:cNvSpPr>
          <p:nvPr>
            <p:ph type="sldNum" sz="quarter" idx="5"/>
          </p:nvPr>
        </p:nvSpPr>
        <p:spPr/>
        <p:txBody>
          <a:bodyPr/>
          <a:lstStyle/>
          <a:p>
            <a:fld id="{A5798238-801E-4AFD-9EB3-69A74C4676E5}" type="slidenum">
              <a:rPr lang="en-PK" smtClean="0"/>
              <a:t>23</a:t>
            </a:fld>
            <a:endParaRPr lang="en-PK"/>
          </a:p>
        </p:txBody>
      </p:sp>
    </p:spTree>
    <p:extLst>
      <p:ext uri="{BB962C8B-B14F-4D97-AF65-F5344CB8AC3E}">
        <p14:creationId xmlns:p14="http://schemas.microsoft.com/office/powerpoint/2010/main" val="5936775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A5798238-801E-4AFD-9EB3-69A74C4676E5}" type="slidenum">
              <a:rPr lang="en-PK" smtClean="0"/>
              <a:t>29</a:t>
            </a:fld>
            <a:endParaRPr lang="en-PK"/>
          </a:p>
        </p:txBody>
      </p:sp>
    </p:spTree>
    <p:extLst>
      <p:ext uri="{BB962C8B-B14F-4D97-AF65-F5344CB8AC3E}">
        <p14:creationId xmlns:p14="http://schemas.microsoft.com/office/powerpoint/2010/main" val="1602354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200" b="0" i="0" u="none" strike="noStrike" baseline="0" dirty="0">
                <a:solidFill>
                  <a:srgbClr val="000000"/>
                </a:solidFill>
                <a:latin typeface="Crimson Pro ExtraLight"/>
              </a:rPr>
              <a:t>In this example, we added a tool called </a:t>
            </a:r>
            <a:r>
              <a:rPr lang="en-US" sz="1100" b="0" i="0" u="none" strike="noStrike" baseline="0" dirty="0" err="1">
                <a:solidFill>
                  <a:srgbClr val="000000"/>
                </a:solidFill>
                <a:latin typeface="Consolas" panose="020B0609020204030204" pitchFamily="49" charset="0"/>
              </a:rPr>
              <a:t>get_order_status</a:t>
            </a:r>
            <a:r>
              <a:rPr lang="en-US" sz="1100" b="0" i="0" u="none" strike="noStrike" baseline="0" dirty="0">
                <a:solidFill>
                  <a:srgbClr val="000000"/>
                </a:solidFill>
                <a:latin typeface="Consolas" panose="020B0609020204030204" pitchFamily="49" charset="0"/>
              </a:rPr>
              <a:t> </a:t>
            </a:r>
            <a:r>
              <a:rPr lang="en-US" sz="1200" b="0" i="0" u="none" strike="noStrike" baseline="0" dirty="0">
                <a:solidFill>
                  <a:srgbClr val="000000"/>
                </a:solidFill>
                <a:latin typeface="Crimson Pro ExtraLight"/>
              </a:rPr>
              <a:t>to our customer service agent. We needed to do two things to add the tool to the agent:</a:t>
            </a:r>
          </a:p>
          <a:p>
            <a:r>
              <a:rPr lang="en-US" sz="1200" b="0" i="0" u="none" strike="noStrike" baseline="0" dirty="0">
                <a:solidFill>
                  <a:srgbClr val="000000"/>
                </a:solidFill>
                <a:latin typeface="Crimson Pro ExtraLight"/>
              </a:rPr>
              <a:t>We added a </a:t>
            </a:r>
            <a:r>
              <a:rPr lang="en-US" sz="1100" b="0" i="0" u="none" strike="noStrike" baseline="0" dirty="0">
                <a:solidFill>
                  <a:srgbClr val="000000"/>
                </a:solidFill>
                <a:latin typeface="Consolas" panose="020B0609020204030204" pitchFamily="49" charset="0"/>
              </a:rPr>
              <a:t>@function_tool </a:t>
            </a:r>
            <a:r>
              <a:rPr lang="en-US" sz="1200" b="0" i="0" u="none" strike="noStrike" baseline="0" dirty="0">
                <a:solidFill>
                  <a:srgbClr val="000000"/>
                </a:solidFill>
                <a:latin typeface="Crimson Pro ExtraLight"/>
              </a:rPr>
              <a:t>decorator to the custom Python function. This decorator informs the SDK of the tool’s name, its arguments, its purpose, and its return type, all done via the function’s type hints and docstrings. This is important: any Python function can become a tool that is called by the agent once it’s decorated with the </a:t>
            </a:r>
            <a:r>
              <a:rPr lang="en-US" sz="1100" b="0" i="0" u="none" strike="noStrike" baseline="0" dirty="0">
                <a:solidFill>
                  <a:srgbClr val="000000"/>
                </a:solidFill>
                <a:latin typeface="Consolas" panose="020B0609020204030204" pitchFamily="49" charset="0"/>
              </a:rPr>
              <a:t>@function_tool </a:t>
            </a:r>
            <a:r>
              <a:rPr lang="en-US" sz="1200" b="0" i="0" u="none" strike="noStrike" baseline="0" dirty="0">
                <a:solidFill>
                  <a:srgbClr val="000000"/>
                </a:solidFill>
                <a:latin typeface="Crimson Pro ExtraLight"/>
              </a:rPr>
              <a:t>class.</a:t>
            </a:r>
          </a:p>
          <a:p>
            <a:r>
              <a:rPr lang="en-US" sz="1200" b="0" i="0" u="none" strike="noStrike" baseline="0" dirty="0">
                <a:solidFill>
                  <a:srgbClr val="000000"/>
                </a:solidFill>
                <a:latin typeface="Crimson Pro ExtraLight"/>
              </a:rPr>
              <a:t>We added the name of the function to a list, which we then passed in the </a:t>
            </a:r>
            <a:r>
              <a:rPr lang="en-US" sz="1100" b="0" i="0" u="none" strike="noStrike" baseline="0" dirty="0">
                <a:solidFill>
                  <a:srgbClr val="000000"/>
                </a:solidFill>
                <a:latin typeface="Consolas" panose="020B0609020204030204" pitchFamily="49" charset="0"/>
              </a:rPr>
              <a:t>tools </a:t>
            </a:r>
            <a:r>
              <a:rPr lang="en-US" sz="1200" b="0" i="0" u="none" strike="noStrike" baseline="0" dirty="0">
                <a:solidFill>
                  <a:srgbClr val="000000"/>
                </a:solidFill>
                <a:latin typeface="Crimson Pro ExtraLight"/>
              </a:rPr>
              <a:t>argument when we instantiated the </a:t>
            </a:r>
            <a:r>
              <a:rPr lang="en-US" sz="1100" b="0" i="0" u="none" strike="noStrike" baseline="0" dirty="0">
                <a:solidFill>
                  <a:srgbClr val="000000"/>
                </a:solidFill>
                <a:latin typeface="Consolas" panose="020B0609020204030204" pitchFamily="49" charset="0"/>
              </a:rPr>
              <a:t>agent </a:t>
            </a:r>
            <a:r>
              <a:rPr lang="en-US" sz="1200" b="0" i="0" u="none" strike="noStrike" baseline="0" dirty="0">
                <a:solidFill>
                  <a:srgbClr val="000000"/>
                </a:solidFill>
                <a:latin typeface="Crimson Pro ExtraLight"/>
              </a:rPr>
              <a:t>object.</a:t>
            </a:r>
          </a:p>
          <a:p>
            <a:endParaRPr lang="en-PK" sz="1200" b="0" i="0" u="none" strike="noStrike" baseline="0" dirty="0">
              <a:solidFill>
                <a:srgbClr val="000000"/>
              </a:solidFill>
              <a:latin typeface="Crimson Pro ExtraLight"/>
            </a:endParaRPr>
          </a:p>
          <a:p>
            <a:pPr algn="just"/>
            <a:r>
              <a:rPr lang="en-US" sz="1200" b="0" i="0" u="none" strike="noStrike" baseline="0" dirty="0">
                <a:solidFill>
                  <a:srgbClr val="000000"/>
                </a:solidFill>
                <a:latin typeface="Crimson Pro ExtraLight"/>
              </a:rPr>
              <a:t>After doing this, the agent can decide to use the tool based on its overall objectives and the input task it has been given. In our case, the user asked explicitly about the status of an order and provided an order ID.</a:t>
            </a:r>
            <a:endParaRPr lang="en-PK" dirty="0"/>
          </a:p>
        </p:txBody>
      </p:sp>
      <p:sp>
        <p:nvSpPr>
          <p:cNvPr id="4" name="Slide Number Placeholder 3"/>
          <p:cNvSpPr>
            <a:spLocks noGrp="1"/>
          </p:cNvSpPr>
          <p:nvPr>
            <p:ph type="sldNum" sz="quarter" idx="5"/>
          </p:nvPr>
        </p:nvSpPr>
        <p:spPr/>
        <p:txBody>
          <a:bodyPr/>
          <a:lstStyle/>
          <a:p>
            <a:fld id="{A5798238-801E-4AFD-9EB3-69A74C4676E5}" type="slidenum">
              <a:rPr lang="en-PK" smtClean="0"/>
              <a:t>31</a:t>
            </a:fld>
            <a:endParaRPr lang="en-PK"/>
          </a:p>
        </p:txBody>
      </p:sp>
    </p:spTree>
    <p:extLst>
      <p:ext uri="{BB962C8B-B14F-4D97-AF65-F5344CB8AC3E}">
        <p14:creationId xmlns:p14="http://schemas.microsoft.com/office/powerpoint/2010/main" val="19047891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A5798238-801E-4AFD-9EB3-69A74C4676E5}" type="slidenum">
              <a:rPr lang="en-PK" smtClean="0"/>
              <a:t>33</a:t>
            </a:fld>
            <a:endParaRPr lang="en-PK"/>
          </a:p>
        </p:txBody>
      </p:sp>
    </p:spTree>
    <p:extLst>
      <p:ext uri="{BB962C8B-B14F-4D97-AF65-F5344CB8AC3E}">
        <p14:creationId xmlns:p14="http://schemas.microsoft.com/office/powerpoint/2010/main" val="18189577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trace tells you everything you need to know about your agent run, and you can click each individual step within a trace to get more details. In my case, I see that the Runner class first called the LLM with the system prompt and input prompt we had described before. The result of that LLM call was to execute a function call, with "</a:t>
            </a:r>
            <a:r>
              <a:rPr lang="en-US" dirty="0" err="1"/>
              <a:t>orderID</a:t>
            </a:r>
            <a:r>
              <a:rPr lang="en-US" dirty="0"/>
              <a:t>": 200 as the input argument.</a:t>
            </a:r>
            <a:endParaRPr lang="en-PK" dirty="0"/>
          </a:p>
        </p:txBody>
      </p:sp>
      <p:sp>
        <p:nvSpPr>
          <p:cNvPr id="4" name="Slide Number Placeholder 3"/>
          <p:cNvSpPr>
            <a:spLocks noGrp="1"/>
          </p:cNvSpPr>
          <p:nvPr>
            <p:ph type="sldNum" sz="quarter" idx="5"/>
          </p:nvPr>
        </p:nvSpPr>
        <p:spPr/>
        <p:txBody>
          <a:bodyPr/>
          <a:lstStyle/>
          <a:p>
            <a:fld id="{A5798238-801E-4AFD-9EB3-69A74C4676E5}" type="slidenum">
              <a:rPr lang="en-PK" smtClean="0"/>
              <a:t>34</a:t>
            </a:fld>
            <a:endParaRPr lang="en-PK"/>
          </a:p>
        </p:txBody>
      </p:sp>
    </p:spTree>
    <p:extLst>
      <p:ext uri="{BB962C8B-B14F-4D97-AF65-F5344CB8AC3E}">
        <p14:creationId xmlns:p14="http://schemas.microsoft.com/office/powerpoint/2010/main" val="11959358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A5798238-801E-4AFD-9EB3-69A74C4676E5}" type="slidenum">
              <a:rPr lang="en-PK" smtClean="0"/>
              <a:t>35</a:t>
            </a:fld>
            <a:endParaRPr lang="en-PK"/>
          </a:p>
        </p:txBody>
      </p:sp>
    </p:spTree>
    <p:extLst>
      <p:ext uri="{BB962C8B-B14F-4D97-AF65-F5344CB8AC3E}">
        <p14:creationId xmlns:p14="http://schemas.microsoft.com/office/powerpoint/2010/main" val="34434810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multi-agent setup can be expanded to many agents and complex routing logic. The power here is that each agent can have its own persona and capabilities, and you let the model decide which agent is appropriate via the handoff mechanism. The SDK’s role is to seamlessly pass control (including conversation history if any) from one agent to another as directed by the model’s output.</a:t>
            </a:r>
            <a:endParaRPr lang="en-PK" dirty="0"/>
          </a:p>
        </p:txBody>
      </p:sp>
      <p:sp>
        <p:nvSpPr>
          <p:cNvPr id="4" name="Slide Number Placeholder 3"/>
          <p:cNvSpPr>
            <a:spLocks noGrp="1"/>
          </p:cNvSpPr>
          <p:nvPr>
            <p:ph type="sldNum" sz="quarter" idx="5"/>
          </p:nvPr>
        </p:nvSpPr>
        <p:spPr/>
        <p:txBody>
          <a:bodyPr/>
          <a:lstStyle/>
          <a:p>
            <a:fld id="{A5798238-801E-4AFD-9EB3-69A74C4676E5}" type="slidenum">
              <a:rPr lang="en-PK" smtClean="0"/>
              <a:t>41</a:t>
            </a:fld>
            <a:endParaRPr lang="en-PK"/>
          </a:p>
        </p:txBody>
      </p:sp>
    </p:spTree>
    <p:extLst>
      <p:ext uri="{BB962C8B-B14F-4D97-AF65-F5344CB8AC3E}">
        <p14:creationId xmlns:p14="http://schemas.microsoft.com/office/powerpoint/2010/main" val="3354387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we have created two agents: the agent that we had before that acts as a customer service manager, and another called </a:t>
            </a:r>
            <a:r>
              <a:rPr lang="en-US" dirty="0" err="1"/>
              <a:t>customer_retention_agent</a:t>
            </a:r>
            <a:r>
              <a:rPr lang="en-US" dirty="0"/>
              <a:t> that specializes in customer retention. The customer service manager agent fields any requests from the customer, and then either responds to the inquiry, calls the </a:t>
            </a:r>
            <a:r>
              <a:rPr lang="en-US" dirty="0" err="1"/>
              <a:t>get_order_status</a:t>
            </a:r>
            <a:r>
              <a:rPr lang="en-US" dirty="0"/>
              <a:t> tool, or hands off the task to the customer retention agent.</a:t>
            </a:r>
          </a:p>
          <a:p>
            <a:r>
              <a:rPr lang="en-US" dirty="0"/>
              <a:t>In this example, during the control logic framework loop, the LLM again did not return a </a:t>
            </a:r>
            <a:r>
              <a:rPr lang="en-US" dirty="0" err="1"/>
              <a:t>final_output</a:t>
            </a:r>
            <a:r>
              <a:rPr lang="en-US" dirty="0"/>
              <a:t>. Instead, it decided to hand off the task and input context to another agent. The Runner class in the SDK sees that and switches context to the other agent (with the same user question). Then, that agent is now “in charge,” processes the user request, and produces the final answer.</a:t>
            </a:r>
            <a:endParaRPr lang="en-PK" dirty="0"/>
          </a:p>
        </p:txBody>
      </p:sp>
      <p:sp>
        <p:nvSpPr>
          <p:cNvPr id="4" name="Slide Number Placeholder 3"/>
          <p:cNvSpPr>
            <a:spLocks noGrp="1"/>
          </p:cNvSpPr>
          <p:nvPr>
            <p:ph type="sldNum" sz="quarter" idx="5"/>
          </p:nvPr>
        </p:nvSpPr>
        <p:spPr/>
        <p:txBody>
          <a:bodyPr/>
          <a:lstStyle/>
          <a:p>
            <a:fld id="{A5798238-801E-4AFD-9EB3-69A74C4676E5}" type="slidenum">
              <a:rPr lang="en-PK" smtClean="0"/>
              <a:t>42</a:t>
            </a:fld>
            <a:endParaRPr lang="en-PK"/>
          </a:p>
        </p:txBody>
      </p:sp>
    </p:spTree>
    <p:extLst>
      <p:ext uri="{BB962C8B-B14F-4D97-AF65-F5344CB8AC3E}">
        <p14:creationId xmlns:p14="http://schemas.microsoft.com/office/powerpoint/2010/main" val="24743600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A5798238-801E-4AFD-9EB3-69A74C4676E5}" type="slidenum">
              <a:rPr lang="en-PK" smtClean="0"/>
              <a:t>43</a:t>
            </a:fld>
            <a:endParaRPr lang="en-PK"/>
          </a:p>
        </p:txBody>
      </p:sp>
    </p:spTree>
    <p:extLst>
      <p:ext uri="{BB962C8B-B14F-4D97-AF65-F5344CB8AC3E}">
        <p14:creationId xmlns:p14="http://schemas.microsoft.com/office/powerpoint/2010/main" val="1031149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7305F-5BD2-9FB3-B242-CD68A22A00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D99C938C-8CDE-20BE-5E38-BEEACCAA3E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25A25305-BC02-59AC-67AE-449D0FEAB95F}"/>
              </a:ext>
            </a:extLst>
          </p:cNvPr>
          <p:cNvSpPr>
            <a:spLocks noGrp="1"/>
          </p:cNvSpPr>
          <p:nvPr>
            <p:ph type="dt" sz="half" idx="10"/>
          </p:nvPr>
        </p:nvSpPr>
        <p:spPr/>
        <p:txBody>
          <a:bodyPr/>
          <a:lstStyle/>
          <a:p>
            <a:fld id="{E61107E8-16E5-44D7-B890-DDA3835EC701}" type="datetimeFigureOut">
              <a:rPr lang="en-PK" smtClean="0"/>
              <a:t>08/12/2025</a:t>
            </a:fld>
            <a:endParaRPr lang="en-PK"/>
          </a:p>
        </p:txBody>
      </p:sp>
      <p:sp>
        <p:nvSpPr>
          <p:cNvPr id="5" name="Footer Placeholder 4">
            <a:extLst>
              <a:ext uri="{FF2B5EF4-FFF2-40B4-BE49-F238E27FC236}">
                <a16:creationId xmlns:a16="http://schemas.microsoft.com/office/drawing/2014/main" id="{5960139F-49EC-411C-B590-E49CDE584AB0}"/>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C85CBB8D-569F-94D7-05AB-B90EE4B52EC5}"/>
              </a:ext>
            </a:extLst>
          </p:cNvPr>
          <p:cNvSpPr>
            <a:spLocks noGrp="1"/>
          </p:cNvSpPr>
          <p:nvPr>
            <p:ph type="sldNum" sz="quarter" idx="12"/>
          </p:nvPr>
        </p:nvSpPr>
        <p:spPr/>
        <p:txBody>
          <a:bodyPr/>
          <a:lstStyle/>
          <a:p>
            <a:fld id="{FE2A86F9-473F-4BE8-82E4-52C28DF742DB}" type="slidenum">
              <a:rPr lang="en-PK" smtClean="0"/>
              <a:t>‹#›</a:t>
            </a:fld>
            <a:endParaRPr lang="en-PK"/>
          </a:p>
        </p:txBody>
      </p:sp>
    </p:spTree>
    <p:extLst>
      <p:ext uri="{BB962C8B-B14F-4D97-AF65-F5344CB8AC3E}">
        <p14:creationId xmlns:p14="http://schemas.microsoft.com/office/powerpoint/2010/main" val="3788732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6C613-FA23-56C3-5455-FA2B6CCD4580}"/>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9BFBD77E-6324-D038-25F6-261F0FBFD5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EBBBD674-3880-AFAD-5408-EF8BC31DCE42}"/>
              </a:ext>
            </a:extLst>
          </p:cNvPr>
          <p:cNvSpPr>
            <a:spLocks noGrp="1"/>
          </p:cNvSpPr>
          <p:nvPr>
            <p:ph type="dt" sz="half" idx="10"/>
          </p:nvPr>
        </p:nvSpPr>
        <p:spPr/>
        <p:txBody>
          <a:bodyPr/>
          <a:lstStyle/>
          <a:p>
            <a:fld id="{E61107E8-16E5-44D7-B890-DDA3835EC701}" type="datetimeFigureOut">
              <a:rPr lang="en-PK" smtClean="0"/>
              <a:t>08/12/2025</a:t>
            </a:fld>
            <a:endParaRPr lang="en-PK"/>
          </a:p>
        </p:txBody>
      </p:sp>
      <p:sp>
        <p:nvSpPr>
          <p:cNvPr id="5" name="Footer Placeholder 4">
            <a:extLst>
              <a:ext uri="{FF2B5EF4-FFF2-40B4-BE49-F238E27FC236}">
                <a16:creationId xmlns:a16="http://schemas.microsoft.com/office/drawing/2014/main" id="{7E00B2C7-BB37-8BF8-A256-EB758EB5CC54}"/>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5B1C62FD-3A71-E052-7328-69F2A4A823A4}"/>
              </a:ext>
            </a:extLst>
          </p:cNvPr>
          <p:cNvSpPr>
            <a:spLocks noGrp="1"/>
          </p:cNvSpPr>
          <p:nvPr>
            <p:ph type="sldNum" sz="quarter" idx="12"/>
          </p:nvPr>
        </p:nvSpPr>
        <p:spPr/>
        <p:txBody>
          <a:bodyPr/>
          <a:lstStyle/>
          <a:p>
            <a:fld id="{FE2A86F9-473F-4BE8-82E4-52C28DF742DB}" type="slidenum">
              <a:rPr lang="en-PK" smtClean="0"/>
              <a:t>‹#›</a:t>
            </a:fld>
            <a:endParaRPr lang="en-PK"/>
          </a:p>
        </p:txBody>
      </p:sp>
    </p:spTree>
    <p:extLst>
      <p:ext uri="{BB962C8B-B14F-4D97-AF65-F5344CB8AC3E}">
        <p14:creationId xmlns:p14="http://schemas.microsoft.com/office/powerpoint/2010/main" val="2480292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5B07D-79D6-D24F-7236-8799BD1E17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AFC522CA-C5C6-356B-327D-2C9BCB35906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C93F50-D6E8-676B-3CC3-0D37B810139B}"/>
              </a:ext>
            </a:extLst>
          </p:cNvPr>
          <p:cNvSpPr>
            <a:spLocks noGrp="1"/>
          </p:cNvSpPr>
          <p:nvPr>
            <p:ph type="dt" sz="half" idx="10"/>
          </p:nvPr>
        </p:nvSpPr>
        <p:spPr/>
        <p:txBody>
          <a:bodyPr/>
          <a:lstStyle/>
          <a:p>
            <a:fld id="{E61107E8-16E5-44D7-B890-DDA3835EC701}" type="datetimeFigureOut">
              <a:rPr lang="en-PK" smtClean="0"/>
              <a:t>08/12/2025</a:t>
            </a:fld>
            <a:endParaRPr lang="en-PK"/>
          </a:p>
        </p:txBody>
      </p:sp>
      <p:sp>
        <p:nvSpPr>
          <p:cNvPr id="5" name="Footer Placeholder 4">
            <a:extLst>
              <a:ext uri="{FF2B5EF4-FFF2-40B4-BE49-F238E27FC236}">
                <a16:creationId xmlns:a16="http://schemas.microsoft.com/office/drawing/2014/main" id="{5CF49CCB-F855-19F3-7049-DCA859AEDEB6}"/>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8247256A-44B4-6210-523F-D1CFA96CF45E}"/>
              </a:ext>
            </a:extLst>
          </p:cNvPr>
          <p:cNvSpPr>
            <a:spLocks noGrp="1"/>
          </p:cNvSpPr>
          <p:nvPr>
            <p:ph type="sldNum" sz="quarter" idx="12"/>
          </p:nvPr>
        </p:nvSpPr>
        <p:spPr/>
        <p:txBody>
          <a:bodyPr/>
          <a:lstStyle/>
          <a:p>
            <a:fld id="{FE2A86F9-473F-4BE8-82E4-52C28DF742DB}" type="slidenum">
              <a:rPr lang="en-PK" smtClean="0"/>
              <a:t>‹#›</a:t>
            </a:fld>
            <a:endParaRPr lang="en-PK"/>
          </a:p>
        </p:txBody>
      </p:sp>
    </p:spTree>
    <p:extLst>
      <p:ext uri="{BB962C8B-B14F-4D97-AF65-F5344CB8AC3E}">
        <p14:creationId xmlns:p14="http://schemas.microsoft.com/office/powerpoint/2010/main" val="3527459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FB956-FE43-704D-1607-279ADA28CF23}"/>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195773D4-0DD5-B95E-0365-8FADD5FD1A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573037A0-46D2-DABD-4EED-0F9FBB6771D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F3CCEE3E-AFF9-DC54-27F4-D2FA222B501F}"/>
              </a:ext>
            </a:extLst>
          </p:cNvPr>
          <p:cNvSpPr>
            <a:spLocks noGrp="1"/>
          </p:cNvSpPr>
          <p:nvPr>
            <p:ph type="dt" sz="half" idx="10"/>
          </p:nvPr>
        </p:nvSpPr>
        <p:spPr/>
        <p:txBody>
          <a:bodyPr/>
          <a:lstStyle/>
          <a:p>
            <a:fld id="{E61107E8-16E5-44D7-B890-DDA3835EC701}" type="datetimeFigureOut">
              <a:rPr lang="en-PK" smtClean="0"/>
              <a:t>08/12/2025</a:t>
            </a:fld>
            <a:endParaRPr lang="en-PK"/>
          </a:p>
        </p:txBody>
      </p:sp>
      <p:sp>
        <p:nvSpPr>
          <p:cNvPr id="6" name="Footer Placeholder 5">
            <a:extLst>
              <a:ext uri="{FF2B5EF4-FFF2-40B4-BE49-F238E27FC236}">
                <a16:creationId xmlns:a16="http://schemas.microsoft.com/office/drawing/2014/main" id="{17B63870-0777-D407-9F80-8600AEEA8B67}"/>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512E92D1-D540-6523-8F5D-C5513375F1DB}"/>
              </a:ext>
            </a:extLst>
          </p:cNvPr>
          <p:cNvSpPr>
            <a:spLocks noGrp="1"/>
          </p:cNvSpPr>
          <p:nvPr>
            <p:ph type="sldNum" sz="quarter" idx="12"/>
          </p:nvPr>
        </p:nvSpPr>
        <p:spPr/>
        <p:txBody>
          <a:bodyPr/>
          <a:lstStyle/>
          <a:p>
            <a:fld id="{FE2A86F9-473F-4BE8-82E4-52C28DF742DB}" type="slidenum">
              <a:rPr lang="en-PK" smtClean="0"/>
              <a:t>‹#›</a:t>
            </a:fld>
            <a:endParaRPr lang="en-PK"/>
          </a:p>
        </p:txBody>
      </p:sp>
    </p:spTree>
    <p:extLst>
      <p:ext uri="{BB962C8B-B14F-4D97-AF65-F5344CB8AC3E}">
        <p14:creationId xmlns:p14="http://schemas.microsoft.com/office/powerpoint/2010/main" val="25657533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E5305-B0B7-2F18-66E5-CA2C794B9607}"/>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8C2DEC27-2E40-B23A-5B8F-992096DCFB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F61DB9-34AD-1CA6-B9B4-B4A8C0558D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DF0DD796-FF65-0DCB-0A3B-EB256B8C98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24BC43-25E6-FBBE-28E8-E56BA491AE4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AFED0A95-EE22-4CB8-5E88-2466123EB571}"/>
              </a:ext>
            </a:extLst>
          </p:cNvPr>
          <p:cNvSpPr>
            <a:spLocks noGrp="1"/>
          </p:cNvSpPr>
          <p:nvPr>
            <p:ph type="dt" sz="half" idx="10"/>
          </p:nvPr>
        </p:nvSpPr>
        <p:spPr/>
        <p:txBody>
          <a:bodyPr/>
          <a:lstStyle/>
          <a:p>
            <a:fld id="{E61107E8-16E5-44D7-B890-DDA3835EC701}" type="datetimeFigureOut">
              <a:rPr lang="en-PK" smtClean="0"/>
              <a:t>08/12/2025</a:t>
            </a:fld>
            <a:endParaRPr lang="en-PK"/>
          </a:p>
        </p:txBody>
      </p:sp>
      <p:sp>
        <p:nvSpPr>
          <p:cNvPr id="8" name="Footer Placeholder 7">
            <a:extLst>
              <a:ext uri="{FF2B5EF4-FFF2-40B4-BE49-F238E27FC236}">
                <a16:creationId xmlns:a16="http://schemas.microsoft.com/office/drawing/2014/main" id="{0DA1CE03-935D-335F-A0E9-D8F77A2154CA}"/>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8E58CE0D-479D-277B-B5A2-09748497D7E8}"/>
              </a:ext>
            </a:extLst>
          </p:cNvPr>
          <p:cNvSpPr>
            <a:spLocks noGrp="1"/>
          </p:cNvSpPr>
          <p:nvPr>
            <p:ph type="sldNum" sz="quarter" idx="12"/>
          </p:nvPr>
        </p:nvSpPr>
        <p:spPr/>
        <p:txBody>
          <a:bodyPr/>
          <a:lstStyle/>
          <a:p>
            <a:fld id="{FE2A86F9-473F-4BE8-82E4-52C28DF742DB}" type="slidenum">
              <a:rPr lang="en-PK" smtClean="0"/>
              <a:t>‹#›</a:t>
            </a:fld>
            <a:endParaRPr lang="en-PK"/>
          </a:p>
        </p:txBody>
      </p:sp>
    </p:spTree>
    <p:extLst>
      <p:ext uri="{BB962C8B-B14F-4D97-AF65-F5344CB8AC3E}">
        <p14:creationId xmlns:p14="http://schemas.microsoft.com/office/powerpoint/2010/main" val="9426875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A6D72-5372-C803-A569-7247F8D79DD7}"/>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E2116CB1-E09B-C071-22B9-4552F3BCE422}"/>
              </a:ext>
            </a:extLst>
          </p:cNvPr>
          <p:cNvSpPr>
            <a:spLocks noGrp="1"/>
          </p:cNvSpPr>
          <p:nvPr>
            <p:ph type="dt" sz="half" idx="10"/>
          </p:nvPr>
        </p:nvSpPr>
        <p:spPr/>
        <p:txBody>
          <a:bodyPr/>
          <a:lstStyle/>
          <a:p>
            <a:fld id="{E61107E8-16E5-44D7-B890-DDA3835EC701}" type="datetimeFigureOut">
              <a:rPr lang="en-PK" smtClean="0"/>
              <a:t>08/12/2025</a:t>
            </a:fld>
            <a:endParaRPr lang="en-PK"/>
          </a:p>
        </p:txBody>
      </p:sp>
      <p:sp>
        <p:nvSpPr>
          <p:cNvPr id="4" name="Footer Placeholder 3">
            <a:extLst>
              <a:ext uri="{FF2B5EF4-FFF2-40B4-BE49-F238E27FC236}">
                <a16:creationId xmlns:a16="http://schemas.microsoft.com/office/drawing/2014/main" id="{BA4E5FC8-105D-6B57-1563-5C966770500F}"/>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828CBFE9-0913-752C-2A2D-736D4908CD93}"/>
              </a:ext>
            </a:extLst>
          </p:cNvPr>
          <p:cNvSpPr>
            <a:spLocks noGrp="1"/>
          </p:cNvSpPr>
          <p:nvPr>
            <p:ph type="sldNum" sz="quarter" idx="12"/>
          </p:nvPr>
        </p:nvSpPr>
        <p:spPr/>
        <p:txBody>
          <a:bodyPr/>
          <a:lstStyle/>
          <a:p>
            <a:fld id="{FE2A86F9-473F-4BE8-82E4-52C28DF742DB}" type="slidenum">
              <a:rPr lang="en-PK" smtClean="0"/>
              <a:t>‹#›</a:t>
            </a:fld>
            <a:endParaRPr lang="en-PK"/>
          </a:p>
        </p:txBody>
      </p:sp>
    </p:spTree>
    <p:extLst>
      <p:ext uri="{BB962C8B-B14F-4D97-AF65-F5344CB8AC3E}">
        <p14:creationId xmlns:p14="http://schemas.microsoft.com/office/powerpoint/2010/main" val="3730934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21D9CF-DE85-CE64-55EB-02434843C293}"/>
              </a:ext>
            </a:extLst>
          </p:cNvPr>
          <p:cNvSpPr>
            <a:spLocks noGrp="1"/>
          </p:cNvSpPr>
          <p:nvPr>
            <p:ph type="dt" sz="half" idx="10"/>
          </p:nvPr>
        </p:nvSpPr>
        <p:spPr/>
        <p:txBody>
          <a:bodyPr/>
          <a:lstStyle/>
          <a:p>
            <a:fld id="{E61107E8-16E5-44D7-B890-DDA3835EC701}" type="datetimeFigureOut">
              <a:rPr lang="en-PK" smtClean="0"/>
              <a:t>08/12/2025</a:t>
            </a:fld>
            <a:endParaRPr lang="en-PK"/>
          </a:p>
        </p:txBody>
      </p:sp>
      <p:sp>
        <p:nvSpPr>
          <p:cNvPr id="3" name="Footer Placeholder 2">
            <a:extLst>
              <a:ext uri="{FF2B5EF4-FFF2-40B4-BE49-F238E27FC236}">
                <a16:creationId xmlns:a16="http://schemas.microsoft.com/office/drawing/2014/main" id="{2D6086F9-3B19-9F70-6E47-3293610BF1D3}"/>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A626D913-1E52-C385-A450-FF23C5CDDA2B}"/>
              </a:ext>
            </a:extLst>
          </p:cNvPr>
          <p:cNvSpPr>
            <a:spLocks noGrp="1"/>
          </p:cNvSpPr>
          <p:nvPr>
            <p:ph type="sldNum" sz="quarter" idx="12"/>
          </p:nvPr>
        </p:nvSpPr>
        <p:spPr/>
        <p:txBody>
          <a:bodyPr/>
          <a:lstStyle/>
          <a:p>
            <a:fld id="{FE2A86F9-473F-4BE8-82E4-52C28DF742DB}" type="slidenum">
              <a:rPr lang="en-PK" smtClean="0"/>
              <a:t>‹#›</a:t>
            </a:fld>
            <a:endParaRPr lang="en-PK"/>
          </a:p>
        </p:txBody>
      </p:sp>
    </p:spTree>
    <p:extLst>
      <p:ext uri="{BB962C8B-B14F-4D97-AF65-F5344CB8AC3E}">
        <p14:creationId xmlns:p14="http://schemas.microsoft.com/office/powerpoint/2010/main" val="20260746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7F631-9D23-D178-04BB-5D556A5F86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2B0987D6-65CE-AB58-723E-A204F87C16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2C587614-EE19-19B3-AC7A-3A4139D0BD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B43CD4-F1BE-3E0E-B9E6-095C27E65C4E}"/>
              </a:ext>
            </a:extLst>
          </p:cNvPr>
          <p:cNvSpPr>
            <a:spLocks noGrp="1"/>
          </p:cNvSpPr>
          <p:nvPr>
            <p:ph type="dt" sz="half" idx="10"/>
          </p:nvPr>
        </p:nvSpPr>
        <p:spPr/>
        <p:txBody>
          <a:bodyPr/>
          <a:lstStyle/>
          <a:p>
            <a:fld id="{E61107E8-16E5-44D7-B890-DDA3835EC701}" type="datetimeFigureOut">
              <a:rPr lang="en-PK" smtClean="0"/>
              <a:t>08/12/2025</a:t>
            </a:fld>
            <a:endParaRPr lang="en-PK"/>
          </a:p>
        </p:txBody>
      </p:sp>
      <p:sp>
        <p:nvSpPr>
          <p:cNvPr id="6" name="Footer Placeholder 5">
            <a:extLst>
              <a:ext uri="{FF2B5EF4-FFF2-40B4-BE49-F238E27FC236}">
                <a16:creationId xmlns:a16="http://schemas.microsoft.com/office/drawing/2014/main" id="{5048DC78-89B0-1151-8FE7-A7E3281B5220}"/>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9EE9A513-52E6-9A82-4A55-56F2DE102AB4}"/>
              </a:ext>
            </a:extLst>
          </p:cNvPr>
          <p:cNvSpPr>
            <a:spLocks noGrp="1"/>
          </p:cNvSpPr>
          <p:nvPr>
            <p:ph type="sldNum" sz="quarter" idx="12"/>
          </p:nvPr>
        </p:nvSpPr>
        <p:spPr/>
        <p:txBody>
          <a:bodyPr/>
          <a:lstStyle/>
          <a:p>
            <a:fld id="{FE2A86F9-473F-4BE8-82E4-52C28DF742DB}" type="slidenum">
              <a:rPr lang="en-PK" smtClean="0"/>
              <a:t>‹#›</a:t>
            </a:fld>
            <a:endParaRPr lang="en-PK"/>
          </a:p>
        </p:txBody>
      </p:sp>
    </p:spTree>
    <p:extLst>
      <p:ext uri="{BB962C8B-B14F-4D97-AF65-F5344CB8AC3E}">
        <p14:creationId xmlns:p14="http://schemas.microsoft.com/office/powerpoint/2010/main" val="19657440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A8443-CBE3-31F4-D14A-23CC276313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A524E551-4CCC-1751-DF2B-B4FEAD7895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56014B35-8748-6C19-240A-21BF3F9F46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66094D-407F-72A6-E184-A5EFA8570290}"/>
              </a:ext>
            </a:extLst>
          </p:cNvPr>
          <p:cNvSpPr>
            <a:spLocks noGrp="1"/>
          </p:cNvSpPr>
          <p:nvPr>
            <p:ph type="dt" sz="half" idx="10"/>
          </p:nvPr>
        </p:nvSpPr>
        <p:spPr/>
        <p:txBody>
          <a:bodyPr/>
          <a:lstStyle/>
          <a:p>
            <a:fld id="{E61107E8-16E5-44D7-B890-DDA3835EC701}" type="datetimeFigureOut">
              <a:rPr lang="en-PK" smtClean="0"/>
              <a:t>08/12/2025</a:t>
            </a:fld>
            <a:endParaRPr lang="en-PK"/>
          </a:p>
        </p:txBody>
      </p:sp>
      <p:sp>
        <p:nvSpPr>
          <p:cNvPr id="6" name="Footer Placeholder 5">
            <a:extLst>
              <a:ext uri="{FF2B5EF4-FFF2-40B4-BE49-F238E27FC236}">
                <a16:creationId xmlns:a16="http://schemas.microsoft.com/office/drawing/2014/main" id="{582FD5E4-7326-5DF1-57A3-FAA76A7A890F}"/>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0ACDD4EE-D9A9-6C25-826A-307E8C7BECFA}"/>
              </a:ext>
            </a:extLst>
          </p:cNvPr>
          <p:cNvSpPr>
            <a:spLocks noGrp="1"/>
          </p:cNvSpPr>
          <p:nvPr>
            <p:ph type="sldNum" sz="quarter" idx="12"/>
          </p:nvPr>
        </p:nvSpPr>
        <p:spPr/>
        <p:txBody>
          <a:bodyPr/>
          <a:lstStyle/>
          <a:p>
            <a:fld id="{FE2A86F9-473F-4BE8-82E4-52C28DF742DB}" type="slidenum">
              <a:rPr lang="en-PK" smtClean="0"/>
              <a:t>‹#›</a:t>
            </a:fld>
            <a:endParaRPr lang="en-PK"/>
          </a:p>
        </p:txBody>
      </p:sp>
    </p:spTree>
    <p:extLst>
      <p:ext uri="{BB962C8B-B14F-4D97-AF65-F5344CB8AC3E}">
        <p14:creationId xmlns:p14="http://schemas.microsoft.com/office/powerpoint/2010/main" val="636037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59686-AE5E-7687-C1D2-908D4455CF65}"/>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75069010-ED0B-0176-1E26-77AA4B0B37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5BF58C62-2779-EFD8-F04C-6551E87B5ED0}"/>
              </a:ext>
            </a:extLst>
          </p:cNvPr>
          <p:cNvSpPr>
            <a:spLocks noGrp="1"/>
          </p:cNvSpPr>
          <p:nvPr>
            <p:ph type="dt" sz="half" idx="10"/>
          </p:nvPr>
        </p:nvSpPr>
        <p:spPr/>
        <p:txBody>
          <a:bodyPr/>
          <a:lstStyle/>
          <a:p>
            <a:fld id="{E61107E8-16E5-44D7-B890-DDA3835EC701}" type="datetimeFigureOut">
              <a:rPr lang="en-PK" smtClean="0"/>
              <a:t>08/12/2025</a:t>
            </a:fld>
            <a:endParaRPr lang="en-PK"/>
          </a:p>
        </p:txBody>
      </p:sp>
      <p:sp>
        <p:nvSpPr>
          <p:cNvPr id="5" name="Footer Placeholder 4">
            <a:extLst>
              <a:ext uri="{FF2B5EF4-FFF2-40B4-BE49-F238E27FC236}">
                <a16:creationId xmlns:a16="http://schemas.microsoft.com/office/drawing/2014/main" id="{AE74D782-F46B-9A54-891B-94A11E05C3F1}"/>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3F431551-AC00-17FE-CD48-3937D28B1604}"/>
              </a:ext>
            </a:extLst>
          </p:cNvPr>
          <p:cNvSpPr>
            <a:spLocks noGrp="1"/>
          </p:cNvSpPr>
          <p:nvPr>
            <p:ph type="sldNum" sz="quarter" idx="12"/>
          </p:nvPr>
        </p:nvSpPr>
        <p:spPr/>
        <p:txBody>
          <a:bodyPr/>
          <a:lstStyle/>
          <a:p>
            <a:fld id="{FE2A86F9-473F-4BE8-82E4-52C28DF742DB}" type="slidenum">
              <a:rPr lang="en-PK" smtClean="0"/>
              <a:t>‹#›</a:t>
            </a:fld>
            <a:endParaRPr lang="en-PK"/>
          </a:p>
        </p:txBody>
      </p:sp>
    </p:spTree>
    <p:extLst>
      <p:ext uri="{BB962C8B-B14F-4D97-AF65-F5344CB8AC3E}">
        <p14:creationId xmlns:p14="http://schemas.microsoft.com/office/powerpoint/2010/main" val="405657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F1F06F-AD6E-E20F-067A-5BA3DC1E353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4243B90F-9614-4102-CFF5-D41A300596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C0D4048E-FE04-6E16-6599-C738295A436F}"/>
              </a:ext>
            </a:extLst>
          </p:cNvPr>
          <p:cNvSpPr>
            <a:spLocks noGrp="1"/>
          </p:cNvSpPr>
          <p:nvPr>
            <p:ph type="dt" sz="half" idx="10"/>
          </p:nvPr>
        </p:nvSpPr>
        <p:spPr/>
        <p:txBody>
          <a:bodyPr/>
          <a:lstStyle/>
          <a:p>
            <a:fld id="{E61107E8-16E5-44D7-B890-DDA3835EC701}" type="datetimeFigureOut">
              <a:rPr lang="en-PK" smtClean="0"/>
              <a:t>08/12/2025</a:t>
            </a:fld>
            <a:endParaRPr lang="en-PK"/>
          </a:p>
        </p:txBody>
      </p:sp>
      <p:sp>
        <p:nvSpPr>
          <p:cNvPr id="5" name="Footer Placeholder 4">
            <a:extLst>
              <a:ext uri="{FF2B5EF4-FFF2-40B4-BE49-F238E27FC236}">
                <a16:creationId xmlns:a16="http://schemas.microsoft.com/office/drawing/2014/main" id="{7258309F-502F-14E0-FDE6-C1FD4513BE60}"/>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099EF5E-02D3-F4B1-ED42-40C7CD464398}"/>
              </a:ext>
            </a:extLst>
          </p:cNvPr>
          <p:cNvSpPr>
            <a:spLocks noGrp="1"/>
          </p:cNvSpPr>
          <p:nvPr>
            <p:ph type="sldNum" sz="quarter" idx="12"/>
          </p:nvPr>
        </p:nvSpPr>
        <p:spPr/>
        <p:txBody>
          <a:bodyPr/>
          <a:lstStyle/>
          <a:p>
            <a:fld id="{FE2A86F9-473F-4BE8-82E4-52C28DF742DB}" type="slidenum">
              <a:rPr lang="en-PK" smtClean="0"/>
              <a:t>‹#›</a:t>
            </a:fld>
            <a:endParaRPr lang="en-PK"/>
          </a:p>
        </p:txBody>
      </p:sp>
    </p:spTree>
    <p:extLst>
      <p:ext uri="{BB962C8B-B14F-4D97-AF65-F5344CB8AC3E}">
        <p14:creationId xmlns:p14="http://schemas.microsoft.com/office/powerpoint/2010/main" val="2792897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CC5E0B-9209-E546-F3F0-4D3BAC145C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ECF28A2A-1FA0-AB5B-B5A5-451FCC25B8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62F62B69-F267-EEDB-43B9-1ADAAFA19E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61107E8-16E5-44D7-B890-DDA3835EC701}" type="datetimeFigureOut">
              <a:rPr lang="en-PK" smtClean="0"/>
              <a:t>08/12/2025</a:t>
            </a:fld>
            <a:endParaRPr lang="en-PK"/>
          </a:p>
        </p:txBody>
      </p:sp>
      <p:sp>
        <p:nvSpPr>
          <p:cNvPr id="5" name="Footer Placeholder 4">
            <a:extLst>
              <a:ext uri="{FF2B5EF4-FFF2-40B4-BE49-F238E27FC236}">
                <a16:creationId xmlns:a16="http://schemas.microsoft.com/office/drawing/2014/main" id="{77F4B686-0BE8-B6E6-6B45-A49A75D8C4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K"/>
          </a:p>
        </p:txBody>
      </p:sp>
      <p:sp>
        <p:nvSpPr>
          <p:cNvPr id="6" name="Slide Number Placeholder 5">
            <a:extLst>
              <a:ext uri="{FF2B5EF4-FFF2-40B4-BE49-F238E27FC236}">
                <a16:creationId xmlns:a16="http://schemas.microsoft.com/office/drawing/2014/main" id="{DEDBCB92-9D6B-A872-A350-37AA42806D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E2A86F9-473F-4BE8-82E4-52C28DF742DB}" type="slidenum">
              <a:rPr lang="en-PK" smtClean="0"/>
              <a:t>‹#›</a:t>
            </a:fld>
            <a:endParaRPr lang="en-PK"/>
          </a:p>
        </p:txBody>
      </p:sp>
    </p:spTree>
    <p:extLst>
      <p:ext uri="{BB962C8B-B14F-4D97-AF65-F5344CB8AC3E}">
        <p14:creationId xmlns:p14="http://schemas.microsoft.com/office/powerpoint/2010/main" val="5555778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54008-5858-A109-65FB-7C789E9BEC65}"/>
              </a:ext>
            </a:extLst>
          </p:cNvPr>
          <p:cNvSpPr>
            <a:spLocks noGrp="1"/>
          </p:cNvSpPr>
          <p:nvPr>
            <p:ph type="ctrTitle"/>
          </p:nvPr>
        </p:nvSpPr>
        <p:spPr/>
        <p:txBody>
          <a:bodyPr/>
          <a:lstStyle/>
          <a:p>
            <a:r>
              <a:rPr lang="en-US" dirty="0"/>
              <a:t>Environment Setup and Developing Your First Agent</a:t>
            </a:r>
            <a:endParaRPr lang="en-PK" dirty="0"/>
          </a:p>
        </p:txBody>
      </p:sp>
      <p:sp>
        <p:nvSpPr>
          <p:cNvPr id="3" name="Subtitle 2">
            <a:extLst>
              <a:ext uri="{FF2B5EF4-FFF2-40B4-BE49-F238E27FC236}">
                <a16:creationId xmlns:a16="http://schemas.microsoft.com/office/drawing/2014/main" id="{E187123D-237A-45DA-B8AF-7DFDB0E117D3}"/>
              </a:ext>
            </a:extLst>
          </p:cNvPr>
          <p:cNvSpPr>
            <a:spLocks noGrp="1"/>
          </p:cNvSpPr>
          <p:nvPr>
            <p:ph type="subTitle" idx="1"/>
          </p:nvPr>
        </p:nvSpPr>
        <p:spPr/>
        <p:txBody>
          <a:bodyPr>
            <a:normAutofit lnSpcReduction="10000"/>
          </a:bodyPr>
          <a:lstStyle/>
          <a:p>
            <a:r>
              <a:rPr lang="en-US" dirty="0"/>
              <a:t>Prepared by: Muhammad Abdul Qayum</a:t>
            </a:r>
          </a:p>
          <a:p>
            <a:r>
              <a:rPr lang="en-US" dirty="0"/>
              <a:t>National Textile University, Faisalabad</a:t>
            </a:r>
          </a:p>
          <a:p>
            <a:endParaRPr lang="en-US" dirty="0"/>
          </a:p>
          <a:p>
            <a:r>
              <a:rPr lang="en-US" dirty="0"/>
              <a:t>Ref: Ch#3, Building Agents with Open AI Agents SDK by Henry Habib</a:t>
            </a:r>
            <a:endParaRPr lang="en-PK" dirty="0"/>
          </a:p>
        </p:txBody>
      </p:sp>
    </p:spTree>
    <p:extLst>
      <p:ext uri="{BB962C8B-B14F-4D97-AF65-F5344CB8AC3E}">
        <p14:creationId xmlns:p14="http://schemas.microsoft.com/office/powerpoint/2010/main" val="1448781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98C0F-EF25-9AB0-88E9-6CCDD130DAD1}"/>
              </a:ext>
            </a:extLst>
          </p:cNvPr>
          <p:cNvSpPr>
            <a:spLocks noGrp="1"/>
          </p:cNvSpPr>
          <p:nvPr>
            <p:ph type="title"/>
          </p:nvPr>
        </p:nvSpPr>
        <p:spPr/>
        <p:txBody>
          <a:bodyPr/>
          <a:lstStyle/>
          <a:p>
            <a:r>
              <a:rPr lang="en-US" dirty="0"/>
              <a:t>What You Will Learn in This Chapter</a:t>
            </a:r>
            <a:endParaRPr lang="en-PK" dirty="0"/>
          </a:p>
        </p:txBody>
      </p:sp>
      <p:sp>
        <p:nvSpPr>
          <p:cNvPr id="3" name="Content Placeholder 2">
            <a:extLst>
              <a:ext uri="{FF2B5EF4-FFF2-40B4-BE49-F238E27FC236}">
                <a16:creationId xmlns:a16="http://schemas.microsoft.com/office/drawing/2014/main" id="{2346E46E-4E81-F669-99F6-5B65F8514337}"/>
              </a:ext>
            </a:extLst>
          </p:cNvPr>
          <p:cNvSpPr>
            <a:spLocks noGrp="1"/>
          </p:cNvSpPr>
          <p:nvPr>
            <p:ph idx="1"/>
          </p:nvPr>
        </p:nvSpPr>
        <p:spPr/>
        <p:txBody>
          <a:bodyPr>
            <a:normAutofit fontScale="92500" lnSpcReduction="20000"/>
          </a:bodyPr>
          <a:lstStyle/>
          <a:p>
            <a:pPr>
              <a:buFont typeface="Arial" panose="020B0604020202020204" pitchFamily="34" charset="0"/>
              <a:buChar char="•"/>
            </a:pPr>
            <a:r>
              <a:rPr lang="en-US" b="1" dirty="0"/>
              <a:t>Environment Setup</a:t>
            </a:r>
            <a:endParaRPr lang="en-US" dirty="0"/>
          </a:p>
          <a:p>
            <a:pPr marL="742950" lvl="1" indent="-285750">
              <a:buFont typeface="Arial" panose="020B0604020202020204" pitchFamily="34" charset="0"/>
              <a:buChar char="•"/>
            </a:pPr>
            <a:r>
              <a:rPr lang="en-US" dirty="0"/>
              <a:t>Install Python &amp; create virtual environment</a:t>
            </a:r>
          </a:p>
          <a:p>
            <a:pPr marL="742950" lvl="1" indent="-285750">
              <a:buFont typeface="Arial" panose="020B0604020202020204" pitchFamily="34" charset="0"/>
              <a:buChar char="•"/>
            </a:pPr>
            <a:r>
              <a:rPr lang="en-US" dirty="0"/>
              <a:t>Install </a:t>
            </a:r>
            <a:r>
              <a:rPr lang="en-US" dirty="0" err="1">
                <a:latin typeface="Courier New" panose="02070309020205020404" pitchFamily="49" charset="0"/>
              </a:rPr>
              <a:t>openai</a:t>
            </a:r>
            <a:r>
              <a:rPr lang="en-US" dirty="0">
                <a:latin typeface="Courier New" panose="02070309020205020404" pitchFamily="49" charset="0"/>
              </a:rPr>
              <a:t>-agents</a:t>
            </a:r>
            <a:r>
              <a:rPr lang="en-US" dirty="0"/>
              <a:t> SDK</a:t>
            </a:r>
          </a:p>
          <a:p>
            <a:pPr marL="742950" lvl="1" indent="-285750">
              <a:buFont typeface="Arial" panose="020B0604020202020204" pitchFamily="34" charset="0"/>
              <a:buChar char="•"/>
            </a:pPr>
            <a:r>
              <a:rPr lang="en-US" dirty="0"/>
              <a:t>Configure API key securely &amp; run test script</a:t>
            </a:r>
          </a:p>
          <a:p>
            <a:pPr>
              <a:buFont typeface="Arial" panose="020B0604020202020204" pitchFamily="34" charset="0"/>
              <a:buChar char="•"/>
            </a:pPr>
            <a:r>
              <a:rPr lang="en-US" b="1" dirty="0"/>
              <a:t>Development Prerequisites</a:t>
            </a:r>
            <a:endParaRPr lang="en-US" dirty="0"/>
          </a:p>
          <a:p>
            <a:pPr marL="742950" lvl="1" indent="-285750">
              <a:buFont typeface="Arial" panose="020B0604020202020204" pitchFamily="34" charset="0"/>
              <a:buChar char="•"/>
            </a:pPr>
            <a:r>
              <a:rPr lang="en-US" dirty="0"/>
              <a:t>Python essentials: type hints, docstrings, decorators</a:t>
            </a:r>
          </a:p>
          <a:p>
            <a:pPr marL="742950" lvl="1" indent="-285750">
              <a:buFont typeface="Arial" panose="020B0604020202020204" pitchFamily="34" charset="0"/>
              <a:buChar char="•"/>
            </a:pPr>
            <a:r>
              <a:rPr lang="en-US" dirty="0"/>
              <a:t>Async programming (async/await)</a:t>
            </a:r>
          </a:p>
          <a:p>
            <a:pPr marL="742950" lvl="1" indent="-285750">
              <a:buFont typeface="Arial" panose="020B0604020202020204" pitchFamily="34" charset="0"/>
              <a:buChar char="•"/>
            </a:pPr>
            <a:r>
              <a:rPr lang="en-US" dirty="0"/>
              <a:t>Using </a:t>
            </a:r>
            <a:r>
              <a:rPr lang="en-US" dirty="0" err="1"/>
              <a:t>Pydantic</a:t>
            </a:r>
            <a:r>
              <a:rPr lang="en-US" dirty="0"/>
              <a:t> for structured data validation</a:t>
            </a:r>
          </a:p>
          <a:p>
            <a:pPr>
              <a:buFont typeface="Arial" panose="020B0604020202020204" pitchFamily="34" charset="0"/>
              <a:buChar char="•"/>
            </a:pPr>
            <a:r>
              <a:rPr lang="en-US" b="1" dirty="0"/>
              <a:t>Build Your First AI Agent</a:t>
            </a:r>
            <a:endParaRPr lang="en-US" dirty="0"/>
          </a:p>
          <a:p>
            <a:pPr marL="742950" lvl="1" indent="-285750">
              <a:buFont typeface="Arial" panose="020B0604020202020204" pitchFamily="34" charset="0"/>
              <a:buChar char="•"/>
            </a:pPr>
            <a:r>
              <a:rPr lang="en-US" dirty="0"/>
              <a:t>Create a customer service agent</a:t>
            </a:r>
          </a:p>
          <a:p>
            <a:pPr marL="742950" lvl="1" indent="-285750">
              <a:buFont typeface="Arial" panose="020B0604020202020204" pitchFamily="34" charset="0"/>
              <a:buChar char="•"/>
            </a:pPr>
            <a:r>
              <a:rPr lang="en-US" dirty="0"/>
              <a:t>Add tools (e.g., order status lookup)</a:t>
            </a:r>
          </a:p>
          <a:p>
            <a:pPr marL="742950" lvl="1" indent="-285750">
              <a:buFont typeface="Arial" panose="020B0604020202020204" pitchFamily="34" charset="0"/>
              <a:buChar char="•"/>
            </a:pPr>
            <a:r>
              <a:rPr lang="en-US" dirty="0"/>
              <a:t>Implement handoff to a specialized retention agent</a:t>
            </a:r>
          </a:p>
          <a:p>
            <a:pPr marL="742950" lvl="1" indent="-285750">
              <a:buFont typeface="Arial" panose="020B0604020202020204" pitchFamily="34" charset="0"/>
              <a:buChar char="•"/>
            </a:pPr>
            <a:r>
              <a:rPr lang="en-US" dirty="0"/>
              <a:t>Apply full agent control-logic workflow</a:t>
            </a:r>
          </a:p>
          <a:p>
            <a:endParaRPr lang="en-PK" dirty="0"/>
          </a:p>
        </p:txBody>
      </p:sp>
    </p:spTree>
    <p:extLst>
      <p:ext uri="{BB962C8B-B14F-4D97-AF65-F5344CB8AC3E}">
        <p14:creationId xmlns:p14="http://schemas.microsoft.com/office/powerpoint/2010/main" val="1968437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43A70-60D6-084D-7813-8053CF17E07E}"/>
              </a:ext>
            </a:extLst>
          </p:cNvPr>
          <p:cNvSpPr>
            <a:spLocks noGrp="1"/>
          </p:cNvSpPr>
          <p:nvPr>
            <p:ph type="title"/>
          </p:nvPr>
        </p:nvSpPr>
        <p:spPr/>
        <p:txBody>
          <a:bodyPr/>
          <a:lstStyle/>
          <a:p>
            <a:r>
              <a:rPr lang="en-US" b="1" dirty="0"/>
              <a:t>Environment setup</a:t>
            </a:r>
            <a:endParaRPr lang="en-PK" dirty="0"/>
          </a:p>
        </p:txBody>
      </p:sp>
      <p:sp>
        <p:nvSpPr>
          <p:cNvPr id="3" name="Content Placeholder 2">
            <a:extLst>
              <a:ext uri="{FF2B5EF4-FFF2-40B4-BE49-F238E27FC236}">
                <a16:creationId xmlns:a16="http://schemas.microsoft.com/office/drawing/2014/main" id="{D6F27491-E38D-236A-F746-06E66614D304}"/>
              </a:ext>
            </a:extLst>
          </p:cNvPr>
          <p:cNvSpPr>
            <a:spLocks noGrp="1"/>
          </p:cNvSpPr>
          <p:nvPr>
            <p:ph idx="1"/>
          </p:nvPr>
        </p:nvSpPr>
        <p:spPr/>
        <p:txBody>
          <a:bodyPr/>
          <a:lstStyle/>
          <a:p>
            <a:r>
              <a:rPr lang="en-US" dirty="0"/>
              <a:t>Download and install  python</a:t>
            </a:r>
          </a:p>
          <a:p>
            <a:r>
              <a:rPr lang="en-US" dirty="0"/>
              <a:t>Install </a:t>
            </a:r>
            <a:r>
              <a:rPr lang="en-US" dirty="0" err="1"/>
              <a:t>uv</a:t>
            </a:r>
            <a:r>
              <a:rPr lang="en-US" dirty="0"/>
              <a:t>  by following commands</a:t>
            </a:r>
          </a:p>
          <a:p>
            <a:endParaRPr lang="en-US" dirty="0"/>
          </a:p>
          <a:p>
            <a:r>
              <a:rPr lang="en-US" sz="2000" dirty="0"/>
              <a:t>https://www.notion.so/UV-Installation-236e9749823180b7ab82d96a3b5997fd</a:t>
            </a:r>
            <a:endParaRPr lang="en-PK" sz="2000" dirty="0"/>
          </a:p>
        </p:txBody>
      </p:sp>
    </p:spTree>
    <p:extLst>
      <p:ext uri="{BB962C8B-B14F-4D97-AF65-F5344CB8AC3E}">
        <p14:creationId xmlns:p14="http://schemas.microsoft.com/office/powerpoint/2010/main" val="3598180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7AE03-CF5E-AA9F-A2AD-7514DA70DF3B}"/>
              </a:ext>
            </a:extLst>
          </p:cNvPr>
          <p:cNvSpPr>
            <a:spLocks noGrp="1"/>
          </p:cNvSpPr>
          <p:nvPr>
            <p:ph type="title"/>
          </p:nvPr>
        </p:nvSpPr>
        <p:spPr/>
        <p:txBody>
          <a:bodyPr/>
          <a:lstStyle/>
          <a:p>
            <a:r>
              <a:rPr lang="en-US" dirty="0"/>
              <a:t>What is </a:t>
            </a:r>
            <a:r>
              <a:rPr lang="en-US" dirty="0" err="1"/>
              <a:t>uv</a:t>
            </a:r>
            <a:r>
              <a:rPr lang="en-US" dirty="0"/>
              <a:t>?</a:t>
            </a:r>
            <a:endParaRPr lang="en-PK" dirty="0"/>
          </a:p>
        </p:txBody>
      </p:sp>
      <p:sp>
        <p:nvSpPr>
          <p:cNvPr id="3" name="Content Placeholder 2">
            <a:extLst>
              <a:ext uri="{FF2B5EF4-FFF2-40B4-BE49-F238E27FC236}">
                <a16:creationId xmlns:a16="http://schemas.microsoft.com/office/drawing/2014/main" id="{521B9E22-E43E-6337-6B47-C0149B076F23}"/>
              </a:ext>
            </a:extLst>
          </p:cNvPr>
          <p:cNvSpPr>
            <a:spLocks noGrp="1"/>
          </p:cNvSpPr>
          <p:nvPr>
            <p:ph idx="1"/>
          </p:nvPr>
        </p:nvSpPr>
        <p:spPr/>
        <p:txBody>
          <a:bodyPr/>
          <a:lstStyle/>
          <a:p>
            <a:r>
              <a:rPr lang="en-US" dirty="0" err="1"/>
              <a:t>uv</a:t>
            </a:r>
            <a:r>
              <a:rPr lang="en-US" dirty="0"/>
              <a:t> is a fast, </a:t>
            </a:r>
          </a:p>
          <a:p>
            <a:r>
              <a:rPr lang="en-US" dirty="0"/>
              <a:t>all-in-one tool for managing Python projects end-to-end. I</a:t>
            </a:r>
          </a:p>
          <a:p>
            <a:r>
              <a:rPr lang="en-US" dirty="0"/>
              <a:t>t can create a virtual environment, </a:t>
            </a:r>
          </a:p>
          <a:p>
            <a:r>
              <a:rPr lang="en-US" dirty="0"/>
              <a:t>download and pin a specific Python version, </a:t>
            </a:r>
          </a:p>
          <a:p>
            <a:r>
              <a:rPr lang="en-US" dirty="0"/>
              <a:t>add or update dependencies, </a:t>
            </a:r>
          </a:p>
          <a:p>
            <a:r>
              <a:rPr lang="en-US" dirty="0"/>
              <a:t>maintain a lock file for reproducible installs, </a:t>
            </a:r>
          </a:p>
          <a:p>
            <a:r>
              <a:rPr lang="en-US" dirty="0"/>
              <a:t>run code and tools without manual activation, </a:t>
            </a:r>
          </a:p>
          <a:p>
            <a:r>
              <a:rPr lang="en-US" dirty="0"/>
              <a:t>and build/publish packages. You mainly work with two files:</a:t>
            </a:r>
            <a:endParaRPr lang="en-PK" dirty="0"/>
          </a:p>
        </p:txBody>
      </p:sp>
    </p:spTree>
    <p:extLst>
      <p:ext uri="{BB962C8B-B14F-4D97-AF65-F5344CB8AC3E}">
        <p14:creationId xmlns:p14="http://schemas.microsoft.com/office/powerpoint/2010/main" val="593083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D4309-215E-8E6A-6893-3FBECE0E048D}"/>
              </a:ext>
            </a:extLst>
          </p:cNvPr>
          <p:cNvSpPr>
            <a:spLocks noGrp="1"/>
          </p:cNvSpPr>
          <p:nvPr>
            <p:ph type="title"/>
          </p:nvPr>
        </p:nvSpPr>
        <p:spPr/>
        <p:txBody>
          <a:bodyPr/>
          <a:lstStyle/>
          <a:p>
            <a:r>
              <a:rPr lang="en-US" dirty="0"/>
              <a:t>UV installation</a:t>
            </a:r>
            <a:endParaRPr lang="en-PK" dirty="0"/>
          </a:p>
        </p:txBody>
      </p:sp>
      <p:sp>
        <p:nvSpPr>
          <p:cNvPr id="3" name="Content Placeholder 2">
            <a:extLst>
              <a:ext uri="{FF2B5EF4-FFF2-40B4-BE49-F238E27FC236}">
                <a16:creationId xmlns:a16="http://schemas.microsoft.com/office/drawing/2014/main" id="{79F9D502-A1FB-7BA8-234D-ECACE640F63F}"/>
              </a:ext>
            </a:extLst>
          </p:cNvPr>
          <p:cNvSpPr>
            <a:spLocks noGrp="1"/>
          </p:cNvSpPr>
          <p:nvPr>
            <p:ph idx="1"/>
          </p:nvPr>
        </p:nvSpPr>
        <p:spPr/>
        <p:txBody>
          <a:bodyPr/>
          <a:lstStyle/>
          <a:p>
            <a:r>
              <a:rPr lang="en-US" b="1" dirty="0"/>
              <a:t>Step 1: Open PowerShell as Admin</a:t>
            </a:r>
          </a:p>
          <a:p>
            <a:r>
              <a:rPr lang="en-US" b="1" dirty="0"/>
              <a:t>Step 2: Run Installation Script</a:t>
            </a:r>
          </a:p>
          <a:p>
            <a:pPr marL="0" indent="0">
              <a:buNone/>
            </a:pPr>
            <a:r>
              <a:rPr lang="en-US" sz="2000" dirty="0" err="1"/>
              <a:t>powershell</a:t>
            </a:r>
            <a:r>
              <a:rPr lang="en-US" sz="2000" dirty="0"/>
              <a:t> -</a:t>
            </a:r>
            <a:r>
              <a:rPr lang="en-US" sz="2000" dirty="0" err="1"/>
              <a:t>ExecutionPolicy</a:t>
            </a:r>
            <a:r>
              <a:rPr lang="en-US" sz="2000" dirty="0"/>
              <a:t> </a:t>
            </a:r>
            <a:r>
              <a:rPr lang="en-US" sz="2000" dirty="0" err="1"/>
              <a:t>ByPass</a:t>
            </a:r>
            <a:r>
              <a:rPr lang="en-US" sz="2000" dirty="0"/>
              <a:t> -c "</a:t>
            </a:r>
            <a:r>
              <a:rPr lang="en-US" sz="2000" dirty="0" err="1"/>
              <a:t>irm</a:t>
            </a:r>
            <a:r>
              <a:rPr lang="en-US" sz="2000" dirty="0"/>
              <a:t> https://astral.sh/uv/install.ps1 | </a:t>
            </a:r>
            <a:r>
              <a:rPr lang="en-US" sz="2000" dirty="0" err="1"/>
              <a:t>iex</a:t>
            </a:r>
            <a:r>
              <a:rPr lang="en-US" sz="2000" dirty="0"/>
              <a:t>" </a:t>
            </a:r>
          </a:p>
          <a:p>
            <a:pPr marL="0" indent="0">
              <a:buNone/>
            </a:pPr>
            <a:r>
              <a:rPr lang="en-US" sz="2000" b="1"/>
              <a:t>Or</a:t>
            </a:r>
            <a:endParaRPr lang="en-US" sz="2000" b="1" dirty="0"/>
          </a:p>
          <a:p>
            <a:pPr marL="0" indent="0">
              <a:buNone/>
            </a:pPr>
            <a:r>
              <a:rPr lang="en-US" sz="2000" b="1" dirty="0"/>
              <a:t>Pip install </a:t>
            </a:r>
            <a:r>
              <a:rPr lang="en-US" sz="2000" b="1" dirty="0" err="1"/>
              <a:t>uv</a:t>
            </a:r>
            <a:endParaRPr lang="en-US" sz="2000" b="1" dirty="0"/>
          </a:p>
          <a:p>
            <a:r>
              <a:rPr lang="en-US" dirty="0"/>
              <a:t>Step 3: Verify</a:t>
            </a:r>
          </a:p>
          <a:p>
            <a:r>
              <a:rPr lang="en-US" dirty="0" err="1"/>
              <a:t>uv</a:t>
            </a:r>
            <a:r>
              <a:rPr lang="en-US" dirty="0"/>
              <a:t> --version</a:t>
            </a:r>
            <a:endParaRPr lang="en-PK" dirty="0"/>
          </a:p>
        </p:txBody>
      </p:sp>
    </p:spTree>
    <p:extLst>
      <p:ext uri="{BB962C8B-B14F-4D97-AF65-F5344CB8AC3E}">
        <p14:creationId xmlns:p14="http://schemas.microsoft.com/office/powerpoint/2010/main" val="389580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37CFB-FDDF-75F4-4777-79BF1AFCBFF9}"/>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873642B4-6C3B-A950-3DE2-B2518A0C4CEF}"/>
              </a:ext>
            </a:extLst>
          </p:cNvPr>
          <p:cNvSpPr>
            <a:spLocks noGrp="1"/>
          </p:cNvSpPr>
          <p:nvPr>
            <p:ph idx="1"/>
          </p:nvPr>
        </p:nvSpPr>
        <p:spPr/>
        <p:txBody>
          <a:bodyPr>
            <a:normAutofit fontScale="62500" lnSpcReduction="20000"/>
          </a:bodyPr>
          <a:lstStyle/>
          <a:p>
            <a:r>
              <a:rPr lang="en-US" dirty="0"/>
              <a:t>Install the latest PowerShell for new features and improvements! https://aka.ms/PSWindows                                                                                                                                                       PS C:\WINDOWS\system32&gt; </a:t>
            </a:r>
            <a:r>
              <a:rPr lang="en-US" dirty="0" err="1"/>
              <a:t>powershell</a:t>
            </a:r>
            <a:r>
              <a:rPr lang="en-US" dirty="0"/>
              <a:t> -</a:t>
            </a:r>
            <a:r>
              <a:rPr lang="en-US" dirty="0" err="1"/>
              <a:t>ExecutionPolicy</a:t>
            </a:r>
            <a:r>
              <a:rPr lang="en-US" dirty="0"/>
              <a:t> </a:t>
            </a:r>
            <a:r>
              <a:rPr lang="en-US" dirty="0" err="1"/>
              <a:t>ByPass</a:t>
            </a:r>
            <a:r>
              <a:rPr lang="en-US" dirty="0"/>
              <a:t> -c "</a:t>
            </a:r>
            <a:r>
              <a:rPr lang="en-US" dirty="0" err="1"/>
              <a:t>irm</a:t>
            </a:r>
            <a:r>
              <a:rPr lang="en-US" dirty="0"/>
              <a:t> https://astral.sh/uv/install.ps1 | </a:t>
            </a:r>
            <a:r>
              <a:rPr lang="en-US" dirty="0" err="1"/>
              <a:t>iex</a:t>
            </a:r>
            <a:r>
              <a:rPr lang="en-US" dirty="0"/>
              <a:t>"              Downloading </a:t>
            </a:r>
            <a:r>
              <a:rPr lang="en-US" dirty="0" err="1"/>
              <a:t>uv</a:t>
            </a:r>
            <a:r>
              <a:rPr lang="en-US" dirty="0"/>
              <a:t> 0.9.11 (x86_64-pc-windows-msvc)                                                                          Installing to C:\Users\qayum\.local\bin</a:t>
            </a:r>
          </a:p>
          <a:p>
            <a:r>
              <a:rPr lang="en-US" dirty="0"/>
              <a:t>  uv.exe</a:t>
            </a:r>
          </a:p>
          <a:p>
            <a:r>
              <a:rPr lang="en-US" dirty="0"/>
              <a:t>  uvx.exe</a:t>
            </a:r>
          </a:p>
          <a:p>
            <a:r>
              <a:rPr lang="en-US" dirty="0"/>
              <a:t>  uvw.exe</a:t>
            </a:r>
          </a:p>
          <a:p>
            <a:r>
              <a:rPr lang="en-US" dirty="0"/>
              <a:t>everything's installed!</a:t>
            </a:r>
          </a:p>
          <a:p>
            <a:endParaRPr lang="en-US" dirty="0"/>
          </a:p>
          <a:p>
            <a:r>
              <a:rPr lang="en-US" dirty="0"/>
              <a:t>To add C:\Users\qayum\.local\bin to your PATH, either restart your shell or run:</a:t>
            </a:r>
          </a:p>
          <a:p>
            <a:endParaRPr lang="en-US" dirty="0"/>
          </a:p>
          <a:p>
            <a:r>
              <a:rPr lang="en-US" dirty="0"/>
              <a:t>    set Path=C:\Users\qayum\.local\bin;%Path%   (</a:t>
            </a:r>
            <a:r>
              <a:rPr lang="en-US" dirty="0" err="1"/>
              <a:t>cmd</a:t>
            </a:r>
            <a:r>
              <a:rPr lang="en-US" dirty="0"/>
              <a:t>)</a:t>
            </a:r>
          </a:p>
          <a:p>
            <a:r>
              <a:rPr lang="en-US" dirty="0"/>
              <a:t>    $</a:t>
            </a:r>
            <a:r>
              <a:rPr lang="en-US" dirty="0" err="1"/>
              <a:t>env:Path</a:t>
            </a:r>
            <a:r>
              <a:rPr lang="en-US" dirty="0"/>
              <a:t> = "C:\Users\qayum\.local\bin;$env:Path"   (</a:t>
            </a:r>
            <a:r>
              <a:rPr lang="en-US" dirty="0" err="1"/>
              <a:t>powershell</a:t>
            </a:r>
            <a:r>
              <a:rPr lang="en-US" dirty="0"/>
              <a:t>)</a:t>
            </a:r>
          </a:p>
          <a:p>
            <a:r>
              <a:rPr lang="en-US" dirty="0"/>
              <a:t>PS C:\WINDOWS\system32&gt;</a:t>
            </a:r>
            <a:endParaRPr lang="en-PK" dirty="0"/>
          </a:p>
        </p:txBody>
      </p:sp>
    </p:spTree>
    <p:extLst>
      <p:ext uri="{BB962C8B-B14F-4D97-AF65-F5344CB8AC3E}">
        <p14:creationId xmlns:p14="http://schemas.microsoft.com/office/powerpoint/2010/main" val="4110732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73FDD-BD5A-3702-16A3-5C5B91A8220A}"/>
              </a:ext>
            </a:extLst>
          </p:cNvPr>
          <p:cNvSpPr>
            <a:spLocks noGrp="1"/>
          </p:cNvSpPr>
          <p:nvPr>
            <p:ph type="title"/>
          </p:nvPr>
        </p:nvSpPr>
        <p:spPr/>
        <p:txBody>
          <a:bodyPr/>
          <a:lstStyle/>
          <a:p>
            <a:r>
              <a:rPr lang="en-US" dirty="0"/>
              <a:t>Creating Test application</a:t>
            </a:r>
            <a:endParaRPr lang="en-PK" dirty="0"/>
          </a:p>
        </p:txBody>
      </p:sp>
      <p:sp>
        <p:nvSpPr>
          <p:cNvPr id="3" name="Content Placeholder 2">
            <a:extLst>
              <a:ext uri="{FF2B5EF4-FFF2-40B4-BE49-F238E27FC236}">
                <a16:creationId xmlns:a16="http://schemas.microsoft.com/office/drawing/2014/main" id="{11F32E1F-9D84-158E-97C4-1D01DD0E9CFE}"/>
              </a:ext>
            </a:extLst>
          </p:cNvPr>
          <p:cNvSpPr>
            <a:spLocks noGrp="1"/>
          </p:cNvSpPr>
          <p:nvPr>
            <p:ph idx="1"/>
          </p:nvPr>
        </p:nvSpPr>
        <p:spPr>
          <a:xfrm>
            <a:off x="838200" y="1825625"/>
            <a:ext cx="8264236" cy="4351338"/>
          </a:xfrm>
        </p:spPr>
        <p:txBody>
          <a:bodyPr>
            <a:normAutofit lnSpcReduction="10000"/>
          </a:bodyPr>
          <a:lstStyle/>
          <a:p>
            <a:r>
              <a:rPr lang="en-US" dirty="0"/>
              <a:t>D:\&gt; </a:t>
            </a:r>
            <a:r>
              <a:rPr lang="en-US" dirty="0" err="1"/>
              <a:t>mkdir</a:t>
            </a:r>
            <a:r>
              <a:rPr lang="en-US" dirty="0"/>
              <a:t> </a:t>
            </a:r>
            <a:r>
              <a:rPr lang="en-US" dirty="0" err="1"/>
              <a:t>agenticAi</a:t>
            </a:r>
            <a:endParaRPr lang="en-US" dirty="0"/>
          </a:p>
          <a:p>
            <a:r>
              <a:rPr lang="en-US" dirty="0"/>
              <a:t>Cd  </a:t>
            </a:r>
            <a:r>
              <a:rPr lang="en-US" dirty="0" err="1"/>
              <a:t>agenticAi</a:t>
            </a:r>
            <a:endParaRPr lang="en-US" dirty="0"/>
          </a:p>
          <a:p>
            <a:r>
              <a:rPr lang="en-US" dirty="0"/>
              <a:t>D:\agenticAI&gt;mkdir chapter3</a:t>
            </a:r>
          </a:p>
          <a:p>
            <a:r>
              <a:rPr lang="en-US" dirty="0"/>
              <a:t>Cd chapter3</a:t>
            </a:r>
          </a:p>
          <a:p>
            <a:r>
              <a:rPr lang="en-US" dirty="0"/>
              <a:t>D:\agenticAI\chapter3&gt; </a:t>
            </a:r>
            <a:r>
              <a:rPr lang="en-US" dirty="0" err="1"/>
              <a:t>uv</a:t>
            </a:r>
            <a:r>
              <a:rPr lang="en-US" dirty="0"/>
              <a:t> </a:t>
            </a:r>
            <a:r>
              <a:rPr lang="en-US" dirty="0" err="1"/>
              <a:t>init</a:t>
            </a:r>
            <a:r>
              <a:rPr lang="en-US" dirty="0"/>
              <a:t> test</a:t>
            </a:r>
          </a:p>
          <a:p>
            <a:r>
              <a:rPr lang="en-US" dirty="0"/>
              <a:t>It will create the directory test</a:t>
            </a:r>
          </a:p>
          <a:p>
            <a:r>
              <a:rPr lang="en-US" dirty="0"/>
              <a:t>Cd test</a:t>
            </a:r>
          </a:p>
          <a:p>
            <a:r>
              <a:rPr lang="en-US" dirty="0"/>
              <a:t>In test directory you will see </a:t>
            </a:r>
            <a:br>
              <a:rPr lang="en-US" dirty="0"/>
            </a:br>
            <a:r>
              <a:rPr lang="en-US" dirty="0"/>
              <a:t>complete environment</a:t>
            </a:r>
            <a:endParaRPr lang="en-PK" dirty="0"/>
          </a:p>
        </p:txBody>
      </p:sp>
      <p:pic>
        <p:nvPicPr>
          <p:cNvPr id="5" name="Picture 4">
            <a:extLst>
              <a:ext uri="{FF2B5EF4-FFF2-40B4-BE49-F238E27FC236}">
                <a16:creationId xmlns:a16="http://schemas.microsoft.com/office/drawing/2014/main" id="{5E25E4AC-C4F2-FADC-9C5F-1E741C7A9A19}"/>
              </a:ext>
            </a:extLst>
          </p:cNvPr>
          <p:cNvPicPr>
            <a:picLocks noChangeAspect="1"/>
          </p:cNvPicPr>
          <p:nvPr/>
        </p:nvPicPr>
        <p:blipFill>
          <a:blip r:embed="rId3"/>
          <a:stretch>
            <a:fillRect/>
          </a:stretch>
        </p:blipFill>
        <p:spPr>
          <a:xfrm>
            <a:off x="6527569" y="394481"/>
            <a:ext cx="5664431" cy="5782482"/>
          </a:xfrm>
          <a:prstGeom prst="rect">
            <a:avLst/>
          </a:prstGeom>
        </p:spPr>
      </p:pic>
    </p:spTree>
    <p:extLst>
      <p:ext uri="{BB962C8B-B14F-4D97-AF65-F5344CB8AC3E}">
        <p14:creationId xmlns:p14="http://schemas.microsoft.com/office/powerpoint/2010/main" val="22603957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3A8AD-FCA1-7808-FCE5-B3F94109DC34}"/>
              </a:ext>
            </a:extLst>
          </p:cNvPr>
          <p:cNvSpPr>
            <a:spLocks noGrp="1"/>
          </p:cNvSpPr>
          <p:nvPr>
            <p:ph type="title"/>
          </p:nvPr>
        </p:nvSpPr>
        <p:spPr/>
        <p:txBody>
          <a:bodyPr/>
          <a:lstStyle/>
          <a:p>
            <a:r>
              <a:rPr lang="en-US" dirty="0"/>
              <a:t>Executing the hello.py</a:t>
            </a:r>
            <a:endParaRPr lang="en-PK" dirty="0"/>
          </a:p>
        </p:txBody>
      </p:sp>
      <p:sp>
        <p:nvSpPr>
          <p:cNvPr id="3" name="Content Placeholder 2">
            <a:extLst>
              <a:ext uri="{FF2B5EF4-FFF2-40B4-BE49-F238E27FC236}">
                <a16:creationId xmlns:a16="http://schemas.microsoft.com/office/drawing/2014/main" id="{11FE7B8B-FFA3-9249-2680-2E327ADE4241}"/>
              </a:ext>
            </a:extLst>
          </p:cNvPr>
          <p:cNvSpPr>
            <a:spLocks noGrp="1"/>
          </p:cNvSpPr>
          <p:nvPr>
            <p:ph idx="1"/>
          </p:nvPr>
        </p:nvSpPr>
        <p:spPr>
          <a:xfrm>
            <a:off x="838200" y="4851399"/>
            <a:ext cx="10515600" cy="1325564"/>
          </a:xfrm>
        </p:spPr>
        <p:txBody>
          <a:bodyPr/>
          <a:lstStyle/>
          <a:p>
            <a:r>
              <a:rPr lang="en-US" dirty="0"/>
              <a:t>It will create .</a:t>
            </a:r>
            <a:r>
              <a:rPr lang="en-US" dirty="0" err="1"/>
              <a:t>venv</a:t>
            </a:r>
            <a:r>
              <a:rPr lang="en-US" dirty="0"/>
              <a:t> environment</a:t>
            </a:r>
            <a:endParaRPr lang="en-PK" dirty="0"/>
          </a:p>
        </p:txBody>
      </p:sp>
      <p:pic>
        <p:nvPicPr>
          <p:cNvPr id="5" name="Picture 4">
            <a:extLst>
              <a:ext uri="{FF2B5EF4-FFF2-40B4-BE49-F238E27FC236}">
                <a16:creationId xmlns:a16="http://schemas.microsoft.com/office/drawing/2014/main" id="{F965CF13-A69C-0749-2134-969188BDAC10}"/>
              </a:ext>
            </a:extLst>
          </p:cNvPr>
          <p:cNvPicPr>
            <a:picLocks noChangeAspect="1"/>
          </p:cNvPicPr>
          <p:nvPr/>
        </p:nvPicPr>
        <p:blipFill>
          <a:blip r:embed="rId2"/>
          <a:stretch>
            <a:fillRect/>
          </a:stretch>
        </p:blipFill>
        <p:spPr>
          <a:xfrm>
            <a:off x="609600" y="2154690"/>
            <a:ext cx="10013104" cy="2152037"/>
          </a:xfrm>
          <a:prstGeom prst="rect">
            <a:avLst/>
          </a:prstGeom>
        </p:spPr>
      </p:pic>
    </p:spTree>
    <p:extLst>
      <p:ext uri="{BB962C8B-B14F-4D97-AF65-F5344CB8AC3E}">
        <p14:creationId xmlns:p14="http://schemas.microsoft.com/office/powerpoint/2010/main" val="3363411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04F73-F38A-789A-74F0-FA8F94B8D8E6}"/>
              </a:ext>
            </a:extLst>
          </p:cNvPr>
          <p:cNvSpPr>
            <a:spLocks noGrp="1"/>
          </p:cNvSpPr>
          <p:nvPr>
            <p:ph type="title"/>
          </p:nvPr>
        </p:nvSpPr>
        <p:spPr/>
        <p:txBody>
          <a:bodyPr/>
          <a:lstStyle/>
          <a:p>
            <a:r>
              <a:rPr lang="en-US" dirty="0"/>
              <a:t>Adding </a:t>
            </a:r>
            <a:r>
              <a:rPr lang="en-US" dirty="0" err="1"/>
              <a:t>openai</a:t>
            </a:r>
            <a:r>
              <a:rPr lang="en-US"/>
              <a:t> agent SDK in UV</a:t>
            </a:r>
            <a:endParaRPr lang="en-PK"/>
          </a:p>
        </p:txBody>
      </p:sp>
      <p:sp>
        <p:nvSpPr>
          <p:cNvPr id="3" name="Content Placeholder 2">
            <a:extLst>
              <a:ext uri="{FF2B5EF4-FFF2-40B4-BE49-F238E27FC236}">
                <a16:creationId xmlns:a16="http://schemas.microsoft.com/office/drawing/2014/main" id="{0841121F-D27C-F379-C8E4-C4BCD109A408}"/>
              </a:ext>
            </a:extLst>
          </p:cNvPr>
          <p:cNvSpPr>
            <a:spLocks noGrp="1"/>
          </p:cNvSpPr>
          <p:nvPr>
            <p:ph idx="1"/>
          </p:nvPr>
        </p:nvSpPr>
        <p:spPr/>
        <p:txBody>
          <a:bodyPr/>
          <a:lstStyle/>
          <a:p>
            <a:r>
              <a:rPr lang="en-US" dirty="0" err="1"/>
              <a:t>uv</a:t>
            </a:r>
            <a:r>
              <a:rPr lang="en-US" dirty="0"/>
              <a:t> add </a:t>
            </a:r>
            <a:r>
              <a:rPr lang="en-US" dirty="0" err="1"/>
              <a:t>openai</a:t>
            </a:r>
            <a:r>
              <a:rPr lang="en-US" dirty="0"/>
              <a:t>-agents</a:t>
            </a:r>
            <a:endParaRPr lang="en-PK" dirty="0"/>
          </a:p>
        </p:txBody>
      </p:sp>
    </p:spTree>
    <p:extLst>
      <p:ext uri="{BB962C8B-B14F-4D97-AF65-F5344CB8AC3E}">
        <p14:creationId xmlns:p14="http://schemas.microsoft.com/office/powerpoint/2010/main" val="5976290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08B34-9C5A-BBCF-7363-4886CC2D4C5F}"/>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CCB70648-9CAF-C7D3-6773-B64E93AE6BA8}"/>
              </a:ext>
            </a:extLst>
          </p:cNvPr>
          <p:cNvSpPr>
            <a:spLocks noGrp="1"/>
          </p:cNvSpPr>
          <p:nvPr>
            <p:ph idx="1"/>
          </p:nvPr>
        </p:nvSpPr>
        <p:spPr/>
        <p:txBody>
          <a:bodyPr/>
          <a:lstStyle/>
          <a:p>
            <a:endParaRPr lang="en-PK" dirty="0"/>
          </a:p>
        </p:txBody>
      </p:sp>
      <p:pic>
        <p:nvPicPr>
          <p:cNvPr id="5" name="Picture 4">
            <a:extLst>
              <a:ext uri="{FF2B5EF4-FFF2-40B4-BE49-F238E27FC236}">
                <a16:creationId xmlns:a16="http://schemas.microsoft.com/office/drawing/2014/main" id="{62E953C1-9EE9-E709-4786-F65963141A96}"/>
              </a:ext>
            </a:extLst>
          </p:cNvPr>
          <p:cNvPicPr>
            <a:picLocks noChangeAspect="1"/>
          </p:cNvPicPr>
          <p:nvPr/>
        </p:nvPicPr>
        <p:blipFill>
          <a:blip r:embed="rId3"/>
          <a:stretch>
            <a:fillRect/>
          </a:stretch>
        </p:blipFill>
        <p:spPr>
          <a:xfrm>
            <a:off x="838200" y="2502378"/>
            <a:ext cx="10784248" cy="2097331"/>
          </a:xfrm>
          <a:prstGeom prst="rect">
            <a:avLst/>
          </a:prstGeom>
        </p:spPr>
      </p:pic>
    </p:spTree>
    <p:extLst>
      <p:ext uri="{BB962C8B-B14F-4D97-AF65-F5344CB8AC3E}">
        <p14:creationId xmlns:p14="http://schemas.microsoft.com/office/powerpoint/2010/main" val="2991945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DA188-A790-C791-FBFB-F67D1D5964F6}"/>
              </a:ext>
            </a:extLst>
          </p:cNvPr>
          <p:cNvSpPr>
            <a:spLocks noGrp="1"/>
          </p:cNvSpPr>
          <p:nvPr>
            <p:ph type="title"/>
          </p:nvPr>
        </p:nvSpPr>
        <p:spPr/>
        <p:txBody>
          <a:bodyPr/>
          <a:lstStyle/>
          <a:p>
            <a:r>
              <a:rPr lang="en-US" dirty="0"/>
              <a:t>Verifying the environment setup</a:t>
            </a:r>
            <a:endParaRPr lang="en-PK" dirty="0"/>
          </a:p>
        </p:txBody>
      </p:sp>
      <p:sp>
        <p:nvSpPr>
          <p:cNvPr id="3" name="Content Placeholder 2">
            <a:extLst>
              <a:ext uri="{FF2B5EF4-FFF2-40B4-BE49-F238E27FC236}">
                <a16:creationId xmlns:a16="http://schemas.microsoft.com/office/drawing/2014/main" id="{4C02CB59-A23B-DEFF-EA82-A1559A11C535}"/>
              </a:ext>
            </a:extLst>
          </p:cNvPr>
          <p:cNvSpPr>
            <a:spLocks noGrp="1"/>
          </p:cNvSpPr>
          <p:nvPr>
            <p:ph idx="1"/>
          </p:nvPr>
        </p:nvSpPr>
        <p:spPr/>
        <p:txBody>
          <a:bodyPr/>
          <a:lstStyle/>
          <a:p>
            <a:endParaRPr lang="en-PK" dirty="0"/>
          </a:p>
        </p:txBody>
      </p:sp>
      <p:pic>
        <p:nvPicPr>
          <p:cNvPr id="5" name="Picture 4">
            <a:extLst>
              <a:ext uri="{FF2B5EF4-FFF2-40B4-BE49-F238E27FC236}">
                <a16:creationId xmlns:a16="http://schemas.microsoft.com/office/drawing/2014/main" id="{1353E977-3718-109A-774D-14ABBC6356B5}"/>
              </a:ext>
            </a:extLst>
          </p:cNvPr>
          <p:cNvPicPr>
            <a:picLocks noChangeAspect="1"/>
          </p:cNvPicPr>
          <p:nvPr/>
        </p:nvPicPr>
        <p:blipFill>
          <a:blip r:embed="rId3"/>
          <a:stretch>
            <a:fillRect/>
          </a:stretch>
        </p:blipFill>
        <p:spPr>
          <a:xfrm>
            <a:off x="1001186" y="1937288"/>
            <a:ext cx="6670475" cy="4504844"/>
          </a:xfrm>
          <a:prstGeom prst="rect">
            <a:avLst/>
          </a:prstGeom>
        </p:spPr>
      </p:pic>
      <p:pic>
        <p:nvPicPr>
          <p:cNvPr id="7" name="Picture 6">
            <a:extLst>
              <a:ext uri="{FF2B5EF4-FFF2-40B4-BE49-F238E27FC236}">
                <a16:creationId xmlns:a16="http://schemas.microsoft.com/office/drawing/2014/main" id="{102CEA7B-B3FE-9058-C4FF-6D9DF7A7594D}"/>
              </a:ext>
            </a:extLst>
          </p:cNvPr>
          <p:cNvPicPr>
            <a:picLocks noChangeAspect="1"/>
          </p:cNvPicPr>
          <p:nvPr/>
        </p:nvPicPr>
        <p:blipFill>
          <a:blip r:embed="rId4"/>
          <a:stretch>
            <a:fillRect/>
          </a:stretch>
        </p:blipFill>
        <p:spPr>
          <a:xfrm>
            <a:off x="5832528" y="2018654"/>
            <a:ext cx="5940495" cy="1762371"/>
          </a:xfrm>
          <a:prstGeom prst="rect">
            <a:avLst/>
          </a:prstGeom>
        </p:spPr>
      </p:pic>
      <p:sp>
        <p:nvSpPr>
          <p:cNvPr id="6" name="TextBox 5">
            <a:extLst>
              <a:ext uri="{FF2B5EF4-FFF2-40B4-BE49-F238E27FC236}">
                <a16:creationId xmlns:a16="http://schemas.microsoft.com/office/drawing/2014/main" id="{01A915B9-8F9A-47C1-F344-2B562C336CB9}"/>
              </a:ext>
            </a:extLst>
          </p:cNvPr>
          <p:cNvSpPr txBox="1"/>
          <p:nvPr/>
        </p:nvSpPr>
        <p:spPr>
          <a:xfrm>
            <a:off x="2287908" y="1853925"/>
            <a:ext cx="7938841" cy="369332"/>
          </a:xfrm>
          <a:prstGeom prst="rect">
            <a:avLst/>
          </a:prstGeom>
          <a:noFill/>
        </p:spPr>
        <p:txBody>
          <a:bodyPr wrap="square">
            <a:spAutoFit/>
          </a:bodyPr>
          <a:lstStyle/>
          <a:p>
            <a:r>
              <a:rPr lang="en-US" dirty="0"/>
              <a:t>This module provides a way to interact with the underlying operating system </a:t>
            </a:r>
            <a:endParaRPr lang="en-PK" dirty="0"/>
          </a:p>
        </p:txBody>
      </p:sp>
    </p:spTree>
    <p:extLst>
      <p:ext uri="{BB962C8B-B14F-4D97-AF65-F5344CB8AC3E}">
        <p14:creationId xmlns:p14="http://schemas.microsoft.com/office/powerpoint/2010/main" val="2219976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49798-A163-8E5E-50DB-A0FF91641F41}"/>
              </a:ext>
            </a:extLst>
          </p:cNvPr>
          <p:cNvSpPr>
            <a:spLocks noGrp="1"/>
          </p:cNvSpPr>
          <p:nvPr>
            <p:ph type="title"/>
          </p:nvPr>
        </p:nvSpPr>
        <p:spPr/>
        <p:txBody>
          <a:bodyPr/>
          <a:lstStyle/>
          <a:p>
            <a:r>
              <a:rPr lang="en-US" dirty="0"/>
              <a:t>Updated with </a:t>
            </a:r>
            <a:r>
              <a:rPr lang="en-US" dirty="0" err="1"/>
              <a:t>gemeni</a:t>
            </a:r>
            <a:r>
              <a:rPr lang="en-US" dirty="0"/>
              <a:t>   1/2</a:t>
            </a:r>
            <a:endParaRPr lang="en-PK" dirty="0"/>
          </a:p>
        </p:txBody>
      </p:sp>
      <p:sp>
        <p:nvSpPr>
          <p:cNvPr id="3" name="Content Placeholder 2">
            <a:extLst>
              <a:ext uri="{FF2B5EF4-FFF2-40B4-BE49-F238E27FC236}">
                <a16:creationId xmlns:a16="http://schemas.microsoft.com/office/drawing/2014/main" id="{76E8DEE9-79D7-B688-26BE-FC15DA336541}"/>
              </a:ext>
            </a:extLst>
          </p:cNvPr>
          <p:cNvSpPr>
            <a:spLocks noGrp="1"/>
          </p:cNvSpPr>
          <p:nvPr>
            <p:ph idx="1"/>
          </p:nvPr>
        </p:nvSpPr>
        <p:spPr>
          <a:xfrm>
            <a:off x="783265" y="1690688"/>
            <a:ext cx="10515600" cy="5032375"/>
          </a:xfrm>
        </p:spPr>
        <p:txBody>
          <a:bodyPr>
            <a:normAutofit fontScale="62500" lnSpcReduction="20000"/>
          </a:bodyPr>
          <a:lstStyle/>
          <a:p>
            <a:pPr>
              <a:lnSpc>
                <a:spcPts val="2200"/>
              </a:lnSpc>
              <a:buNone/>
            </a:pPr>
            <a:r>
              <a:rPr lang="en-US" sz="3600" b="0" i="1" dirty="0">
                <a:effectLst/>
                <a:latin typeface="Consolas" panose="020B0609020204030204" pitchFamily="49" charset="0"/>
              </a:rPr>
              <a:t>import</a:t>
            </a:r>
            <a:r>
              <a:rPr lang="en-US" sz="3600" b="0" dirty="0">
                <a:effectLst/>
                <a:latin typeface="Consolas" panose="020B0609020204030204" pitchFamily="49" charset="0"/>
              </a:rPr>
              <a:t> </a:t>
            </a:r>
            <a:r>
              <a:rPr lang="en-US" sz="3600" b="0" dirty="0" err="1">
                <a:effectLst/>
                <a:latin typeface="Consolas" panose="020B0609020204030204" pitchFamily="49" charset="0"/>
              </a:rPr>
              <a:t>os</a:t>
            </a:r>
            <a:endParaRPr lang="en-US" sz="3600" b="0" dirty="0">
              <a:effectLst/>
              <a:latin typeface="Consolas" panose="020B0609020204030204" pitchFamily="49" charset="0"/>
            </a:endParaRPr>
          </a:p>
          <a:p>
            <a:pPr>
              <a:lnSpc>
                <a:spcPts val="2200"/>
              </a:lnSpc>
              <a:buNone/>
            </a:pPr>
            <a:r>
              <a:rPr lang="en-US" sz="3600" b="0" i="1" dirty="0">
                <a:effectLst/>
                <a:latin typeface="Consolas" panose="020B0609020204030204" pitchFamily="49" charset="0"/>
              </a:rPr>
              <a:t>from</a:t>
            </a:r>
            <a:r>
              <a:rPr lang="en-US" sz="3600" b="0" dirty="0">
                <a:effectLst/>
                <a:latin typeface="Consolas" panose="020B0609020204030204" pitchFamily="49" charset="0"/>
              </a:rPr>
              <a:t> </a:t>
            </a:r>
            <a:r>
              <a:rPr lang="en-US" sz="3600" b="0" dirty="0" err="1">
                <a:effectLst/>
                <a:latin typeface="Consolas" panose="020B0609020204030204" pitchFamily="49" charset="0"/>
              </a:rPr>
              <a:t>dotenv</a:t>
            </a:r>
            <a:r>
              <a:rPr lang="en-US" sz="3600" b="0" dirty="0">
                <a:effectLst/>
                <a:latin typeface="Consolas" panose="020B0609020204030204" pitchFamily="49" charset="0"/>
              </a:rPr>
              <a:t> </a:t>
            </a:r>
            <a:r>
              <a:rPr lang="en-US" sz="3600" b="0" i="1" dirty="0">
                <a:effectLst/>
                <a:latin typeface="Consolas" panose="020B0609020204030204" pitchFamily="49" charset="0"/>
              </a:rPr>
              <a:t>import</a:t>
            </a:r>
            <a:r>
              <a:rPr lang="en-US" sz="3600" b="0" dirty="0">
                <a:effectLst/>
                <a:latin typeface="Consolas" panose="020B0609020204030204" pitchFamily="49" charset="0"/>
              </a:rPr>
              <a:t> </a:t>
            </a:r>
            <a:r>
              <a:rPr lang="en-US" sz="3600" b="0" dirty="0" err="1">
                <a:effectLst/>
                <a:latin typeface="Consolas" panose="020B0609020204030204" pitchFamily="49" charset="0"/>
              </a:rPr>
              <a:t>load_dotenv</a:t>
            </a:r>
            <a:r>
              <a:rPr lang="en-US" sz="3600" b="0" dirty="0">
                <a:effectLst/>
                <a:latin typeface="Consolas" panose="020B0609020204030204" pitchFamily="49" charset="0"/>
              </a:rPr>
              <a:t>, </a:t>
            </a:r>
            <a:r>
              <a:rPr lang="en-US" sz="3600" b="0" dirty="0" err="1">
                <a:effectLst/>
                <a:latin typeface="Consolas" panose="020B0609020204030204" pitchFamily="49" charset="0"/>
              </a:rPr>
              <a:t>find_dotenv</a:t>
            </a:r>
            <a:endParaRPr lang="en-US" sz="3600" b="0" dirty="0">
              <a:effectLst/>
              <a:latin typeface="Consolas" panose="020B0609020204030204" pitchFamily="49" charset="0"/>
            </a:endParaRPr>
          </a:p>
          <a:p>
            <a:pPr>
              <a:lnSpc>
                <a:spcPts val="2200"/>
              </a:lnSpc>
              <a:buNone/>
            </a:pPr>
            <a:r>
              <a:rPr lang="en-US" sz="3600" b="0" i="1" dirty="0">
                <a:effectLst/>
                <a:latin typeface="Consolas" panose="020B0609020204030204" pitchFamily="49" charset="0"/>
              </a:rPr>
              <a:t>from</a:t>
            </a:r>
            <a:r>
              <a:rPr lang="en-US" sz="3600" b="0" dirty="0">
                <a:effectLst/>
                <a:latin typeface="Consolas" panose="020B0609020204030204" pitchFamily="49" charset="0"/>
              </a:rPr>
              <a:t> agents </a:t>
            </a:r>
            <a:r>
              <a:rPr lang="en-US" sz="3600" b="0" i="1" dirty="0">
                <a:effectLst/>
                <a:latin typeface="Consolas" panose="020B0609020204030204" pitchFamily="49" charset="0"/>
              </a:rPr>
              <a:t>import</a:t>
            </a:r>
            <a:r>
              <a:rPr lang="en-US" sz="3600" b="0" dirty="0">
                <a:effectLst/>
                <a:latin typeface="Consolas" panose="020B0609020204030204" pitchFamily="49" charset="0"/>
              </a:rPr>
              <a:t> Agent, Runner, </a:t>
            </a:r>
            <a:r>
              <a:rPr lang="en-US" sz="3600" b="0" dirty="0" err="1">
                <a:effectLst/>
                <a:latin typeface="Consolas" panose="020B0609020204030204" pitchFamily="49" charset="0"/>
              </a:rPr>
              <a:t>OpenAIChatCompletionsModel</a:t>
            </a:r>
            <a:r>
              <a:rPr lang="en-US" sz="3600" b="0" dirty="0">
                <a:effectLst/>
                <a:latin typeface="Consolas" panose="020B0609020204030204" pitchFamily="49" charset="0"/>
              </a:rPr>
              <a:t>, </a:t>
            </a:r>
            <a:r>
              <a:rPr lang="en-US" sz="3600" b="0" dirty="0" err="1">
                <a:effectLst/>
                <a:latin typeface="Consolas" panose="020B0609020204030204" pitchFamily="49" charset="0"/>
              </a:rPr>
              <a:t>AsyncOpenAI</a:t>
            </a:r>
            <a:endParaRPr lang="en-US" sz="3600" b="0" dirty="0">
              <a:effectLst/>
              <a:latin typeface="Consolas" panose="020B0609020204030204" pitchFamily="49" charset="0"/>
            </a:endParaRPr>
          </a:p>
          <a:p>
            <a:pPr>
              <a:lnSpc>
                <a:spcPts val="2200"/>
              </a:lnSpc>
              <a:buNone/>
            </a:pPr>
            <a:r>
              <a:rPr lang="en-US" sz="3600" b="0" i="1" dirty="0">
                <a:solidFill>
                  <a:schemeClr val="bg2">
                    <a:lumMod val="50000"/>
                  </a:schemeClr>
                </a:solidFill>
                <a:effectLst/>
                <a:latin typeface="Consolas" panose="020B0609020204030204" pitchFamily="49" charset="0"/>
              </a:rPr>
              <a:t># Load environment variables from </a:t>
            </a:r>
            <a:r>
              <a:rPr lang="en-US" sz="3600" b="0" i="1" dirty="0" err="1">
                <a:solidFill>
                  <a:schemeClr val="bg2">
                    <a:lumMod val="50000"/>
                  </a:schemeClr>
                </a:solidFill>
                <a:effectLst/>
                <a:latin typeface="Consolas" panose="020B0609020204030204" pitchFamily="49" charset="0"/>
              </a:rPr>
              <a:t>the.env</a:t>
            </a:r>
            <a:r>
              <a:rPr lang="en-US" sz="3600" b="0" i="1" dirty="0">
                <a:solidFill>
                  <a:schemeClr val="bg2">
                    <a:lumMod val="50000"/>
                  </a:schemeClr>
                </a:solidFill>
                <a:effectLst/>
                <a:latin typeface="Consolas" panose="020B0609020204030204" pitchFamily="49" charset="0"/>
              </a:rPr>
              <a:t> file  #load_dotenv()</a:t>
            </a:r>
            <a:endParaRPr lang="en-US" sz="3600" b="0" dirty="0">
              <a:solidFill>
                <a:schemeClr val="bg2">
                  <a:lumMod val="50000"/>
                </a:schemeClr>
              </a:solidFill>
              <a:effectLst/>
              <a:latin typeface="Consolas" panose="020B0609020204030204" pitchFamily="49" charset="0"/>
            </a:endParaRPr>
          </a:p>
          <a:p>
            <a:pPr>
              <a:lnSpc>
                <a:spcPts val="2200"/>
              </a:lnSpc>
              <a:buNone/>
            </a:pPr>
            <a:r>
              <a:rPr lang="en-US" sz="3600" b="0" dirty="0" err="1">
                <a:effectLst/>
                <a:latin typeface="Consolas" panose="020B0609020204030204" pitchFamily="49" charset="0"/>
              </a:rPr>
              <a:t>load_dotenv</a:t>
            </a:r>
            <a:r>
              <a:rPr lang="en-US" sz="3600" b="0" dirty="0">
                <a:effectLst/>
                <a:latin typeface="Consolas" panose="020B0609020204030204" pitchFamily="49" charset="0"/>
              </a:rPr>
              <a:t>(</a:t>
            </a:r>
            <a:r>
              <a:rPr lang="en-US" sz="3600" b="0" dirty="0" err="1">
                <a:effectLst/>
                <a:latin typeface="Consolas" panose="020B0609020204030204" pitchFamily="49" charset="0"/>
              </a:rPr>
              <a:t>find_dotenv</a:t>
            </a:r>
            <a:r>
              <a:rPr lang="en-US" sz="3600" b="0" dirty="0">
                <a:effectLst/>
                <a:latin typeface="Consolas" panose="020B0609020204030204" pitchFamily="49" charset="0"/>
              </a:rPr>
              <a:t>())</a:t>
            </a:r>
          </a:p>
          <a:p>
            <a:pPr>
              <a:lnSpc>
                <a:spcPts val="2200"/>
              </a:lnSpc>
              <a:buNone/>
            </a:pPr>
            <a:r>
              <a:rPr lang="en-US" sz="3600" b="0" i="1" dirty="0">
                <a:effectLst/>
                <a:latin typeface="Consolas" panose="020B0609020204030204" pitchFamily="49" charset="0"/>
              </a:rPr>
              <a:t>#</a:t>
            </a:r>
            <a:r>
              <a:rPr lang="en-US" sz="3600" b="0" i="1" dirty="0">
                <a:solidFill>
                  <a:schemeClr val="bg2">
                    <a:lumMod val="50000"/>
                  </a:schemeClr>
                </a:solidFill>
                <a:effectLst/>
                <a:latin typeface="Consolas" panose="020B0609020204030204" pitchFamily="49" charset="0"/>
              </a:rPr>
              <a:t>Which LLM Provider to use? -&gt; Google Chat Completions API Service</a:t>
            </a:r>
            <a:endParaRPr lang="en-US" sz="3600" b="0" dirty="0">
              <a:solidFill>
                <a:schemeClr val="bg2">
                  <a:lumMod val="50000"/>
                </a:schemeClr>
              </a:solidFill>
              <a:effectLst/>
              <a:latin typeface="Consolas" panose="020B0609020204030204" pitchFamily="49" charset="0"/>
            </a:endParaRPr>
          </a:p>
          <a:p>
            <a:pPr>
              <a:lnSpc>
                <a:spcPts val="2200"/>
              </a:lnSpc>
              <a:buNone/>
            </a:pPr>
            <a:r>
              <a:rPr lang="en-US" sz="3600" b="0" dirty="0" err="1">
                <a:effectLst/>
                <a:latin typeface="Consolas" panose="020B0609020204030204" pitchFamily="49" charset="0"/>
              </a:rPr>
              <a:t>external_client</a:t>
            </a:r>
            <a:r>
              <a:rPr lang="en-US" sz="3600" b="0" dirty="0">
                <a:effectLst/>
                <a:latin typeface="Consolas" panose="020B0609020204030204" pitchFamily="49" charset="0"/>
              </a:rPr>
              <a:t>: </a:t>
            </a:r>
            <a:r>
              <a:rPr lang="en-US" sz="3600" b="0" dirty="0" err="1">
                <a:effectLst/>
                <a:latin typeface="Consolas" panose="020B0609020204030204" pitchFamily="49" charset="0"/>
              </a:rPr>
              <a:t>AsyncOpenAI</a:t>
            </a:r>
            <a:r>
              <a:rPr lang="en-US" sz="3600" b="0" dirty="0">
                <a:effectLst/>
                <a:latin typeface="Consolas" panose="020B0609020204030204" pitchFamily="49" charset="0"/>
              </a:rPr>
              <a:t> = Syncopial(</a:t>
            </a:r>
          </a:p>
          <a:p>
            <a:pPr>
              <a:lnSpc>
                <a:spcPts val="2200"/>
              </a:lnSpc>
              <a:buNone/>
            </a:pPr>
            <a:r>
              <a:rPr lang="en-US" sz="3600" b="0" dirty="0">
                <a:effectLst/>
                <a:latin typeface="Consolas" panose="020B0609020204030204" pitchFamily="49" charset="0"/>
              </a:rPr>
              <a:t>    </a:t>
            </a:r>
            <a:r>
              <a:rPr lang="en-US" sz="3600" b="0" dirty="0" err="1">
                <a:effectLst/>
                <a:latin typeface="Consolas" panose="020B0609020204030204" pitchFamily="49" charset="0"/>
              </a:rPr>
              <a:t>api_key</a:t>
            </a:r>
            <a:r>
              <a:rPr lang="en-US" sz="3600" b="0" dirty="0">
                <a:effectLst/>
                <a:latin typeface="Consolas" panose="020B0609020204030204" pitchFamily="49" charset="0"/>
              </a:rPr>
              <a:t>=</a:t>
            </a:r>
            <a:r>
              <a:rPr lang="en-US" sz="3600" b="0" dirty="0" err="1">
                <a:effectLst/>
                <a:latin typeface="Consolas" panose="020B0609020204030204" pitchFamily="49" charset="0"/>
              </a:rPr>
              <a:t>os.getenv</a:t>
            </a:r>
            <a:r>
              <a:rPr lang="en-US" sz="3600" b="0" dirty="0">
                <a:effectLst/>
                <a:latin typeface="Consolas" panose="020B0609020204030204" pitchFamily="49" charset="0"/>
              </a:rPr>
              <a:t>("GEMINI_API_KEY"),</a:t>
            </a:r>
          </a:p>
          <a:p>
            <a:pPr>
              <a:lnSpc>
                <a:spcPts val="2200"/>
              </a:lnSpc>
              <a:buNone/>
            </a:pPr>
            <a:r>
              <a:rPr lang="en-US" sz="3600" b="0" dirty="0">
                <a:effectLst/>
                <a:latin typeface="Consolas" panose="020B0609020204030204" pitchFamily="49" charset="0"/>
              </a:rPr>
              <a:t>    </a:t>
            </a:r>
            <a:r>
              <a:rPr lang="en-US" sz="3600" b="0" dirty="0" err="1">
                <a:effectLst/>
                <a:latin typeface="Consolas" panose="020B0609020204030204" pitchFamily="49" charset="0"/>
              </a:rPr>
              <a:t>base_url</a:t>
            </a:r>
            <a:r>
              <a:rPr lang="en-US" sz="3600" b="0" dirty="0">
                <a:effectLst/>
                <a:latin typeface="Consolas" panose="020B0609020204030204" pitchFamily="49" charset="0"/>
              </a:rPr>
              <a:t>="https://generativelanguage.googleapis.com/v1beta/</a:t>
            </a:r>
            <a:r>
              <a:rPr lang="en-US" sz="3600" b="0" dirty="0" err="1">
                <a:effectLst/>
                <a:latin typeface="Consolas" panose="020B0609020204030204" pitchFamily="49" charset="0"/>
              </a:rPr>
              <a:t>openai</a:t>
            </a:r>
            <a:r>
              <a:rPr lang="en-US" sz="3600" b="0" dirty="0">
                <a:effectLst/>
                <a:latin typeface="Consolas" panose="020B0609020204030204" pitchFamily="49" charset="0"/>
              </a:rPr>
              <a:t>/",</a:t>
            </a:r>
          </a:p>
          <a:p>
            <a:pPr>
              <a:lnSpc>
                <a:spcPts val="2200"/>
              </a:lnSpc>
              <a:buNone/>
            </a:pPr>
            <a:r>
              <a:rPr lang="en-US" b="0" dirty="0">
                <a:effectLst/>
                <a:latin typeface="Consolas" panose="020B0609020204030204" pitchFamily="49" charset="0"/>
              </a:rPr>
              <a:t>)</a:t>
            </a:r>
          </a:p>
          <a:p>
            <a:pPr>
              <a:lnSpc>
                <a:spcPts val="2200"/>
              </a:lnSpc>
            </a:pPr>
            <a:endParaRPr lang="en-PK" dirty="0"/>
          </a:p>
        </p:txBody>
      </p:sp>
    </p:spTree>
    <p:extLst>
      <p:ext uri="{BB962C8B-B14F-4D97-AF65-F5344CB8AC3E}">
        <p14:creationId xmlns:p14="http://schemas.microsoft.com/office/powerpoint/2010/main" val="42324522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DB3A8-FA08-24B1-CEAF-7695D6489EDC}"/>
              </a:ext>
            </a:extLst>
          </p:cNvPr>
          <p:cNvSpPr>
            <a:spLocks noGrp="1"/>
          </p:cNvSpPr>
          <p:nvPr>
            <p:ph type="title"/>
          </p:nvPr>
        </p:nvSpPr>
        <p:spPr/>
        <p:txBody>
          <a:bodyPr/>
          <a:lstStyle/>
          <a:p>
            <a:r>
              <a:rPr lang="en-US" dirty="0"/>
              <a:t>Updated with </a:t>
            </a:r>
            <a:r>
              <a:rPr lang="en-US" dirty="0" err="1"/>
              <a:t>gemeni</a:t>
            </a:r>
            <a:r>
              <a:rPr lang="en-US" dirty="0"/>
              <a:t>   2/2</a:t>
            </a:r>
            <a:endParaRPr lang="en-PK" dirty="0"/>
          </a:p>
        </p:txBody>
      </p:sp>
      <p:sp>
        <p:nvSpPr>
          <p:cNvPr id="3" name="Content Placeholder 2">
            <a:extLst>
              <a:ext uri="{FF2B5EF4-FFF2-40B4-BE49-F238E27FC236}">
                <a16:creationId xmlns:a16="http://schemas.microsoft.com/office/drawing/2014/main" id="{15B8D644-C1A5-D0D0-CFF5-E6522B072D38}"/>
              </a:ext>
            </a:extLst>
          </p:cNvPr>
          <p:cNvSpPr>
            <a:spLocks noGrp="1"/>
          </p:cNvSpPr>
          <p:nvPr>
            <p:ph idx="1"/>
          </p:nvPr>
        </p:nvSpPr>
        <p:spPr>
          <a:xfrm>
            <a:off x="838199" y="1825624"/>
            <a:ext cx="10965873" cy="4879975"/>
          </a:xfrm>
        </p:spPr>
        <p:txBody>
          <a:bodyPr>
            <a:normAutofit/>
          </a:bodyPr>
          <a:lstStyle/>
          <a:p>
            <a:pPr>
              <a:lnSpc>
                <a:spcPts val="1425"/>
              </a:lnSpc>
              <a:buNone/>
            </a:pPr>
            <a:r>
              <a:rPr lang="en-US" b="0" i="1" dirty="0">
                <a:solidFill>
                  <a:srgbClr val="141414"/>
                </a:solidFill>
                <a:effectLst/>
                <a:latin typeface="Consolas" panose="020B0609020204030204" pitchFamily="49" charset="0"/>
              </a:rPr>
              <a:t> </a:t>
            </a:r>
            <a:r>
              <a:rPr lang="en-US" sz="2000" b="0" i="1" dirty="0">
                <a:solidFill>
                  <a:srgbClr val="141414"/>
                </a:solidFill>
                <a:effectLst/>
                <a:latin typeface="Consolas" panose="020B0609020204030204" pitchFamily="49" charset="0"/>
              </a:rPr>
              <a:t>2. Which LLM Model to use?</a:t>
            </a:r>
            <a:endParaRPr lang="en-US" sz="2000" b="0" dirty="0">
              <a:solidFill>
                <a:srgbClr val="141414"/>
              </a:solidFill>
              <a:effectLst/>
              <a:latin typeface="Consolas" panose="020B0609020204030204" pitchFamily="49" charset="0"/>
            </a:endParaRPr>
          </a:p>
          <a:p>
            <a:pPr>
              <a:lnSpc>
                <a:spcPts val="1425"/>
              </a:lnSpc>
              <a:buNone/>
            </a:pPr>
            <a:r>
              <a:rPr lang="en-US" sz="2000" b="0" dirty="0" err="1">
                <a:solidFill>
                  <a:srgbClr val="206595"/>
                </a:solidFill>
                <a:effectLst/>
                <a:latin typeface="Consolas" panose="020B0609020204030204" pitchFamily="49" charset="0"/>
              </a:rPr>
              <a:t>llm_model</a:t>
            </a:r>
            <a:r>
              <a:rPr lang="en-US" sz="2000" b="0" dirty="0">
                <a:solidFill>
                  <a:srgbClr val="141414"/>
                </a:solidFill>
                <a:effectLst/>
                <a:latin typeface="Consolas" panose="020B0609020204030204" pitchFamily="49" charset="0"/>
              </a:rPr>
              <a:t>: </a:t>
            </a:r>
            <a:r>
              <a:rPr lang="en-US" sz="2000" b="0" dirty="0" err="1">
                <a:solidFill>
                  <a:srgbClr val="141414"/>
                </a:solidFill>
                <a:effectLst/>
                <a:latin typeface="Consolas" panose="020B0609020204030204" pitchFamily="49" charset="0"/>
              </a:rPr>
              <a:t>OpenAIChatCompletionsModel</a:t>
            </a:r>
            <a:r>
              <a:rPr lang="en-US" sz="2000" b="0" dirty="0">
                <a:solidFill>
                  <a:srgbClr val="141414"/>
                </a:solidFill>
                <a:effectLst/>
                <a:latin typeface="Consolas" panose="020B0609020204030204" pitchFamily="49" charset="0"/>
              </a:rPr>
              <a:t> = </a:t>
            </a:r>
            <a:r>
              <a:rPr lang="en-US" sz="2000" b="0" dirty="0" err="1">
                <a:effectLst/>
                <a:latin typeface="Consolas" panose="020B0609020204030204" pitchFamily="49" charset="0"/>
              </a:rPr>
              <a:t>OpenAIChatCompletionsModel</a:t>
            </a:r>
            <a:r>
              <a:rPr lang="en-US" sz="2000" b="0" dirty="0">
                <a:effectLst/>
                <a:latin typeface="Consolas" panose="020B0609020204030204" pitchFamily="49" charset="0"/>
              </a:rPr>
              <a:t>(</a:t>
            </a:r>
          </a:p>
          <a:p>
            <a:pPr>
              <a:lnSpc>
                <a:spcPts val="1425"/>
              </a:lnSpc>
              <a:buNone/>
            </a:pPr>
            <a:r>
              <a:rPr lang="en-US" sz="2000" b="0" dirty="0">
                <a:effectLst/>
                <a:latin typeface="Consolas" panose="020B0609020204030204" pitchFamily="49" charset="0"/>
              </a:rPr>
              <a:t>    model="gemini-2.5-flash",</a:t>
            </a:r>
          </a:p>
          <a:p>
            <a:pPr>
              <a:lnSpc>
                <a:spcPts val="1425"/>
              </a:lnSpc>
              <a:buNone/>
            </a:pPr>
            <a:r>
              <a:rPr lang="en-US" sz="2000" b="0" dirty="0">
                <a:solidFill>
                  <a:srgbClr val="141414"/>
                </a:solidFill>
                <a:effectLst/>
                <a:latin typeface="Consolas" panose="020B0609020204030204" pitchFamily="49" charset="0"/>
              </a:rPr>
              <a:t>    </a:t>
            </a:r>
            <a:r>
              <a:rPr lang="en-US" sz="2000" b="0" dirty="0" err="1">
                <a:solidFill>
                  <a:srgbClr val="141414"/>
                </a:solidFill>
                <a:effectLst/>
                <a:latin typeface="Consolas" panose="020B0609020204030204" pitchFamily="49" charset="0"/>
              </a:rPr>
              <a:t>openai_client</a:t>
            </a:r>
            <a:r>
              <a:rPr lang="en-US" sz="2000" b="0" dirty="0">
                <a:solidFill>
                  <a:srgbClr val="141414"/>
                </a:solidFill>
                <a:effectLst/>
                <a:latin typeface="Consolas" panose="020B0609020204030204" pitchFamily="49" charset="0"/>
              </a:rPr>
              <a:t>=</a:t>
            </a:r>
            <a:r>
              <a:rPr lang="en-US" sz="2000" b="0" dirty="0" err="1">
                <a:effectLst/>
                <a:latin typeface="Consolas" panose="020B0609020204030204" pitchFamily="49" charset="0"/>
              </a:rPr>
              <a:t>external_client</a:t>
            </a:r>
            <a:endParaRPr lang="en-US" sz="2000" b="0" dirty="0">
              <a:effectLst/>
              <a:latin typeface="Consolas" panose="020B0609020204030204" pitchFamily="49" charset="0"/>
            </a:endParaRPr>
          </a:p>
          <a:p>
            <a:pPr>
              <a:lnSpc>
                <a:spcPts val="1425"/>
              </a:lnSpc>
              <a:buNone/>
            </a:pPr>
            <a:r>
              <a:rPr lang="en-US" sz="2000" b="0" dirty="0">
                <a:solidFill>
                  <a:srgbClr val="141414"/>
                </a:solidFill>
                <a:effectLst/>
                <a:latin typeface="Consolas" panose="020B0609020204030204" pitchFamily="49" charset="0"/>
              </a:rPr>
              <a:t>)</a:t>
            </a:r>
            <a:endParaRPr lang="en-US" sz="2000" b="0" dirty="0">
              <a:solidFill>
                <a:schemeClr val="bg2">
                  <a:lumMod val="50000"/>
                </a:schemeClr>
              </a:solidFill>
              <a:effectLst/>
              <a:latin typeface="Consolas" panose="020B0609020204030204" pitchFamily="49" charset="0"/>
            </a:endParaRPr>
          </a:p>
          <a:p>
            <a:pPr>
              <a:lnSpc>
                <a:spcPts val="1425"/>
              </a:lnSpc>
              <a:buNone/>
            </a:pPr>
            <a:r>
              <a:rPr lang="en-US" sz="2000" b="0" i="1" dirty="0">
                <a:solidFill>
                  <a:schemeClr val="bg2">
                    <a:lumMod val="50000"/>
                  </a:schemeClr>
                </a:solidFill>
                <a:effectLst/>
                <a:latin typeface="Consolas" panose="020B0609020204030204" pitchFamily="49" charset="0"/>
              </a:rPr>
              <a:t># Check to confirm API key is accessible:</a:t>
            </a:r>
            <a:endParaRPr lang="en-US" sz="2000" b="0" dirty="0">
              <a:solidFill>
                <a:schemeClr val="bg2">
                  <a:lumMod val="50000"/>
                </a:schemeClr>
              </a:solidFill>
              <a:effectLst/>
              <a:latin typeface="Consolas" panose="020B0609020204030204" pitchFamily="49" charset="0"/>
            </a:endParaRPr>
          </a:p>
          <a:p>
            <a:pPr>
              <a:lnSpc>
                <a:spcPts val="1425"/>
              </a:lnSpc>
              <a:buNone/>
            </a:pPr>
            <a:r>
              <a:rPr lang="en-US" sz="2000" b="0" i="1" dirty="0">
                <a:effectLst/>
                <a:latin typeface="Consolas" panose="020B0609020204030204" pitchFamily="49" charset="0"/>
              </a:rPr>
              <a:t>if</a:t>
            </a:r>
            <a:r>
              <a:rPr lang="en-US" sz="2000" b="0" dirty="0">
                <a:effectLst/>
                <a:latin typeface="Consolas" panose="020B0609020204030204" pitchFamily="49" charset="0"/>
              </a:rPr>
              <a:t> not </a:t>
            </a:r>
            <a:r>
              <a:rPr lang="en-US" sz="2000" b="0" dirty="0" err="1">
                <a:effectLst/>
                <a:latin typeface="Consolas" panose="020B0609020204030204" pitchFamily="49" charset="0"/>
              </a:rPr>
              <a:t>os.getenv</a:t>
            </a:r>
            <a:r>
              <a:rPr lang="en-US" sz="2000" b="0" dirty="0">
                <a:effectLst/>
                <a:latin typeface="Consolas" panose="020B0609020204030204" pitchFamily="49" charset="0"/>
              </a:rPr>
              <a:t>("GEMINI_API_KEY"):</a:t>
            </a:r>
          </a:p>
          <a:p>
            <a:pPr>
              <a:lnSpc>
                <a:spcPts val="1425"/>
              </a:lnSpc>
              <a:buNone/>
            </a:pPr>
            <a:r>
              <a:rPr lang="en-US" sz="2000" b="0" dirty="0">
                <a:effectLst/>
                <a:latin typeface="Consolas" panose="020B0609020204030204" pitchFamily="49" charset="0"/>
              </a:rPr>
              <a:t>    print("Error: GEMINI_API_KEY not found. Please set it in </a:t>
            </a:r>
            <a:r>
              <a:rPr lang="en-US" sz="2000" b="0" dirty="0" err="1">
                <a:effectLst/>
                <a:latin typeface="Consolas" panose="020B0609020204030204" pitchFamily="49" charset="0"/>
              </a:rPr>
              <a:t>your.env</a:t>
            </a:r>
            <a:r>
              <a:rPr lang="en-US" sz="2000" b="0" dirty="0">
                <a:effectLst/>
                <a:latin typeface="Consolas" panose="020B0609020204030204" pitchFamily="49" charset="0"/>
              </a:rPr>
              <a:t> file.")</a:t>
            </a:r>
          </a:p>
          <a:p>
            <a:pPr>
              <a:lnSpc>
                <a:spcPts val="1425"/>
              </a:lnSpc>
              <a:buNone/>
            </a:pPr>
            <a:r>
              <a:rPr lang="en-US" sz="2000" b="0" i="1" dirty="0">
                <a:effectLst/>
                <a:latin typeface="Consolas" panose="020B0609020204030204" pitchFamily="49" charset="0"/>
              </a:rPr>
              <a:t>else</a:t>
            </a:r>
            <a:r>
              <a:rPr lang="en-US" sz="2000" b="0" dirty="0">
                <a:effectLst/>
                <a:latin typeface="Consolas" panose="020B0609020204030204" pitchFamily="49" charset="0"/>
              </a:rPr>
              <a:t>:</a:t>
            </a:r>
          </a:p>
          <a:p>
            <a:pPr>
              <a:lnSpc>
                <a:spcPts val="1425"/>
              </a:lnSpc>
              <a:buNone/>
            </a:pPr>
            <a:r>
              <a:rPr lang="en-US" sz="2000" b="0" dirty="0">
                <a:effectLst/>
                <a:latin typeface="Consolas" panose="020B0609020204030204" pitchFamily="49" charset="0"/>
              </a:rPr>
              <a:t>    print("API Key loaded successfully.")</a:t>
            </a:r>
          </a:p>
          <a:p>
            <a:pPr>
              <a:lnSpc>
                <a:spcPts val="1425"/>
              </a:lnSpc>
              <a:buNone/>
            </a:pPr>
            <a:r>
              <a:rPr lang="en-US" sz="2000" b="0" i="1" dirty="0">
                <a:solidFill>
                  <a:schemeClr val="bg2">
                    <a:lumMod val="50000"/>
                  </a:schemeClr>
                </a:solidFill>
                <a:effectLst/>
                <a:latin typeface="Consolas" panose="020B0609020204030204" pitchFamily="49" charset="0"/>
              </a:rPr>
              <a:t>#Create an agent and run it</a:t>
            </a:r>
            <a:endParaRPr lang="en-US" sz="2000" b="0" dirty="0">
              <a:solidFill>
                <a:schemeClr val="bg2">
                  <a:lumMod val="50000"/>
                </a:schemeClr>
              </a:solidFill>
              <a:effectLst/>
              <a:latin typeface="Consolas" panose="020B0609020204030204" pitchFamily="49" charset="0"/>
            </a:endParaRPr>
          </a:p>
          <a:p>
            <a:pPr>
              <a:lnSpc>
                <a:spcPts val="1425"/>
              </a:lnSpc>
              <a:buNone/>
            </a:pPr>
            <a:r>
              <a:rPr lang="en-US" sz="2000" b="0" dirty="0">
                <a:effectLst/>
                <a:latin typeface="Consolas" panose="020B0609020204030204" pitchFamily="49" charset="0"/>
              </a:rPr>
              <a:t>agent = Agent(name="Echo Agent", instructions="Return the words 'Setup very</a:t>
            </a:r>
            <a:br>
              <a:rPr lang="en-US" sz="2000" b="0" dirty="0">
                <a:effectLst/>
                <a:latin typeface="Consolas" panose="020B0609020204030204" pitchFamily="49" charset="0"/>
              </a:rPr>
            </a:br>
            <a:r>
              <a:rPr lang="en-US" sz="2000" b="0" dirty="0">
                <a:effectLst/>
                <a:latin typeface="Consolas" panose="020B0609020204030204" pitchFamily="49" charset="0"/>
              </a:rPr>
              <a:t>                                successfully’”,  model=</a:t>
            </a:r>
            <a:r>
              <a:rPr lang="en-US" sz="2000" b="0" dirty="0" err="1">
                <a:effectLst/>
                <a:latin typeface="Consolas" panose="020B0609020204030204" pitchFamily="49" charset="0"/>
              </a:rPr>
              <a:t>llm_model</a:t>
            </a:r>
            <a:r>
              <a:rPr lang="en-US" sz="2000" b="0" dirty="0">
                <a:effectLst/>
                <a:latin typeface="Consolas" panose="020B0609020204030204" pitchFamily="49" charset="0"/>
              </a:rPr>
              <a:t> )</a:t>
            </a:r>
            <a:br>
              <a:rPr lang="en-US" sz="2000" b="0" dirty="0">
                <a:effectLst/>
                <a:latin typeface="Consolas" panose="020B0609020204030204" pitchFamily="49" charset="0"/>
              </a:rPr>
            </a:br>
            <a:endParaRPr lang="en-US" sz="2000" b="0" dirty="0">
              <a:effectLst/>
              <a:latin typeface="Consolas" panose="020B0609020204030204" pitchFamily="49" charset="0"/>
            </a:endParaRPr>
          </a:p>
          <a:p>
            <a:pPr>
              <a:lnSpc>
                <a:spcPts val="1425"/>
              </a:lnSpc>
              <a:buNone/>
            </a:pPr>
            <a:r>
              <a:rPr lang="en-US" sz="2000" b="0" dirty="0">
                <a:effectLst/>
                <a:latin typeface="Consolas" panose="020B0609020204030204" pitchFamily="49" charset="0"/>
              </a:rPr>
              <a:t>result = </a:t>
            </a:r>
            <a:r>
              <a:rPr lang="en-US" sz="2000" b="0" dirty="0" err="1">
                <a:effectLst/>
                <a:latin typeface="Consolas" panose="020B0609020204030204" pitchFamily="49" charset="0"/>
              </a:rPr>
              <a:t>Runner.run_sync</a:t>
            </a:r>
            <a:r>
              <a:rPr lang="en-US" sz="2000" b="0" dirty="0">
                <a:effectLst/>
                <a:latin typeface="Consolas" panose="020B0609020204030204" pitchFamily="49" charset="0"/>
              </a:rPr>
              <a:t>(agent, "Run setup")</a:t>
            </a:r>
          </a:p>
          <a:p>
            <a:pPr>
              <a:lnSpc>
                <a:spcPts val="1425"/>
              </a:lnSpc>
              <a:buNone/>
            </a:pPr>
            <a:r>
              <a:rPr lang="en-US" sz="2000" b="0" dirty="0">
                <a:effectLst/>
                <a:latin typeface="Consolas" panose="020B0609020204030204" pitchFamily="49" charset="0"/>
              </a:rPr>
              <a:t>print(</a:t>
            </a:r>
            <a:r>
              <a:rPr lang="en-US" sz="2000" b="0" dirty="0" err="1">
                <a:effectLst/>
                <a:latin typeface="Consolas" panose="020B0609020204030204" pitchFamily="49" charset="0"/>
              </a:rPr>
              <a:t>result.final_output</a:t>
            </a:r>
            <a:r>
              <a:rPr lang="en-US" sz="2000" b="0" dirty="0">
                <a:effectLst/>
                <a:latin typeface="Consolas" panose="020B0609020204030204" pitchFamily="49" charset="0"/>
              </a:rPr>
              <a:t>)</a:t>
            </a:r>
          </a:p>
        </p:txBody>
      </p:sp>
    </p:spTree>
    <p:extLst>
      <p:ext uri="{BB962C8B-B14F-4D97-AF65-F5344CB8AC3E}">
        <p14:creationId xmlns:p14="http://schemas.microsoft.com/office/powerpoint/2010/main" val="1098878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8740E-DBD3-DEF8-5EA4-B111E8C22F09}"/>
              </a:ext>
            </a:extLst>
          </p:cNvPr>
          <p:cNvSpPr>
            <a:spLocks noGrp="1"/>
          </p:cNvSpPr>
          <p:nvPr>
            <p:ph type="title"/>
          </p:nvPr>
        </p:nvSpPr>
        <p:spPr/>
        <p:txBody>
          <a:bodyPr/>
          <a:lstStyle/>
          <a:p>
            <a:r>
              <a:rPr lang="en-US" dirty="0"/>
              <a:t>Development prerequisites</a:t>
            </a:r>
            <a:endParaRPr lang="en-PK" dirty="0"/>
          </a:p>
        </p:txBody>
      </p:sp>
      <p:sp>
        <p:nvSpPr>
          <p:cNvPr id="3" name="Content Placeholder 2">
            <a:extLst>
              <a:ext uri="{FF2B5EF4-FFF2-40B4-BE49-F238E27FC236}">
                <a16:creationId xmlns:a16="http://schemas.microsoft.com/office/drawing/2014/main" id="{F38EF387-3B9E-8E7F-2CA6-2703F90BEBC2}"/>
              </a:ext>
            </a:extLst>
          </p:cNvPr>
          <p:cNvSpPr>
            <a:spLocks noGrp="1"/>
          </p:cNvSpPr>
          <p:nvPr>
            <p:ph idx="1"/>
          </p:nvPr>
        </p:nvSpPr>
        <p:spPr/>
        <p:txBody>
          <a:bodyPr>
            <a:normAutofit fontScale="85000" lnSpcReduction="10000"/>
          </a:bodyPr>
          <a:lstStyle/>
          <a:p>
            <a:pPr>
              <a:buFont typeface="Arial" panose="020B0604020202020204" pitchFamily="34" charset="0"/>
              <a:buChar char="•"/>
            </a:pPr>
            <a:r>
              <a:rPr lang="en-US" b="1" dirty="0"/>
              <a:t>More than Installation Required</a:t>
            </a:r>
            <a:br>
              <a:rPr lang="en-US" dirty="0"/>
            </a:br>
            <a:r>
              <a:rPr lang="en-US" dirty="0"/>
              <a:t>You need familiarity with certain Python design patterns—not just environment setup—to use the SDK effectively. (Think: knowing how to drive </a:t>
            </a:r>
            <a:r>
              <a:rPr lang="en-US" i="1" dirty="0"/>
              <a:t>and</a:t>
            </a:r>
            <a:r>
              <a:rPr lang="en-US" dirty="0"/>
              <a:t> having a car!)</a:t>
            </a:r>
          </a:p>
          <a:p>
            <a:pPr>
              <a:buFont typeface="Arial" panose="020B0604020202020204" pitchFamily="34" charset="0"/>
              <a:buChar char="•"/>
            </a:pPr>
            <a:r>
              <a:rPr lang="en-US" b="1" dirty="0"/>
              <a:t>SDK is Built on Pythonic Architecture</a:t>
            </a:r>
            <a:br>
              <a:rPr lang="en-US" dirty="0"/>
            </a:br>
            <a:r>
              <a:rPr lang="en-US" dirty="0"/>
              <a:t>The framework relies on specific constructs such as decorators, type hints, and structured functions—knowing them makes development smoother.</a:t>
            </a:r>
          </a:p>
          <a:p>
            <a:pPr>
              <a:buFont typeface="Arial" panose="020B0604020202020204" pitchFamily="34" charset="0"/>
              <a:buChar char="•"/>
            </a:pPr>
            <a:r>
              <a:rPr lang="en-US" b="1" dirty="0"/>
              <a:t>Not a Python Tutorial</a:t>
            </a:r>
            <a:br>
              <a:rPr lang="en-US" dirty="0"/>
            </a:br>
            <a:r>
              <a:rPr lang="en-US" dirty="0"/>
              <a:t>This section doesn’t teach Python basics; it only covers what's needed to understand SDK examples.</a:t>
            </a:r>
          </a:p>
          <a:p>
            <a:pPr>
              <a:buFont typeface="Arial" panose="020B0604020202020204" pitchFamily="34" charset="0"/>
              <a:buChar char="•"/>
            </a:pPr>
            <a:r>
              <a:rPr lang="en-US" b="1" dirty="0"/>
              <a:t>Focus on Three Key Principles</a:t>
            </a:r>
            <a:br>
              <a:rPr lang="en-US" dirty="0"/>
            </a:br>
            <a:r>
              <a:rPr lang="en-US" dirty="0"/>
              <a:t>A short primer is provided on essential Python features required throughout the book.</a:t>
            </a:r>
          </a:p>
          <a:p>
            <a:endParaRPr lang="en-PK" dirty="0"/>
          </a:p>
        </p:txBody>
      </p:sp>
    </p:spTree>
    <p:extLst>
      <p:ext uri="{BB962C8B-B14F-4D97-AF65-F5344CB8AC3E}">
        <p14:creationId xmlns:p14="http://schemas.microsoft.com/office/powerpoint/2010/main" val="14455342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FD414-D147-1BE4-BC1E-4B6F60291B90}"/>
              </a:ext>
            </a:extLst>
          </p:cNvPr>
          <p:cNvSpPr>
            <a:spLocks noGrp="1"/>
          </p:cNvSpPr>
          <p:nvPr>
            <p:ph type="title"/>
          </p:nvPr>
        </p:nvSpPr>
        <p:spPr/>
        <p:txBody>
          <a:bodyPr/>
          <a:lstStyle/>
          <a:p>
            <a:r>
              <a:rPr lang="en-US" dirty="0"/>
              <a:t>Python functions architecture</a:t>
            </a:r>
            <a:endParaRPr lang="en-PK" dirty="0"/>
          </a:p>
        </p:txBody>
      </p:sp>
      <p:sp>
        <p:nvSpPr>
          <p:cNvPr id="3" name="Content Placeholder 2">
            <a:extLst>
              <a:ext uri="{FF2B5EF4-FFF2-40B4-BE49-F238E27FC236}">
                <a16:creationId xmlns:a16="http://schemas.microsoft.com/office/drawing/2014/main" id="{AE6701BC-7868-9A2F-E0CC-572DACC9F513}"/>
              </a:ext>
            </a:extLst>
          </p:cNvPr>
          <p:cNvSpPr>
            <a:spLocks noGrp="1"/>
          </p:cNvSpPr>
          <p:nvPr>
            <p:ph idx="1"/>
          </p:nvPr>
        </p:nvSpPr>
        <p:spPr/>
        <p:txBody>
          <a:bodyPr>
            <a:normAutofit lnSpcReduction="10000"/>
          </a:bodyPr>
          <a:lstStyle/>
          <a:p>
            <a:r>
              <a:rPr lang="en-US" b="1" dirty="0"/>
              <a:t>Agents SDK Works Through Python Code</a:t>
            </a:r>
          </a:p>
          <a:p>
            <a:pPr lvl="1"/>
            <a:r>
              <a:rPr lang="en-US" dirty="0"/>
              <a:t>You interact with the SDK by writing Python code</a:t>
            </a:r>
          </a:p>
          <a:p>
            <a:pPr lvl="1"/>
            <a:r>
              <a:rPr lang="en-US" dirty="0"/>
              <a:t>Your code extends what an agent can do </a:t>
            </a:r>
          </a:p>
          <a:p>
            <a:pPr>
              <a:buNone/>
            </a:pPr>
            <a:r>
              <a:rPr lang="en-US" b="1" dirty="0"/>
              <a:t>Tools Are Just Python Functions</a:t>
            </a:r>
          </a:p>
          <a:p>
            <a:pPr lvl="1"/>
            <a:r>
              <a:rPr lang="en-US" dirty="0"/>
              <a:t>The SDK allows you to define “tools”</a:t>
            </a:r>
          </a:p>
          <a:p>
            <a:pPr lvl="1"/>
            <a:r>
              <a:rPr lang="en-US" dirty="0"/>
              <a:t>A tool is simply a Python function the agent can call</a:t>
            </a:r>
          </a:p>
          <a:p>
            <a:pPr lvl="1"/>
            <a:r>
              <a:rPr lang="en-US" dirty="0"/>
              <a:t>Example: a function to search emails, calculate totals, or fetch weather</a:t>
            </a:r>
          </a:p>
          <a:p>
            <a:r>
              <a:rPr lang="en-US" b="1" dirty="0"/>
              <a:t>Python Skills Needed</a:t>
            </a:r>
          </a:p>
          <a:p>
            <a:pPr lvl="1"/>
            <a:r>
              <a:rPr lang="en-US" dirty="0"/>
              <a:t>Understand how to create functions</a:t>
            </a:r>
          </a:p>
          <a:p>
            <a:pPr lvl="1"/>
            <a:r>
              <a:rPr lang="en-US" dirty="0"/>
              <a:t>Know how to pass arguments and return values</a:t>
            </a:r>
          </a:p>
          <a:p>
            <a:pPr lvl="1"/>
            <a:r>
              <a:rPr lang="en-US" dirty="0"/>
              <a:t>Think of it as teaching AI to use your function just like you do</a:t>
            </a:r>
          </a:p>
          <a:p>
            <a:pPr lvl="1"/>
            <a:endParaRPr lang="en-US" dirty="0"/>
          </a:p>
        </p:txBody>
      </p:sp>
    </p:spTree>
    <p:extLst>
      <p:ext uri="{BB962C8B-B14F-4D97-AF65-F5344CB8AC3E}">
        <p14:creationId xmlns:p14="http://schemas.microsoft.com/office/powerpoint/2010/main" val="3363338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B1D64-5362-8601-598E-3468E593AE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010A33-903B-3B53-AECD-F7A132760289}"/>
              </a:ext>
            </a:extLst>
          </p:cNvPr>
          <p:cNvSpPr>
            <a:spLocks noGrp="1"/>
          </p:cNvSpPr>
          <p:nvPr>
            <p:ph type="title"/>
          </p:nvPr>
        </p:nvSpPr>
        <p:spPr/>
        <p:txBody>
          <a:bodyPr/>
          <a:lstStyle/>
          <a:p>
            <a:r>
              <a:rPr lang="en-US" dirty="0"/>
              <a:t>Python Concepts Used in OpenAI Agents SDK</a:t>
            </a:r>
            <a:endParaRPr lang="en-PK" dirty="0"/>
          </a:p>
        </p:txBody>
      </p:sp>
      <p:sp>
        <p:nvSpPr>
          <p:cNvPr id="3" name="Content Placeholder 2">
            <a:extLst>
              <a:ext uri="{FF2B5EF4-FFF2-40B4-BE49-F238E27FC236}">
                <a16:creationId xmlns:a16="http://schemas.microsoft.com/office/drawing/2014/main" id="{0D4AFFB6-16DF-5109-E2D7-DBB1517EF406}"/>
              </a:ext>
            </a:extLst>
          </p:cNvPr>
          <p:cNvSpPr>
            <a:spLocks noGrp="1"/>
          </p:cNvSpPr>
          <p:nvPr>
            <p:ph idx="1"/>
          </p:nvPr>
        </p:nvSpPr>
        <p:spPr/>
        <p:txBody>
          <a:bodyPr>
            <a:normAutofit fontScale="77500" lnSpcReduction="20000"/>
          </a:bodyPr>
          <a:lstStyle/>
          <a:p>
            <a:pPr>
              <a:buNone/>
            </a:pPr>
            <a:r>
              <a:rPr lang="en-US" b="1" dirty="0"/>
              <a:t>Type Hints</a:t>
            </a:r>
          </a:p>
          <a:p>
            <a:pPr lvl="1"/>
            <a:r>
              <a:rPr lang="en-US" dirty="0"/>
              <a:t>Define expected input and output types in functions</a:t>
            </a:r>
          </a:p>
          <a:p>
            <a:pPr lvl="1"/>
            <a:r>
              <a:rPr lang="en-US" dirty="0"/>
              <a:t>SDK reads type hints to understand tool parameters</a:t>
            </a:r>
          </a:p>
          <a:p>
            <a:pPr lvl="1"/>
            <a:r>
              <a:rPr lang="en-US" dirty="0"/>
              <a:t>Helps LLM know what arguments your tool needs</a:t>
            </a:r>
          </a:p>
          <a:p>
            <a:pPr lvl="1"/>
            <a:r>
              <a:rPr lang="en-US" dirty="0"/>
              <a:t>Example: input = integer, output = string —</a:t>
            </a:r>
          </a:p>
          <a:p>
            <a:r>
              <a:rPr lang="en-US" b="1" dirty="0"/>
              <a:t>Docstrings</a:t>
            </a:r>
          </a:p>
          <a:p>
            <a:pPr lvl="1"/>
            <a:r>
              <a:rPr lang="en-US" dirty="0"/>
              <a:t>Written immediately under a function definition</a:t>
            </a:r>
          </a:p>
          <a:p>
            <a:pPr lvl="1"/>
            <a:r>
              <a:rPr lang="en-US" dirty="0"/>
              <a:t>Explain what the function does, its inputs, and outputs</a:t>
            </a:r>
          </a:p>
          <a:p>
            <a:pPr lvl="1"/>
            <a:r>
              <a:rPr lang="en-US" dirty="0"/>
              <a:t>Helps the LLM interpret tool behavior</a:t>
            </a:r>
          </a:p>
          <a:p>
            <a:pPr lvl="1"/>
            <a:r>
              <a:rPr lang="en-US" dirty="0"/>
              <a:t>Not required, but improves understandability</a:t>
            </a:r>
          </a:p>
          <a:p>
            <a:r>
              <a:rPr lang="en-US" b="1" dirty="0"/>
              <a:t>Decorators</a:t>
            </a:r>
          </a:p>
          <a:p>
            <a:pPr lvl="1"/>
            <a:r>
              <a:rPr lang="en-US" dirty="0"/>
              <a:t>Wrap a function to modify or enhance behavior</a:t>
            </a:r>
          </a:p>
          <a:p>
            <a:pPr lvl="1"/>
            <a:r>
              <a:rPr lang="en-US" dirty="0"/>
              <a:t>Used to mark functions as tools (e.g., @function_tool)</a:t>
            </a:r>
          </a:p>
          <a:p>
            <a:pPr lvl="1"/>
            <a:r>
              <a:rPr lang="en-US" dirty="0"/>
              <a:t>Allow adding metadata like name, description, and schema</a:t>
            </a:r>
          </a:p>
          <a:p>
            <a:pPr lvl="1"/>
            <a:r>
              <a:rPr lang="en-US" dirty="0"/>
              <a:t>Like adding a badge that says “Hey AI — this function is important!”</a:t>
            </a:r>
          </a:p>
          <a:p>
            <a:pPr lvl="1"/>
            <a:endParaRPr lang="en-US" dirty="0"/>
          </a:p>
          <a:p>
            <a:pPr lvl="1"/>
            <a:endParaRPr lang="en-US" dirty="0"/>
          </a:p>
          <a:p>
            <a:endParaRPr lang="en-PK" dirty="0"/>
          </a:p>
        </p:txBody>
      </p:sp>
    </p:spTree>
    <p:extLst>
      <p:ext uri="{BB962C8B-B14F-4D97-AF65-F5344CB8AC3E}">
        <p14:creationId xmlns:p14="http://schemas.microsoft.com/office/powerpoint/2010/main" val="34695037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1F245-D7B3-AF36-7E38-BE0F9A80A6D6}"/>
              </a:ext>
            </a:extLst>
          </p:cNvPr>
          <p:cNvSpPr>
            <a:spLocks noGrp="1"/>
          </p:cNvSpPr>
          <p:nvPr>
            <p:ph type="title"/>
          </p:nvPr>
        </p:nvSpPr>
        <p:spPr/>
        <p:txBody>
          <a:bodyPr/>
          <a:lstStyle/>
          <a:p>
            <a:r>
              <a:rPr lang="en-US" dirty="0"/>
              <a:t>Example </a:t>
            </a:r>
            <a:endParaRPr lang="en-PK" dirty="0"/>
          </a:p>
        </p:txBody>
      </p:sp>
      <p:pic>
        <p:nvPicPr>
          <p:cNvPr id="5" name="Content Placeholder 4">
            <a:extLst>
              <a:ext uri="{FF2B5EF4-FFF2-40B4-BE49-F238E27FC236}">
                <a16:creationId xmlns:a16="http://schemas.microsoft.com/office/drawing/2014/main" id="{C344CE9F-B181-270A-FD3A-C9E2CE4BBD23}"/>
              </a:ext>
            </a:extLst>
          </p:cNvPr>
          <p:cNvPicPr>
            <a:picLocks noGrp="1" noChangeAspect="1"/>
          </p:cNvPicPr>
          <p:nvPr>
            <p:ph idx="1"/>
          </p:nvPr>
        </p:nvPicPr>
        <p:blipFill>
          <a:blip r:embed="rId3"/>
          <a:stretch>
            <a:fillRect/>
          </a:stretch>
        </p:blipFill>
        <p:spPr>
          <a:xfrm>
            <a:off x="725275" y="1586441"/>
            <a:ext cx="6277851" cy="2838846"/>
          </a:xfrm>
          <a:prstGeom prst="rect">
            <a:avLst/>
          </a:prstGeom>
        </p:spPr>
      </p:pic>
      <p:pic>
        <p:nvPicPr>
          <p:cNvPr id="7" name="Picture 6">
            <a:extLst>
              <a:ext uri="{FF2B5EF4-FFF2-40B4-BE49-F238E27FC236}">
                <a16:creationId xmlns:a16="http://schemas.microsoft.com/office/drawing/2014/main" id="{C5CF772A-F376-68A8-6480-DB80BCF9968E}"/>
              </a:ext>
            </a:extLst>
          </p:cNvPr>
          <p:cNvPicPr>
            <a:picLocks noChangeAspect="1"/>
          </p:cNvPicPr>
          <p:nvPr/>
        </p:nvPicPr>
        <p:blipFill>
          <a:blip r:embed="rId4"/>
          <a:stretch>
            <a:fillRect/>
          </a:stretch>
        </p:blipFill>
        <p:spPr>
          <a:xfrm>
            <a:off x="1137880" y="4425287"/>
            <a:ext cx="3448531" cy="2019582"/>
          </a:xfrm>
          <a:prstGeom prst="rect">
            <a:avLst/>
          </a:prstGeom>
        </p:spPr>
      </p:pic>
    </p:spTree>
    <p:extLst>
      <p:ext uri="{BB962C8B-B14F-4D97-AF65-F5344CB8AC3E}">
        <p14:creationId xmlns:p14="http://schemas.microsoft.com/office/powerpoint/2010/main" val="32984131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1233D-FC16-3D8B-2A64-011184F0A2D0}"/>
              </a:ext>
            </a:extLst>
          </p:cNvPr>
          <p:cNvSpPr>
            <a:spLocks noGrp="1"/>
          </p:cNvSpPr>
          <p:nvPr>
            <p:ph type="title"/>
          </p:nvPr>
        </p:nvSpPr>
        <p:spPr/>
        <p:txBody>
          <a:bodyPr/>
          <a:lstStyle/>
          <a:p>
            <a:r>
              <a:rPr lang="en-US" dirty="0"/>
              <a:t>Python asynchronous programming</a:t>
            </a:r>
            <a:endParaRPr lang="en-PK" dirty="0"/>
          </a:p>
        </p:txBody>
      </p:sp>
      <p:sp>
        <p:nvSpPr>
          <p:cNvPr id="3" name="Content Placeholder 2">
            <a:extLst>
              <a:ext uri="{FF2B5EF4-FFF2-40B4-BE49-F238E27FC236}">
                <a16:creationId xmlns:a16="http://schemas.microsoft.com/office/drawing/2014/main" id="{46BF7B57-65DE-3173-0076-8AB005C9286A}"/>
              </a:ext>
            </a:extLst>
          </p:cNvPr>
          <p:cNvSpPr>
            <a:spLocks noGrp="1"/>
          </p:cNvSpPr>
          <p:nvPr>
            <p:ph idx="1"/>
          </p:nvPr>
        </p:nvSpPr>
        <p:spPr/>
        <p:txBody>
          <a:bodyPr>
            <a:normAutofit lnSpcReduction="10000"/>
          </a:bodyPr>
          <a:lstStyle/>
          <a:p>
            <a:pPr algn="just"/>
            <a:r>
              <a:rPr lang="en-US" sz="2800" b="0" i="0" u="none" strike="noStrike" baseline="0" dirty="0">
                <a:solidFill>
                  <a:srgbClr val="000000"/>
                </a:solidFill>
                <a:latin typeface="Crimson Pro ExtraLight"/>
              </a:rPr>
              <a:t>The basics of Python’s asynchronous programming can be summarized as follows:</a:t>
            </a:r>
          </a:p>
          <a:p>
            <a:r>
              <a:rPr lang="en-US" sz="2800" b="0" i="0" u="none" strike="noStrike" baseline="0" dirty="0">
                <a:solidFill>
                  <a:srgbClr val="000000"/>
                </a:solidFill>
                <a:latin typeface="Crimson Pro ExtraLight"/>
              </a:rPr>
              <a:t>An </a:t>
            </a:r>
            <a:r>
              <a:rPr lang="en-US" sz="2400" b="1" i="0" u="none" strike="noStrike" baseline="0" dirty="0">
                <a:solidFill>
                  <a:srgbClr val="000000"/>
                </a:solidFill>
                <a:latin typeface="Consolas" panose="020B0609020204030204" pitchFamily="49" charset="0"/>
              </a:rPr>
              <a:t>async</a:t>
            </a:r>
            <a:r>
              <a:rPr lang="en-US" sz="2400" b="0" i="0" u="none" strike="noStrike" baseline="0" dirty="0">
                <a:solidFill>
                  <a:srgbClr val="000000"/>
                </a:solidFill>
                <a:latin typeface="Consolas" panose="020B0609020204030204" pitchFamily="49" charset="0"/>
              </a:rPr>
              <a:t> </a:t>
            </a:r>
            <a:r>
              <a:rPr lang="en-US" sz="2800" b="0" i="0" u="none" strike="noStrike" baseline="0" dirty="0">
                <a:solidFill>
                  <a:srgbClr val="000000"/>
                </a:solidFill>
                <a:latin typeface="Crimson Pro ExtraLight"/>
              </a:rPr>
              <a:t>function is defined using </a:t>
            </a:r>
            <a:r>
              <a:rPr lang="en-US" sz="2400" b="1" i="0" u="none" strike="noStrike" baseline="0" dirty="0">
                <a:solidFill>
                  <a:srgbClr val="000000"/>
                </a:solidFill>
                <a:latin typeface="Consolas" panose="020B0609020204030204" pitchFamily="49" charset="0"/>
              </a:rPr>
              <a:t>async</a:t>
            </a:r>
            <a:r>
              <a:rPr lang="en-US" sz="2400" b="0" i="0" u="none" strike="noStrike" baseline="0" dirty="0">
                <a:solidFill>
                  <a:srgbClr val="000000"/>
                </a:solidFill>
                <a:latin typeface="Consolas" panose="020B0609020204030204" pitchFamily="49" charset="0"/>
              </a:rPr>
              <a:t> def </a:t>
            </a:r>
            <a:r>
              <a:rPr lang="en-US" sz="2800" b="0" i="0" u="none" strike="noStrike" baseline="0" dirty="0">
                <a:solidFill>
                  <a:srgbClr val="000000"/>
                </a:solidFill>
                <a:latin typeface="Crimson Pro ExtraLight"/>
              </a:rPr>
              <a:t>instead of the traditional </a:t>
            </a:r>
            <a:r>
              <a:rPr lang="en-US" sz="2400" b="0" i="0" u="none" strike="noStrike" baseline="0" dirty="0">
                <a:solidFill>
                  <a:srgbClr val="000000"/>
                </a:solidFill>
                <a:latin typeface="Consolas" panose="020B0609020204030204" pitchFamily="49" charset="0"/>
              </a:rPr>
              <a:t>def </a:t>
            </a:r>
            <a:r>
              <a:rPr lang="en-US" sz="2800" b="0" i="0" u="none" strike="noStrike" baseline="0" dirty="0">
                <a:solidFill>
                  <a:srgbClr val="000000"/>
                </a:solidFill>
                <a:latin typeface="Crimson Pro ExtraLight"/>
              </a:rPr>
              <a:t>statement</a:t>
            </a:r>
          </a:p>
          <a:p>
            <a:r>
              <a:rPr lang="en-US" sz="2400" b="1" i="0" u="none" strike="noStrike" baseline="0" dirty="0">
                <a:solidFill>
                  <a:srgbClr val="000000"/>
                </a:solidFill>
                <a:latin typeface="Consolas" panose="020B0609020204030204" pitchFamily="49" charset="0"/>
              </a:rPr>
              <a:t>async</a:t>
            </a:r>
            <a:r>
              <a:rPr lang="en-US" sz="2400" b="0" i="0" u="none" strike="noStrike" baseline="0" dirty="0">
                <a:solidFill>
                  <a:srgbClr val="000000"/>
                </a:solidFill>
                <a:latin typeface="Consolas" panose="020B0609020204030204" pitchFamily="49" charset="0"/>
              </a:rPr>
              <a:t> </a:t>
            </a:r>
            <a:r>
              <a:rPr lang="en-US" sz="2800" b="0" i="0" u="none" strike="noStrike" baseline="0" dirty="0">
                <a:solidFill>
                  <a:srgbClr val="000000"/>
                </a:solidFill>
                <a:latin typeface="Crimson Pro ExtraLight"/>
              </a:rPr>
              <a:t>functions must be called by prepending the execution with </a:t>
            </a:r>
            <a:r>
              <a:rPr lang="en-US" sz="2400" b="1" i="0" u="none" strike="noStrike" baseline="0" dirty="0">
                <a:solidFill>
                  <a:srgbClr val="000000"/>
                </a:solidFill>
                <a:latin typeface="Consolas" panose="020B0609020204030204" pitchFamily="49" charset="0"/>
              </a:rPr>
              <a:t>await</a:t>
            </a:r>
          </a:p>
          <a:p>
            <a:r>
              <a:rPr lang="en-US" sz="2400" b="0" i="0" u="none" strike="noStrike" baseline="0" dirty="0">
                <a:solidFill>
                  <a:srgbClr val="000000"/>
                </a:solidFill>
                <a:latin typeface="Consolas" panose="020B0609020204030204" pitchFamily="49" charset="0"/>
              </a:rPr>
              <a:t>async </a:t>
            </a:r>
            <a:r>
              <a:rPr lang="en-US" sz="2800" b="0" i="0" u="none" strike="noStrike" baseline="0" dirty="0">
                <a:solidFill>
                  <a:srgbClr val="000000"/>
                </a:solidFill>
                <a:latin typeface="Crimson Pro ExtraLight"/>
              </a:rPr>
              <a:t>functions can only be </a:t>
            </a:r>
            <a:r>
              <a:rPr lang="en-US" sz="2800" b="1" i="0" u="none" strike="noStrike" baseline="0" dirty="0">
                <a:solidFill>
                  <a:srgbClr val="000000"/>
                </a:solidFill>
                <a:latin typeface="Crimson Pro ExtraLight"/>
              </a:rPr>
              <a:t>called by </a:t>
            </a:r>
            <a:r>
              <a:rPr lang="en-US" sz="2800" b="0" i="0" u="none" strike="noStrike" baseline="0" dirty="0">
                <a:solidFill>
                  <a:srgbClr val="000000"/>
                </a:solidFill>
                <a:latin typeface="Crimson Pro ExtraLight"/>
              </a:rPr>
              <a:t>other </a:t>
            </a:r>
            <a:r>
              <a:rPr lang="en-US" sz="2400" b="0" i="0" u="none" strike="noStrike" baseline="0" dirty="0">
                <a:solidFill>
                  <a:srgbClr val="000000"/>
                </a:solidFill>
                <a:latin typeface="Consolas" panose="020B0609020204030204" pitchFamily="49" charset="0"/>
              </a:rPr>
              <a:t>async </a:t>
            </a:r>
            <a:r>
              <a:rPr lang="en-US" sz="2800" b="0" i="0" u="none" strike="noStrike" baseline="0" dirty="0">
                <a:solidFill>
                  <a:srgbClr val="000000"/>
                </a:solidFill>
                <a:latin typeface="Crimson Pro ExtraLight"/>
              </a:rPr>
              <a:t>functions or an event loop</a:t>
            </a:r>
          </a:p>
          <a:p>
            <a:r>
              <a:rPr lang="en-US" sz="2800" b="0" i="0" u="none" strike="noStrike" baseline="0" dirty="0">
                <a:solidFill>
                  <a:srgbClr val="000000"/>
                </a:solidFill>
                <a:latin typeface="Crimson Pro ExtraLight"/>
              </a:rPr>
              <a:t>An event loop can be created in Python using the </a:t>
            </a:r>
            <a:r>
              <a:rPr lang="en-US" sz="2400" b="1" i="0" u="none" strike="noStrike" baseline="0" dirty="0" err="1">
                <a:solidFill>
                  <a:srgbClr val="000000"/>
                </a:solidFill>
                <a:latin typeface="Consolas" panose="020B0609020204030204" pitchFamily="49" charset="0"/>
              </a:rPr>
              <a:t>asyncio.run</a:t>
            </a:r>
            <a:r>
              <a:rPr lang="en-US" sz="2400" b="1" i="0" u="none" strike="noStrike" baseline="0" dirty="0">
                <a:solidFill>
                  <a:srgbClr val="000000"/>
                </a:solidFill>
                <a:latin typeface="Consolas" panose="020B0609020204030204" pitchFamily="49" charset="0"/>
              </a:rPr>
              <a:t>() </a:t>
            </a:r>
            <a:r>
              <a:rPr lang="en-US" sz="2800" b="0" i="0" u="none" strike="noStrike" baseline="0" dirty="0">
                <a:solidFill>
                  <a:srgbClr val="000000"/>
                </a:solidFill>
                <a:latin typeface="Crimson Pro ExtraLight"/>
              </a:rPr>
              <a:t>command(It creates an event loop, Runs your async </a:t>
            </a:r>
            <a:br>
              <a:rPr lang="en-US" sz="2800" b="0" i="0" u="none" strike="noStrike" baseline="0" dirty="0">
                <a:solidFill>
                  <a:srgbClr val="000000"/>
                </a:solidFill>
                <a:latin typeface="Crimson Pro ExtraLight"/>
              </a:rPr>
            </a:br>
            <a:r>
              <a:rPr lang="en-US" sz="2800" b="0" i="0" u="none" strike="noStrike" baseline="0" dirty="0">
                <a:solidFill>
                  <a:srgbClr val="000000"/>
                </a:solidFill>
                <a:latin typeface="Crimson Pro ExtraLight"/>
              </a:rPr>
              <a:t>function until it finishes Cleans up the loop afterward)</a:t>
            </a:r>
          </a:p>
          <a:p>
            <a:endParaRPr lang="en-PK" dirty="0"/>
          </a:p>
        </p:txBody>
      </p:sp>
      <p:pic>
        <p:nvPicPr>
          <p:cNvPr id="6" name="Picture 5">
            <a:extLst>
              <a:ext uri="{FF2B5EF4-FFF2-40B4-BE49-F238E27FC236}">
                <a16:creationId xmlns:a16="http://schemas.microsoft.com/office/drawing/2014/main" id="{5FB3C121-D110-9C03-2ADA-AFBD13600A8B}"/>
              </a:ext>
            </a:extLst>
          </p:cNvPr>
          <p:cNvPicPr>
            <a:picLocks noChangeAspect="1"/>
          </p:cNvPicPr>
          <p:nvPr/>
        </p:nvPicPr>
        <p:blipFill>
          <a:blip r:embed="rId3"/>
          <a:stretch>
            <a:fillRect/>
          </a:stretch>
        </p:blipFill>
        <p:spPr>
          <a:xfrm>
            <a:off x="9155150" y="5390418"/>
            <a:ext cx="2406779" cy="1325563"/>
          </a:xfrm>
          <a:prstGeom prst="rect">
            <a:avLst/>
          </a:prstGeom>
        </p:spPr>
      </p:pic>
    </p:spTree>
    <p:extLst>
      <p:ext uri="{BB962C8B-B14F-4D97-AF65-F5344CB8AC3E}">
        <p14:creationId xmlns:p14="http://schemas.microsoft.com/office/powerpoint/2010/main" val="18927108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28300-F2E0-0AF7-4B0F-70E534CAF9B6}"/>
              </a:ext>
            </a:extLst>
          </p:cNvPr>
          <p:cNvSpPr>
            <a:spLocks noGrp="1"/>
          </p:cNvSpPr>
          <p:nvPr>
            <p:ph type="title"/>
          </p:nvPr>
        </p:nvSpPr>
        <p:spPr/>
        <p:txBody>
          <a:bodyPr/>
          <a:lstStyle/>
          <a:p>
            <a:r>
              <a:rPr lang="en-US" dirty="0"/>
              <a:t>Python </a:t>
            </a:r>
            <a:r>
              <a:rPr lang="en-US" dirty="0" err="1"/>
              <a:t>Pydantic</a:t>
            </a:r>
            <a:r>
              <a:rPr lang="en-US" dirty="0"/>
              <a:t> data validation</a:t>
            </a:r>
            <a:endParaRPr lang="en-PK" dirty="0"/>
          </a:p>
        </p:txBody>
      </p:sp>
      <p:sp>
        <p:nvSpPr>
          <p:cNvPr id="3" name="Content Placeholder 2">
            <a:extLst>
              <a:ext uri="{FF2B5EF4-FFF2-40B4-BE49-F238E27FC236}">
                <a16:creationId xmlns:a16="http://schemas.microsoft.com/office/drawing/2014/main" id="{8C9C1463-A96E-3A84-F286-42C2A43391DF}"/>
              </a:ext>
            </a:extLst>
          </p:cNvPr>
          <p:cNvSpPr>
            <a:spLocks noGrp="1"/>
          </p:cNvSpPr>
          <p:nvPr>
            <p:ph idx="1"/>
          </p:nvPr>
        </p:nvSpPr>
        <p:spPr/>
        <p:txBody>
          <a:bodyPr/>
          <a:lstStyle/>
          <a:p>
            <a:r>
              <a:rPr lang="en-US" dirty="0" err="1"/>
              <a:t>Pydantic</a:t>
            </a:r>
            <a:r>
              <a:rPr lang="en-US" dirty="0"/>
              <a:t> is a comprehensive Python library used for data validation. </a:t>
            </a:r>
          </a:p>
          <a:p>
            <a:r>
              <a:rPr lang="en-US" dirty="0"/>
              <a:t>In short, this library enables developers to define a data structure (called a model), </a:t>
            </a:r>
          </a:p>
          <a:p>
            <a:r>
              <a:rPr lang="en-US" dirty="0"/>
              <a:t>and the library will automatically verify that a specific data input matches that data structure.</a:t>
            </a:r>
            <a:endParaRPr lang="en-PK" dirty="0"/>
          </a:p>
        </p:txBody>
      </p:sp>
    </p:spTree>
    <p:extLst>
      <p:ext uri="{BB962C8B-B14F-4D97-AF65-F5344CB8AC3E}">
        <p14:creationId xmlns:p14="http://schemas.microsoft.com/office/powerpoint/2010/main" val="40687049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29453-CE8D-E116-5FFD-701F9867DEA1}"/>
              </a:ext>
            </a:extLst>
          </p:cNvPr>
          <p:cNvSpPr>
            <a:spLocks noGrp="1"/>
          </p:cNvSpPr>
          <p:nvPr>
            <p:ph type="title"/>
          </p:nvPr>
        </p:nvSpPr>
        <p:spPr/>
        <p:txBody>
          <a:bodyPr/>
          <a:lstStyle/>
          <a:p>
            <a:r>
              <a:rPr lang="en-US" dirty="0"/>
              <a:t>Python </a:t>
            </a:r>
            <a:r>
              <a:rPr lang="en-US" dirty="0" err="1"/>
              <a:t>Pydantic</a:t>
            </a:r>
            <a:r>
              <a:rPr lang="en-US" dirty="0"/>
              <a:t> data validation</a:t>
            </a:r>
            <a:endParaRPr lang="en-PK" dirty="0"/>
          </a:p>
        </p:txBody>
      </p:sp>
      <p:sp>
        <p:nvSpPr>
          <p:cNvPr id="3" name="Content Placeholder 2">
            <a:extLst>
              <a:ext uri="{FF2B5EF4-FFF2-40B4-BE49-F238E27FC236}">
                <a16:creationId xmlns:a16="http://schemas.microsoft.com/office/drawing/2014/main" id="{3DCAB2F3-9B87-6F80-132F-190CCEA9FDC1}"/>
              </a:ext>
            </a:extLst>
          </p:cNvPr>
          <p:cNvSpPr>
            <a:spLocks noGrp="1"/>
          </p:cNvSpPr>
          <p:nvPr>
            <p:ph idx="1"/>
          </p:nvPr>
        </p:nvSpPr>
        <p:spPr/>
        <p:txBody>
          <a:bodyPr/>
          <a:lstStyle/>
          <a:p>
            <a:pPr>
              <a:buNone/>
            </a:pPr>
            <a:r>
              <a:rPr lang="en-US" b="1" dirty="0"/>
              <a:t>1. Structured Tool Inputs</a:t>
            </a:r>
          </a:p>
          <a:p>
            <a:pPr>
              <a:buNone/>
            </a:pPr>
            <a:r>
              <a:rPr lang="en-US" dirty="0"/>
              <a:t>When you build tools, you don't just rely on plain type hints—you can define </a:t>
            </a:r>
            <a:r>
              <a:rPr lang="en-US" b="1" dirty="0" err="1"/>
              <a:t>Pydantic</a:t>
            </a:r>
            <a:r>
              <a:rPr lang="en-US" b="1" dirty="0"/>
              <a:t> models</a:t>
            </a:r>
            <a:r>
              <a:rPr lang="en-US" dirty="0"/>
              <a:t>.</a:t>
            </a:r>
          </a:p>
          <a:p>
            <a:endParaRPr lang="en-PK" dirty="0"/>
          </a:p>
        </p:txBody>
      </p:sp>
      <p:pic>
        <p:nvPicPr>
          <p:cNvPr id="5" name="Picture 4">
            <a:extLst>
              <a:ext uri="{FF2B5EF4-FFF2-40B4-BE49-F238E27FC236}">
                <a16:creationId xmlns:a16="http://schemas.microsoft.com/office/drawing/2014/main" id="{5A07BF79-1A1F-83E8-BC72-51AE3F4D8BAC}"/>
              </a:ext>
            </a:extLst>
          </p:cNvPr>
          <p:cNvPicPr>
            <a:picLocks noChangeAspect="1"/>
          </p:cNvPicPr>
          <p:nvPr/>
        </p:nvPicPr>
        <p:blipFill>
          <a:blip r:embed="rId2"/>
          <a:stretch>
            <a:fillRect/>
          </a:stretch>
        </p:blipFill>
        <p:spPr>
          <a:xfrm>
            <a:off x="1248551" y="3372662"/>
            <a:ext cx="6690574" cy="3219524"/>
          </a:xfrm>
          <a:prstGeom prst="rect">
            <a:avLst/>
          </a:prstGeom>
        </p:spPr>
      </p:pic>
    </p:spTree>
    <p:extLst>
      <p:ext uri="{BB962C8B-B14F-4D97-AF65-F5344CB8AC3E}">
        <p14:creationId xmlns:p14="http://schemas.microsoft.com/office/powerpoint/2010/main" val="17473028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EDF64-B052-E83A-145A-EC2215659D82}"/>
              </a:ext>
            </a:extLst>
          </p:cNvPr>
          <p:cNvSpPr>
            <a:spLocks noGrp="1"/>
          </p:cNvSpPr>
          <p:nvPr>
            <p:ph type="title"/>
          </p:nvPr>
        </p:nvSpPr>
        <p:spPr/>
        <p:txBody>
          <a:bodyPr/>
          <a:lstStyle/>
          <a:p>
            <a:r>
              <a:rPr lang="en-US" dirty="0"/>
              <a:t>Python </a:t>
            </a:r>
            <a:r>
              <a:rPr lang="en-US" dirty="0" err="1"/>
              <a:t>Pydantic</a:t>
            </a:r>
            <a:r>
              <a:rPr lang="en-US" dirty="0"/>
              <a:t> data validation</a:t>
            </a:r>
            <a:endParaRPr lang="en-PK" dirty="0"/>
          </a:p>
        </p:txBody>
      </p:sp>
      <p:sp>
        <p:nvSpPr>
          <p:cNvPr id="3" name="Content Placeholder 2">
            <a:extLst>
              <a:ext uri="{FF2B5EF4-FFF2-40B4-BE49-F238E27FC236}">
                <a16:creationId xmlns:a16="http://schemas.microsoft.com/office/drawing/2014/main" id="{A50D05E7-0625-7AFF-526D-D14D3A572354}"/>
              </a:ext>
            </a:extLst>
          </p:cNvPr>
          <p:cNvSpPr>
            <a:spLocks noGrp="1"/>
          </p:cNvSpPr>
          <p:nvPr>
            <p:ph idx="1"/>
          </p:nvPr>
        </p:nvSpPr>
        <p:spPr/>
        <p:txBody>
          <a:bodyPr/>
          <a:lstStyle/>
          <a:p>
            <a:pPr>
              <a:buNone/>
            </a:pPr>
            <a:r>
              <a:rPr lang="en-US" b="1" dirty="0"/>
              <a:t>2. Structured Agent Outputs</a:t>
            </a:r>
          </a:p>
          <a:p>
            <a:pPr>
              <a:buNone/>
            </a:pPr>
            <a:r>
              <a:rPr lang="en-US" dirty="0"/>
              <a:t>Agents don’t just return text — you can force them to output a </a:t>
            </a:r>
            <a:r>
              <a:rPr lang="en-US" b="1" dirty="0"/>
              <a:t>data model</a:t>
            </a:r>
            <a:r>
              <a:rPr lang="en-US" dirty="0"/>
              <a:t>.</a:t>
            </a:r>
          </a:p>
          <a:p>
            <a:endParaRPr lang="en-PK" dirty="0"/>
          </a:p>
        </p:txBody>
      </p:sp>
      <p:pic>
        <p:nvPicPr>
          <p:cNvPr id="5" name="Picture 4">
            <a:extLst>
              <a:ext uri="{FF2B5EF4-FFF2-40B4-BE49-F238E27FC236}">
                <a16:creationId xmlns:a16="http://schemas.microsoft.com/office/drawing/2014/main" id="{6CF76299-6369-EFB2-0620-D914ABB779CB}"/>
              </a:ext>
            </a:extLst>
          </p:cNvPr>
          <p:cNvPicPr>
            <a:picLocks noChangeAspect="1"/>
          </p:cNvPicPr>
          <p:nvPr/>
        </p:nvPicPr>
        <p:blipFill>
          <a:blip r:embed="rId2"/>
          <a:stretch>
            <a:fillRect/>
          </a:stretch>
        </p:blipFill>
        <p:spPr>
          <a:xfrm>
            <a:off x="960863" y="3606214"/>
            <a:ext cx="3134162" cy="1028844"/>
          </a:xfrm>
          <a:prstGeom prst="rect">
            <a:avLst/>
          </a:prstGeom>
        </p:spPr>
      </p:pic>
      <p:sp>
        <p:nvSpPr>
          <p:cNvPr id="7" name="TextBox 6">
            <a:extLst>
              <a:ext uri="{FF2B5EF4-FFF2-40B4-BE49-F238E27FC236}">
                <a16:creationId xmlns:a16="http://schemas.microsoft.com/office/drawing/2014/main" id="{6B6DA6D4-C199-428C-DFDC-283C4EEA09C8}"/>
              </a:ext>
            </a:extLst>
          </p:cNvPr>
          <p:cNvSpPr txBox="1"/>
          <p:nvPr/>
        </p:nvSpPr>
        <p:spPr>
          <a:xfrm>
            <a:off x="1441555" y="5477171"/>
            <a:ext cx="6094140" cy="369332"/>
          </a:xfrm>
          <a:prstGeom prst="rect">
            <a:avLst/>
          </a:prstGeom>
          <a:noFill/>
        </p:spPr>
        <p:txBody>
          <a:bodyPr wrap="square">
            <a:spAutoFit/>
          </a:bodyPr>
          <a:lstStyle/>
          <a:p>
            <a:r>
              <a:rPr lang="en-US" dirty="0"/>
              <a:t>Now the agent must output something matching this form</a:t>
            </a:r>
            <a:endParaRPr lang="en-PK" dirty="0"/>
          </a:p>
        </p:txBody>
      </p:sp>
    </p:spTree>
    <p:extLst>
      <p:ext uri="{BB962C8B-B14F-4D97-AF65-F5344CB8AC3E}">
        <p14:creationId xmlns:p14="http://schemas.microsoft.com/office/powerpoint/2010/main" val="10020661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F7957-CFBC-B266-662E-00297ABDB384}"/>
              </a:ext>
            </a:extLst>
          </p:cNvPr>
          <p:cNvSpPr>
            <a:spLocks noGrp="1"/>
          </p:cNvSpPr>
          <p:nvPr>
            <p:ph type="title"/>
          </p:nvPr>
        </p:nvSpPr>
        <p:spPr/>
        <p:txBody>
          <a:bodyPr/>
          <a:lstStyle/>
          <a:p>
            <a:r>
              <a:rPr lang="en-US" dirty="0"/>
              <a:t>Python </a:t>
            </a:r>
            <a:r>
              <a:rPr lang="en-US" dirty="0" err="1"/>
              <a:t>Pydantic</a:t>
            </a:r>
            <a:r>
              <a:rPr lang="en-US" dirty="0"/>
              <a:t> data validation</a:t>
            </a:r>
            <a:endParaRPr lang="en-PK" dirty="0"/>
          </a:p>
        </p:txBody>
      </p:sp>
      <p:sp>
        <p:nvSpPr>
          <p:cNvPr id="3" name="Content Placeholder 2">
            <a:extLst>
              <a:ext uri="{FF2B5EF4-FFF2-40B4-BE49-F238E27FC236}">
                <a16:creationId xmlns:a16="http://schemas.microsoft.com/office/drawing/2014/main" id="{01695AC8-3F9D-1269-09A8-C1CDA0EB97A5}"/>
              </a:ext>
            </a:extLst>
          </p:cNvPr>
          <p:cNvSpPr>
            <a:spLocks noGrp="1"/>
          </p:cNvSpPr>
          <p:nvPr>
            <p:ph idx="1"/>
          </p:nvPr>
        </p:nvSpPr>
        <p:spPr/>
        <p:txBody>
          <a:bodyPr>
            <a:normAutofit fontScale="70000" lnSpcReduction="20000"/>
          </a:bodyPr>
          <a:lstStyle/>
          <a:p>
            <a:pPr>
              <a:buNone/>
            </a:pPr>
            <a:r>
              <a:rPr lang="en-US" b="1" dirty="0"/>
              <a:t>3. Guardrails During Execution</a:t>
            </a:r>
          </a:p>
          <a:p>
            <a:pPr>
              <a:buNone/>
            </a:pPr>
            <a:r>
              <a:rPr lang="en-US" dirty="0"/>
              <a:t>Agents sometimes misbehave — like students skipping steps.</a:t>
            </a:r>
            <a:br>
              <a:rPr lang="en-US" dirty="0"/>
            </a:br>
            <a:r>
              <a:rPr lang="en-US" dirty="0" err="1"/>
              <a:t>Pydantic</a:t>
            </a:r>
            <a:r>
              <a:rPr lang="en-US" dirty="0"/>
              <a:t> guardrails act like checkpoints:</a:t>
            </a:r>
          </a:p>
          <a:p>
            <a:r>
              <a:rPr lang="en-US" dirty="0"/>
              <a:t>Validate the data</a:t>
            </a:r>
          </a:p>
          <a:p>
            <a:r>
              <a:rPr lang="en-US" dirty="0"/>
              <a:t>Block bad values</a:t>
            </a:r>
          </a:p>
          <a:p>
            <a:r>
              <a:rPr lang="en-US" dirty="0"/>
              <a:t>Trigger rules like:</a:t>
            </a:r>
          </a:p>
          <a:p>
            <a:pPr>
              <a:buNone/>
            </a:pPr>
            <a:r>
              <a:rPr lang="en-US" dirty="0" err="1"/>
              <a:t>InputGuardrailTripwireTriggered</a:t>
            </a:r>
            <a:r>
              <a:rPr lang="en-US" dirty="0"/>
              <a:t> This means “ you sent bad data, fix it before moving on!”</a:t>
            </a:r>
          </a:p>
          <a:p>
            <a:pPr>
              <a:buNone/>
            </a:pPr>
            <a:r>
              <a:rPr lang="en-US" dirty="0"/>
              <a:t>It catches problems </a:t>
            </a:r>
            <a:r>
              <a:rPr lang="en-US" b="1" dirty="0"/>
              <a:t>mid-execution</a:t>
            </a:r>
            <a:r>
              <a:rPr lang="en-US" dirty="0"/>
              <a:t>, not after failure.</a:t>
            </a:r>
          </a:p>
          <a:p>
            <a:pPr>
              <a:buNone/>
            </a:pPr>
            <a:r>
              <a:rPr lang="en-US" dirty="0"/>
              <a:t>Example use cases:</a:t>
            </a:r>
          </a:p>
          <a:p>
            <a:pPr>
              <a:buFont typeface="Arial" panose="020B0604020202020204" pitchFamily="34" charset="0"/>
              <a:buChar char="•"/>
            </a:pPr>
            <a:r>
              <a:rPr lang="en-US" dirty="0"/>
              <a:t>Check budget must be positive</a:t>
            </a:r>
          </a:p>
          <a:p>
            <a:pPr>
              <a:buFont typeface="Arial" panose="020B0604020202020204" pitchFamily="34" charset="0"/>
              <a:buChar char="•"/>
            </a:pPr>
            <a:r>
              <a:rPr lang="en-US" dirty="0"/>
              <a:t>Ensure email formatting is correct</a:t>
            </a:r>
          </a:p>
          <a:p>
            <a:pPr>
              <a:buFont typeface="Arial" panose="020B0604020202020204" pitchFamily="34" charset="0"/>
              <a:buChar char="•"/>
            </a:pPr>
            <a:r>
              <a:rPr lang="en-US" dirty="0"/>
              <a:t>Validate sensor data before continuing a workflow</a:t>
            </a:r>
          </a:p>
          <a:p>
            <a:pPr>
              <a:buNone/>
            </a:pPr>
            <a:endParaRPr lang="en-US" dirty="0"/>
          </a:p>
          <a:p>
            <a:endParaRPr lang="en-PK" dirty="0"/>
          </a:p>
        </p:txBody>
      </p:sp>
    </p:spTree>
    <p:extLst>
      <p:ext uri="{BB962C8B-B14F-4D97-AF65-F5344CB8AC3E}">
        <p14:creationId xmlns:p14="http://schemas.microsoft.com/office/powerpoint/2010/main" val="26742490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8D626-4B68-C9BE-4B3C-CB0AF89582AF}"/>
              </a:ext>
            </a:extLst>
          </p:cNvPr>
          <p:cNvSpPr>
            <a:spLocks noGrp="1"/>
          </p:cNvSpPr>
          <p:nvPr>
            <p:ph type="title"/>
          </p:nvPr>
        </p:nvSpPr>
        <p:spPr/>
        <p:txBody>
          <a:bodyPr/>
          <a:lstStyle/>
          <a:p>
            <a:r>
              <a:rPr lang="en-US" dirty="0"/>
              <a:t>Python </a:t>
            </a:r>
            <a:r>
              <a:rPr lang="en-US" dirty="0" err="1"/>
              <a:t>Pydantic</a:t>
            </a:r>
            <a:r>
              <a:rPr lang="en-US" dirty="0"/>
              <a:t> data validation</a:t>
            </a:r>
            <a:endParaRPr lang="en-PK" dirty="0"/>
          </a:p>
        </p:txBody>
      </p:sp>
      <p:pic>
        <p:nvPicPr>
          <p:cNvPr id="5" name="Content Placeholder 4">
            <a:extLst>
              <a:ext uri="{FF2B5EF4-FFF2-40B4-BE49-F238E27FC236}">
                <a16:creationId xmlns:a16="http://schemas.microsoft.com/office/drawing/2014/main" id="{1674F38E-3FDA-19E8-42A8-87D4BB9D74A6}"/>
              </a:ext>
            </a:extLst>
          </p:cNvPr>
          <p:cNvPicPr>
            <a:picLocks noGrp="1" noChangeAspect="1"/>
          </p:cNvPicPr>
          <p:nvPr>
            <p:ph idx="1"/>
          </p:nvPr>
        </p:nvPicPr>
        <p:blipFill>
          <a:blip r:embed="rId3"/>
          <a:stretch>
            <a:fillRect/>
          </a:stretch>
        </p:blipFill>
        <p:spPr>
          <a:xfrm>
            <a:off x="838200" y="1445361"/>
            <a:ext cx="7697274" cy="2257740"/>
          </a:xfrm>
          <a:prstGeom prst="rect">
            <a:avLst/>
          </a:prstGeom>
        </p:spPr>
      </p:pic>
      <p:pic>
        <p:nvPicPr>
          <p:cNvPr id="7" name="Picture 6">
            <a:extLst>
              <a:ext uri="{FF2B5EF4-FFF2-40B4-BE49-F238E27FC236}">
                <a16:creationId xmlns:a16="http://schemas.microsoft.com/office/drawing/2014/main" id="{D85B2A45-551B-7CEB-EA60-D0CC0E3C6090}"/>
              </a:ext>
            </a:extLst>
          </p:cNvPr>
          <p:cNvPicPr>
            <a:picLocks noChangeAspect="1"/>
          </p:cNvPicPr>
          <p:nvPr/>
        </p:nvPicPr>
        <p:blipFill>
          <a:blip r:embed="rId4"/>
          <a:stretch>
            <a:fillRect/>
          </a:stretch>
        </p:blipFill>
        <p:spPr>
          <a:xfrm>
            <a:off x="838200" y="3563291"/>
            <a:ext cx="8621328" cy="3143689"/>
          </a:xfrm>
          <a:prstGeom prst="rect">
            <a:avLst/>
          </a:prstGeom>
        </p:spPr>
      </p:pic>
      <p:sp>
        <p:nvSpPr>
          <p:cNvPr id="9" name="TextBox 8">
            <a:extLst>
              <a:ext uri="{FF2B5EF4-FFF2-40B4-BE49-F238E27FC236}">
                <a16:creationId xmlns:a16="http://schemas.microsoft.com/office/drawing/2014/main" id="{29663CBA-57C0-7574-38A5-803DCBBC65E5}"/>
              </a:ext>
            </a:extLst>
          </p:cNvPr>
          <p:cNvSpPr txBox="1"/>
          <p:nvPr/>
        </p:nvSpPr>
        <p:spPr>
          <a:xfrm>
            <a:off x="5577620" y="1445361"/>
            <a:ext cx="6094140" cy="646331"/>
          </a:xfrm>
          <a:prstGeom prst="rect">
            <a:avLst/>
          </a:prstGeom>
          <a:noFill/>
        </p:spPr>
        <p:txBody>
          <a:bodyPr wrap="square">
            <a:spAutoFit/>
          </a:bodyPr>
          <a:lstStyle/>
          <a:p>
            <a:r>
              <a:rPr lang="en-US" dirty="0"/>
              <a:t>Field → used to describe properties and metadata for model fields</a:t>
            </a:r>
            <a:endParaRPr lang="en-PK" dirty="0"/>
          </a:p>
        </p:txBody>
      </p:sp>
    </p:spTree>
    <p:extLst>
      <p:ext uri="{BB962C8B-B14F-4D97-AF65-F5344CB8AC3E}">
        <p14:creationId xmlns:p14="http://schemas.microsoft.com/office/powerpoint/2010/main" val="38172834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7E0E3-EF67-AB74-47EE-51768B376A1F}"/>
              </a:ext>
            </a:extLst>
          </p:cNvPr>
          <p:cNvSpPr>
            <a:spLocks noGrp="1"/>
          </p:cNvSpPr>
          <p:nvPr>
            <p:ph type="title"/>
          </p:nvPr>
        </p:nvSpPr>
        <p:spPr/>
        <p:txBody>
          <a:bodyPr/>
          <a:lstStyle/>
          <a:p>
            <a:r>
              <a:rPr lang="en-US" dirty="0"/>
              <a:t>Developing your first AI Agent</a:t>
            </a:r>
            <a:endParaRPr lang="en-PK" dirty="0"/>
          </a:p>
        </p:txBody>
      </p:sp>
      <p:pic>
        <p:nvPicPr>
          <p:cNvPr id="5" name="Content Placeholder 4">
            <a:extLst>
              <a:ext uri="{FF2B5EF4-FFF2-40B4-BE49-F238E27FC236}">
                <a16:creationId xmlns:a16="http://schemas.microsoft.com/office/drawing/2014/main" id="{C696D905-8617-2D3D-885D-B4263601EE59}"/>
              </a:ext>
            </a:extLst>
          </p:cNvPr>
          <p:cNvPicPr>
            <a:picLocks noGrp="1" noChangeAspect="1"/>
          </p:cNvPicPr>
          <p:nvPr>
            <p:ph idx="1"/>
          </p:nvPr>
        </p:nvPicPr>
        <p:blipFill>
          <a:blip r:embed="rId2"/>
          <a:stretch>
            <a:fillRect/>
          </a:stretch>
        </p:blipFill>
        <p:spPr>
          <a:xfrm>
            <a:off x="2936111" y="3445709"/>
            <a:ext cx="6319777" cy="1111170"/>
          </a:xfrm>
          <a:prstGeom prst="rect">
            <a:avLst/>
          </a:prstGeom>
        </p:spPr>
      </p:pic>
    </p:spTree>
    <p:extLst>
      <p:ext uri="{BB962C8B-B14F-4D97-AF65-F5344CB8AC3E}">
        <p14:creationId xmlns:p14="http://schemas.microsoft.com/office/powerpoint/2010/main" val="22895275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C0DE7-65D6-406E-F6A0-EC2859EE94CC}"/>
              </a:ext>
            </a:extLst>
          </p:cNvPr>
          <p:cNvSpPr>
            <a:spLocks noGrp="1"/>
          </p:cNvSpPr>
          <p:nvPr>
            <p:ph type="title"/>
          </p:nvPr>
        </p:nvSpPr>
        <p:spPr/>
        <p:txBody>
          <a:bodyPr/>
          <a:lstStyle/>
          <a:p>
            <a:r>
              <a:rPr lang="en-US" dirty="0"/>
              <a:t>A simple customer service agent</a:t>
            </a:r>
            <a:endParaRPr lang="en-PK" dirty="0"/>
          </a:p>
        </p:txBody>
      </p:sp>
      <p:sp>
        <p:nvSpPr>
          <p:cNvPr id="3" name="Content Placeholder 2">
            <a:extLst>
              <a:ext uri="{FF2B5EF4-FFF2-40B4-BE49-F238E27FC236}">
                <a16:creationId xmlns:a16="http://schemas.microsoft.com/office/drawing/2014/main" id="{63707844-EBD6-0BA8-475D-A892D9CBF1E0}"/>
              </a:ext>
            </a:extLst>
          </p:cNvPr>
          <p:cNvSpPr>
            <a:spLocks noGrp="1"/>
          </p:cNvSpPr>
          <p:nvPr>
            <p:ph idx="1"/>
          </p:nvPr>
        </p:nvSpPr>
        <p:spPr/>
        <p:txBody>
          <a:bodyPr/>
          <a:lstStyle/>
          <a:p>
            <a:r>
              <a:rPr lang="en-US" dirty="0"/>
              <a:t>Suppose we are building a </a:t>
            </a:r>
            <a:r>
              <a:rPr lang="en-US" b="1" dirty="0"/>
              <a:t>customer service agent</a:t>
            </a:r>
            <a:r>
              <a:rPr lang="en-US" dirty="0"/>
              <a:t>, one that can be used by our company to </a:t>
            </a:r>
            <a:r>
              <a:rPr lang="en-US" b="1" dirty="0"/>
              <a:t>facilitate customer requests</a:t>
            </a:r>
            <a:r>
              <a:rPr lang="en-US" dirty="0"/>
              <a:t>.</a:t>
            </a:r>
          </a:p>
          <a:p>
            <a:r>
              <a:rPr lang="en-US" dirty="0"/>
              <a:t>Create a new Python file under the </a:t>
            </a:r>
            <a:r>
              <a:rPr lang="en-US" b="1" dirty="0"/>
              <a:t>Chapter3</a:t>
            </a:r>
            <a:r>
              <a:rPr lang="en-US" dirty="0"/>
              <a:t> folder called </a:t>
            </a:r>
            <a:r>
              <a:rPr lang="en-US" b="1" dirty="0"/>
              <a:t>customer_service_agent.py</a:t>
            </a:r>
            <a:r>
              <a:rPr lang="en-US" dirty="0"/>
              <a:t>, and write the code needed to define the agent, provide input, and then run the agent.</a:t>
            </a:r>
            <a:endParaRPr lang="en-PK" dirty="0"/>
          </a:p>
        </p:txBody>
      </p:sp>
    </p:spTree>
    <p:extLst>
      <p:ext uri="{BB962C8B-B14F-4D97-AF65-F5344CB8AC3E}">
        <p14:creationId xmlns:p14="http://schemas.microsoft.com/office/powerpoint/2010/main" val="25404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E5920-7E2A-BD1B-FA83-02ABE7557F31}"/>
              </a:ext>
            </a:extLst>
          </p:cNvPr>
          <p:cNvSpPr>
            <a:spLocks noGrp="1"/>
          </p:cNvSpPr>
          <p:nvPr>
            <p:ph type="title"/>
          </p:nvPr>
        </p:nvSpPr>
        <p:spPr>
          <a:xfrm>
            <a:off x="7219506" y="365125"/>
            <a:ext cx="4134293" cy="1867712"/>
          </a:xfrm>
        </p:spPr>
        <p:txBody>
          <a:bodyPr>
            <a:normAutofit fontScale="90000"/>
          </a:bodyPr>
          <a:lstStyle/>
          <a:p>
            <a:r>
              <a:rPr lang="en-US" dirty="0"/>
              <a:t>A simple customer service agent</a:t>
            </a:r>
            <a:endParaRPr lang="en-PK" dirty="0"/>
          </a:p>
        </p:txBody>
      </p:sp>
      <p:pic>
        <p:nvPicPr>
          <p:cNvPr id="5" name="Content Placeholder 4">
            <a:extLst>
              <a:ext uri="{FF2B5EF4-FFF2-40B4-BE49-F238E27FC236}">
                <a16:creationId xmlns:a16="http://schemas.microsoft.com/office/drawing/2014/main" id="{3B893412-5C13-BD5A-22E1-2301F8175457}"/>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46495" y="199411"/>
            <a:ext cx="7173011" cy="6293464"/>
          </a:xfrm>
          <a:prstGeom prst="rect">
            <a:avLst/>
          </a:prstGeom>
        </p:spPr>
      </p:pic>
      <p:sp>
        <p:nvSpPr>
          <p:cNvPr id="7" name="TextBox 6">
            <a:extLst>
              <a:ext uri="{FF2B5EF4-FFF2-40B4-BE49-F238E27FC236}">
                <a16:creationId xmlns:a16="http://schemas.microsoft.com/office/drawing/2014/main" id="{D45B3007-5746-7505-5446-6400223D61FB}"/>
              </a:ext>
            </a:extLst>
          </p:cNvPr>
          <p:cNvSpPr txBox="1"/>
          <p:nvPr/>
        </p:nvSpPr>
        <p:spPr>
          <a:xfrm>
            <a:off x="6279368" y="5458260"/>
            <a:ext cx="6094140" cy="1200329"/>
          </a:xfrm>
          <a:prstGeom prst="rect">
            <a:avLst/>
          </a:prstGeom>
          <a:noFill/>
        </p:spPr>
        <p:txBody>
          <a:bodyPr wrap="square">
            <a:spAutoFit/>
          </a:bodyPr>
          <a:lstStyle/>
          <a:p>
            <a:r>
              <a:rPr lang="en-US" dirty="0"/>
              <a:t>To cancel your order, please contact our customer service team directly. You can reach us by phone at [Your Phone Number] or email us at [Your Email Address]. Be sure to have your order number handy so we can assist you quickly.</a:t>
            </a:r>
            <a:endParaRPr lang="en-PK" dirty="0"/>
          </a:p>
        </p:txBody>
      </p:sp>
    </p:spTree>
    <p:extLst>
      <p:ext uri="{BB962C8B-B14F-4D97-AF65-F5344CB8AC3E}">
        <p14:creationId xmlns:p14="http://schemas.microsoft.com/office/powerpoint/2010/main" val="27897871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D5824-94F1-F735-2729-5FA75E646092}"/>
              </a:ext>
            </a:extLst>
          </p:cNvPr>
          <p:cNvSpPr>
            <a:spLocks noGrp="1"/>
          </p:cNvSpPr>
          <p:nvPr>
            <p:ph type="title"/>
          </p:nvPr>
        </p:nvSpPr>
        <p:spPr/>
        <p:txBody>
          <a:bodyPr/>
          <a:lstStyle/>
          <a:p>
            <a:r>
              <a:rPr lang="en-US" dirty="0"/>
              <a:t>A simple customer service agent</a:t>
            </a:r>
            <a:endParaRPr lang="en-PK" dirty="0"/>
          </a:p>
        </p:txBody>
      </p:sp>
      <p:sp>
        <p:nvSpPr>
          <p:cNvPr id="3" name="Content Placeholder 2">
            <a:extLst>
              <a:ext uri="{FF2B5EF4-FFF2-40B4-BE49-F238E27FC236}">
                <a16:creationId xmlns:a16="http://schemas.microsoft.com/office/drawing/2014/main" id="{ACF58189-A5B3-FE27-1E25-CED02C7FFC6A}"/>
              </a:ext>
            </a:extLst>
          </p:cNvPr>
          <p:cNvSpPr>
            <a:spLocks noGrp="1"/>
          </p:cNvSpPr>
          <p:nvPr>
            <p:ph idx="1"/>
          </p:nvPr>
        </p:nvSpPr>
        <p:spPr/>
        <p:txBody>
          <a:bodyPr>
            <a:normAutofit lnSpcReduction="10000"/>
          </a:bodyPr>
          <a:lstStyle/>
          <a:p>
            <a:pPr>
              <a:buNone/>
            </a:pPr>
            <a:r>
              <a:rPr lang="en-US" dirty="0"/>
              <a:t>This section explains </a:t>
            </a:r>
            <a:r>
              <a:rPr lang="en-US" b="1" dirty="0"/>
              <a:t>how an agent is built </a:t>
            </a:r>
            <a:r>
              <a:rPr lang="en-US" dirty="0"/>
              <a:t>and executed using the OpenAI Agents SDK:</a:t>
            </a:r>
          </a:p>
          <a:p>
            <a:pPr algn="just">
              <a:buFont typeface="+mj-lt"/>
              <a:buAutoNum type="arabicPeriod"/>
            </a:pPr>
            <a:r>
              <a:rPr lang="en-US" dirty="0"/>
              <a:t>Required </a:t>
            </a:r>
            <a:r>
              <a:rPr lang="en-US" b="1" dirty="0"/>
              <a:t>libraries and environment variables </a:t>
            </a:r>
            <a:r>
              <a:rPr lang="en-US" dirty="0"/>
              <a:t>are imported to prepare the runtime environment.</a:t>
            </a:r>
          </a:p>
          <a:p>
            <a:pPr algn="just">
              <a:buFont typeface="+mj-lt"/>
              <a:buAutoNum type="arabicPeriod"/>
            </a:pPr>
            <a:r>
              <a:rPr lang="en-US" dirty="0"/>
              <a:t>An </a:t>
            </a:r>
            <a:r>
              <a:rPr lang="en-US" b="1" dirty="0"/>
              <a:t>Agent object </a:t>
            </a:r>
            <a:r>
              <a:rPr lang="en-US" dirty="0"/>
              <a:t>is created with </a:t>
            </a:r>
            <a:r>
              <a:rPr lang="en-US" b="1" dirty="0"/>
              <a:t>attributes such as name, instructions, and model,</a:t>
            </a:r>
            <a:r>
              <a:rPr lang="en-US" dirty="0"/>
              <a:t> which act as the agent’s system prompt and define its behavior—in this example, as a customer support assistant.</a:t>
            </a:r>
          </a:p>
          <a:p>
            <a:pPr algn="just">
              <a:buFont typeface="+mj-lt"/>
              <a:buAutoNum type="arabicPeriod"/>
            </a:pPr>
            <a:r>
              <a:rPr lang="en-US" dirty="0"/>
              <a:t>The agent is executed </a:t>
            </a:r>
            <a:r>
              <a:rPr lang="en-US" b="1" dirty="0"/>
              <a:t>using </a:t>
            </a:r>
            <a:r>
              <a:rPr lang="en-US" b="1" dirty="0" err="1">
                <a:latin typeface="Courier New" panose="02070309020205020404" pitchFamily="49" charset="0"/>
              </a:rPr>
              <a:t>Runner.run_sync</a:t>
            </a:r>
            <a:r>
              <a:rPr lang="en-US" dirty="0"/>
              <a:t>, which sends the user input to the model and runs the agent lifecycle, leveraging the SDK’s control logic to invoke the LLM and process responses.</a:t>
            </a:r>
          </a:p>
          <a:p>
            <a:endParaRPr lang="en-PK" dirty="0"/>
          </a:p>
        </p:txBody>
      </p:sp>
    </p:spTree>
    <p:extLst>
      <p:ext uri="{BB962C8B-B14F-4D97-AF65-F5344CB8AC3E}">
        <p14:creationId xmlns:p14="http://schemas.microsoft.com/office/powerpoint/2010/main" val="35079310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04282-BDF4-0FFC-41E9-CFF9BFA2B04C}"/>
              </a:ext>
            </a:extLst>
          </p:cNvPr>
          <p:cNvSpPr>
            <a:spLocks noGrp="1"/>
          </p:cNvSpPr>
          <p:nvPr>
            <p:ph type="title"/>
          </p:nvPr>
        </p:nvSpPr>
        <p:spPr/>
        <p:txBody>
          <a:bodyPr/>
          <a:lstStyle/>
          <a:p>
            <a:r>
              <a:rPr lang="en-US" dirty="0"/>
              <a:t>Adding a tool</a:t>
            </a:r>
            <a:endParaRPr lang="en-PK" dirty="0"/>
          </a:p>
        </p:txBody>
      </p:sp>
      <p:sp>
        <p:nvSpPr>
          <p:cNvPr id="3" name="Content Placeholder 2">
            <a:extLst>
              <a:ext uri="{FF2B5EF4-FFF2-40B4-BE49-F238E27FC236}">
                <a16:creationId xmlns:a16="http://schemas.microsoft.com/office/drawing/2014/main" id="{53C76C3E-2C07-B7A8-94DE-E93BA9C14859}"/>
              </a:ext>
            </a:extLst>
          </p:cNvPr>
          <p:cNvSpPr>
            <a:spLocks noGrp="1"/>
          </p:cNvSpPr>
          <p:nvPr>
            <p:ph idx="1"/>
          </p:nvPr>
        </p:nvSpPr>
        <p:spPr/>
        <p:txBody>
          <a:bodyPr>
            <a:normAutofit fontScale="70000" lnSpcReduction="20000"/>
          </a:bodyPr>
          <a:lstStyle/>
          <a:p>
            <a:pPr>
              <a:buNone/>
            </a:pPr>
            <a:r>
              <a:rPr lang="en-US" b="1" dirty="0"/>
              <a:t>Adding a Delivery Status Tool</a:t>
            </a:r>
          </a:p>
          <a:p>
            <a:pPr>
              <a:buFont typeface="Arial" panose="020B0604020202020204" pitchFamily="34" charset="0"/>
              <a:buChar char="•"/>
            </a:pPr>
            <a:r>
              <a:rPr lang="en-US" dirty="0"/>
              <a:t>We introduce a tool to check order status based on order ID</a:t>
            </a:r>
          </a:p>
          <a:p>
            <a:pPr>
              <a:buFont typeface="Arial" panose="020B0604020202020204" pitchFamily="34" charset="0"/>
              <a:buChar char="•"/>
            </a:pPr>
            <a:r>
              <a:rPr lang="en-US" dirty="0"/>
              <a:t>Simplified logic is used (hardcoded results instead of a real database)</a:t>
            </a:r>
          </a:p>
          <a:p>
            <a:pPr>
              <a:buNone/>
            </a:pPr>
            <a:r>
              <a:rPr lang="en-US" b="1" dirty="0"/>
              <a:t>Why This Matters</a:t>
            </a:r>
          </a:p>
          <a:p>
            <a:pPr>
              <a:buNone/>
            </a:pPr>
            <a:r>
              <a:rPr lang="en-US" dirty="0"/>
              <a:t>The key idea is not the implementation complexity…It is </a:t>
            </a:r>
            <a:r>
              <a:rPr lang="en-US" i="1" dirty="0"/>
              <a:t>how the SDK handles tool usage automatically.</a:t>
            </a:r>
            <a:endParaRPr lang="en-US" dirty="0"/>
          </a:p>
          <a:p>
            <a:pPr>
              <a:buNone/>
            </a:pPr>
            <a:r>
              <a:rPr lang="en-US" b="1" dirty="0"/>
              <a:t>What the SDK Handles for Us</a:t>
            </a:r>
          </a:p>
          <a:p>
            <a:pPr>
              <a:buNone/>
            </a:pPr>
            <a:r>
              <a:rPr lang="en-US" dirty="0"/>
              <a:t>    ✔ Determines whether the tool is needed</a:t>
            </a:r>
            <a:br>
              <a:rPr lang="en-US" dirty="0"/>
            </a:br>
            <a:r>
              <a:rPr lang="en-US" dirty="0"/>
              <a:t>✔ Creates or formats tool inputs</a:t>
            </a:r>
            <a:br>
              <a:rPr lang="en-US" dirty="0"/>
            </a:br>
            <a:r>
              <a:rPr lang="en-US" dirty="0"/>
              <a:t>✔ Runs the tool function</a:t>
            </a:r>
            <a:br>
              <a:rPr lang="en-US" dirty="0"/>
            </a:br>
            <a:r>
              <a:rPr lang="en-US" dirty="0"/>
              <a:t>✔ Reads and incorporates tool output into its reply</a:t>
            </a:r>
          </a:p>
          <a:p>
            <a:pPr>
              <a:buNone/>
            </a:pPr>
            <a:r>
              <a:rPr lang="en-US" b="1" dirty="0"/>
              <a:t>Benefit</a:t>
            </a:r>
          </a:p>
          <a:p>
            <a:pPr>
              <a:buNone/>
            </a:pPr>
            <a:r>
              <a:rPr lang="en-US" dirty="0"/>
              <a:t>The developer just defines the function —the agent learns to </a:t>
            </a:r>
            <a:r>
              <a:rPr lang="en-US" b="1" dirty="0"/>
              <a:t>think, decide, and act</a:t>
            </a:r>
            <a:r>
              <a:rPr lang="en-US" dirty="0"/>
              <a:t> with it.</a:t>
            </a:r>
          </a:p>
          <a:p>
            <a:pPr>
              <a:buNone/>
            </a:pPr>
            <a:endParaRPr lang="en-US" dirty="0"/>
          </a:p>
          <a:p>
            <a:endParaRPr lang="en-PK" dirty="0"/>
          </a:p>
        </p:txBody>
      </p:sp>
    </p:spTree>
    <p:extLst>
      <p:ext uri="{BB962C8B-B14F-4D97-AF65-F5344CB8AC3E}">
        <p14:creationId xmlns:p14="http://schemas.microsoft.com/office/powerpoint/2010/main" val="967615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1F9F9-E202-07B8-C616-99F52FECFD90}"/>
              </a:ext>
            </a:extLst>
          </p:cNvPr>
          <p:cNvSpPr>
            <a:spLocks noGrp="1"/>
          </p:cNvSpPr>
          <p:nvPr>
            <p:ph type="title"/>
          </p:nvPr>
        </p:nvSpPr>
        <p:spPr/>
        <p:txBody>
          <a:bodyPr/>
          <a:lstStyle/>
          <a:p>
            <a:endParaRPr lang="en-PK" dirty="0"/>
          </a:p>
        </p:txBody>
      </p:sp>
      <p:sp>
        <p:nvSpPr>
          <p:cNvPr id="3" name="Content Placeholder 2">
            <a:extLst>
              <a:ext uri="{FF2B5EF4-FFF2-40B4-BE49-F238E27FC236}">
                <a16:creationId xmlns:a16="http://schemas.microsoft.com/office/drawing/2014/main" id="{06E5E84D-F830-57A6-BA14-565BDF27D2F3}"/>
              </a:ext>
            </a:extLst>
          </p:cNvPr>
          <p:cNvSpPr>
            <a:spLocks noGrp="1"/>
          </p:cNvSpPr>
          <p:nvPr>
            <p:ph idx="1"/>
          </p:nvPr>
        </p:nvSpPr>
        <p:spPr/>
        <p:txBody>
          <a:bodyPr/>
          <a:lstStyle/>
          <a:p>
            <a:r>
              <a:rPr lang="en-US" dirty="0"/>
              <a:t>We introduce a tool to check order status based on order ID Simplified logic is used (hardcoded results instead of a real database)</a:t>
            </a:r>
          </a:p>
          <a:p>
            <a:r>
              <a:rPr lang="en-US" dirty="0"/>
              <a:t>The key idea is not the implementation complexity…</a:t>
            </a:r>
            <a:br>
              <a:rPr lang="en-US" dirty="0"/>
            </a:br>
            <a:r>
              <a:rPr lang="en-US" dirty="0"/>
              <a:t>It is </a:t>
            </a:r>
            <a:r>
              <a:rPr lang="en-US" i="1" dirty="0"/>
              <a:t>how the SDK handles tool usage automatically.</a:t>
            </a:r>
          </a:p>
          <a:p>
            <a:r>
              <a:rPr lang="en-US" dirty="0"/>
              <a:t>The developer just defines the function —</a:t>
            </a:r>
            <a:br>
              <a:rPr lang="en-US" dirty="0"/>
            </a:br>
            <a:r>
              <a:rPr lang="en-US" dirty="0"/>
              <a:t>the agent learns to </a:t>
            </a:r>
            <a:r>
              <a:rPr lang="en-US" b="1" dirty="0"/>
              <a:t>think, decide, and act</a:t>
            </a:r>
            <a:r>
              <a:rPr lang="en-US" dirty="0"/>
              <a:t> with it.</a:t>
            </a:r>
            <a:endParaRPr lang="en-PK" dirty="0"/>
          </a:p>
        </p:txBody>
      </p:sp>
    </p:spTree>
    <p:extLst>
      <p:ext uri="{BB962C8B-B14F-4D97-AF65-F5344CB8AC3E}">
        <p14:creationId xmlns:p14="http://schemas.microsoft.com/office/powerpoint/2010/main" val="3059496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3B8AC-AACB-E577-1297-D2D25D583584}"/>
              </a:ext>
            </a:extLst>
          </p:cNvPr>
          <p:cNvSpPr>
            <a:spLocks noGrp="1"/>
          </p:cNvSpPr>
          <p:nvPr>
            <p:ph type="title"/>
          </p:nvPr>
        </p:nvSpPr>
        <p:spPr/>
        <p:txBody>
          <a:bodyPr/>
          <a:lstStyle/>
          <a:p>
            <a:r>
              <a:rPr lang="en-US" dirty="0"/>
              <a:t>Adding a tool</a:t>
            </a:r>
            <a:endParaRPr lang="en-PK" dirty="0"/>
          </a:p>
        </p:txBody>
      </p:sp>
      <p:pic>
        <p:nvPicPr>
          <p:cNvPr id="5" name="Content Placeholder 4">
            <a:extLst>
              <a:ext uri="{FF2B5EF4-FFF2-40B4-BE49-F238E27FC236}">
                <a16:creationId xmlns:a16="http://schemas.microsoft.com/office/drawing/2014/main" id="{6DB5ABB2-5DD0-747E-64E8-A3719F0B8073}"/>
              </a:ext>
            </a:extLst>
          </p:cNvPr>
          <p:cNvPicPr>
            <a:picLocks noGrp="1" noChangeAspect="1"/>
          </p:cNvPicPr>
          <p:nvPr>
            <p:ph idx="1"/>
          </p:nvPr>
        </p:nvPicPr>
        <p:blipFill>
          <a:blip r:embed="rId2"/>
          <a:stretch>
            <a:fillRect/>
          </a:stretch>
        </p:blipFill>
        <p:spPr>
          <a:xfrm>
            <a:off x="663887" y="1346123"/>
            <a:ext cx="6661514" cy="5300038"/>
          </a:xfrm>
          <a:prstGeom prst="rect">
            <a:avLst/>
          </a:prstGeom>
        </p:spPr>
      </p:pic>
    </p:spTree>
    <p:extLst>
      <p:ext uri="{BB962C8B-B14F-4D97-AF65-F5344CB8AC3E}">
        <p14:creationId xmlns:p14="http://schemas.microsoft.com/office/powerpoint/2010/main" val="37755957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D90B5-95BA-BB72-7644-E25210093725}"/>
              </a:ext>
            </a:extLst>
          </p:cNvPr>
          <p:cNvSpPr>
            <a:spLocks noGrp="1"/>
          </p:cNvSpPr>
          <p:nvPr>
            <p:ph type="title"/>
          </p:nvPr>
        </p:nvSpPr>
        <p:spPr/>
        <p:txBody>
          <a:bodyPr/>
          <a:lstStyle/>
          <a:p>
            <a:r>
              <a:rPr lang="en-US" dirty="0"/>
              <a:t>Adding a tool</a:t>
            </a:r>
            <a:endParaRPr lang="en-PK" dirty="0"/>
          </a:p>
        </p:txBody>
      </p:sp>
      <p:pic>
        <p:nvPicPr>
          <p:cNvPr id="4" name="Content Placeholder 3">
            <a:extLst>
              <a:ext uri="{FF2B5EF4-FFF2-40B4-BE49-F238E27FC236}">
                <a16:creationId xmlns:a16="http://schemas.microsoft.com/office/drawing/2014/main" id="{B0FFE35E-380A-BDEB-28E5-10C724F66A77}"/>
              </a:ext>
            </a:extLst>
          </p:cNvPr>
          <p:cNvPicPr>
            <a:picLocks noGrp="1" noChangeAspect="1"/>
          </p:cNvPicPr>
          <p:nvPr>
            <p:ph idx="1"/>
          </p:nvPr>
        </p:nvPicPr>
        <p:blipFill>
          <a:blip r:embed="rId3"/>
          <a:stretch>
            <a:fillRect/>
          </a:stretch>
        </p:blipFill>
        <p:spPr>
          <a:xfrm>
            <a:off x="1129299" y="1798351"/>
            <a:ext cx="6998815" cy="2066723"/>
          </a:xfrm>
          <a:prstGeom prst="rect">
            <a:avLst/>
          </a:prstGeom>
        </p:spPr>
      </p:pic>
      <p:pic>
        <p:nvPicPr>
          <p:cNvPr id="6" name="Picture 5">
            <a:extLst>
              <a:ext uri="{FF2B5EF4-FFF2-40B4-BE49-F238E27FC236}">
                <a16:creationId xmlns:a16="http://schemas.microsoft.com/office/drawing/2014/main" id="{5A5B59D4-F1A6-3C6A-8A62-3341D120F42B}"/>
              </a:ext>
            </a:extLst>
          </p:cNvPr>
          <p:cNvPicPr>
            <a:picLocks noChangeAspect="1"/>
          </p:cNvPicPr>
          <p:nvPr/>
        </p:nvPicPr>
        <p:blipFill>
          <a:blip r:embed="rId4"/>
          <a:stretch>
            <a:fillRect/>
          </a:stretch>
        </p:blipFill>
        <p:spPr>
          <a:xfrm>
            <a:off x="1129299" y="4131572"/>
            <a:ext cx="9069066" cy="2486372"/>
          </a:xfrm>
          <a:prstGeom prst="rect">
            <a:avLst/>
          </a:prstGeom>
        </p:spPr>
      </p:pic>
    </p:spTree>
    <p:extLst>
      <p:ext uri="{BB962C8B-B14F-4D97-AF65-F5344CB8AC3E}">
        <p14:creationId xmlns:p14="http://schemas.microsoft.com/office/powerpoint/2010/main" val="6374684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460E7-8CEC-938B-0661-7EA4C2AFEFF2}"/>
              </a:ext>
            </a:extLst>
          </p:cNvPr>
          <p:cNvSpPr>
            <a:spLocks noGrp="1"/>
          </p:cNvSpPr>
          <p:nvPr>
            <p:ph type="title"/>
          </p:nvPr>
        </p:nvSpPr>
        <p:spPr/>
        <p:txBody>
          <a:bodyPr/>
          <a:lstStyle/>
          <a:p>
            <a:r>
              <a:rPr lang="en-US" dirty="0"/>
              <a:t>trace.</a:t>
            </a:r>
            <a:endParaRPr lang="en-PK" dirty="0"/>
          </a:p>
        </p:txBody>
      </p:sp>
      <p:sp>
        <p:nvSpPr>
          <p:cNvPr id="3" name="Content Placeholder 2">
            <a:extLst>
              <a:ext uri="{FF2B5EF4-FFF2-40B4-BE49-F238E27FC236}">
                <a16:creationId xmlns:a16="http://schemas.microsoft.com/office/drawing/2014/main" id="{2A46BF45-5DBD-5122-BF84-2CCCCE56FC29}"/>
              </a:ext>
            </a:extLst>
          </p:cNvPr>
          <p:cNvSpPr>
            <a:spLocks noGrp="1"/>
          </p:cNvSpPr>
          <p:nvPr>
            <p:ph idx="1"/>
          </p:nvPr>
        </p:nvSpPr>
        <p:spPr/>
        <p:txBody>
          <a:bodyPr/>
          <a:lstStyle/>
          <a:p>
            <a:pPr algn="l"/>
            <a:endParaRPr lang="en-PK" sz="4000" b="0" i="0" u="none" strike="noStrike" baseline="0" dirty="0">
              <a:solidFill>
                <a:srgbClr val="000000"/>
              </a:solidFill>
              <a:latin typeface="Crimson Pro ExtraLight"/>
            </a:endParaRPr>
          </a:p>
          <a:p>
            <a:r>
              <a:rPr lang="en-US" sz="2800" b="0" i="0" u="none" strike="noStrike" baseline="0" dirty="0">
                <a:solidFill>
                  <a:srgbClr val="000000"/>
                </a:solidFill>
                <a:latin typeface="Crimson Pro ExtraLight"/>
              </a:rPr>
              <a:t>Go to </a:t>
            </a:r>
            <a:r>
              <a:rPr lang="en-US" sz="2400" b="0" i="0" u="none" strike="noStrike" baseline="0" dirty="0">
                <a:solidFill>
                  <a:srgbClr val="000000"/>
                </a:solidFill>
                <a:latin typeface="Consolas" panose="020B0609020204030204" pitchFamily="49" charset="0"/>
              </a:rPr>
              <a:t>https://platform.openai.com/ </a:t>
            </a:r>
            <a:r>
              <a:rPr lang="en-US" sz="2800" b="0" i="0" u="none" strike="noStrike" baseline="0" dirty="0">
                <a:solidFill>
                  <a:srgbClr val="000000"/>
                </a:solidFill>
                <a:latin typeface="Crimson Pro ExtraLight"/>
              </a:rPr>
              <a:t>and log in with the same account you logged in with previously (where you had generated the API key).</a:t>
            </a:r>
          </a:p>
          <a:p>
            <a:r>
              <a:rPr lang="en-US" sz="2800" b="0" i="0" u="none" strike="noStrike" baseline="0" dirty="0">
                <a:solidFill>
                  <a:srgbClr val="000000"/>
                </a:solidFill>
                <a:latin typeface="Crimson Pro ExtraLight"/>
              </a:rPr>
              <a:t>Select </a:t>
            </a:r>
            <a:r>
              <a:rPr lang="en-US" sz="2800" b="1" i="0" u="none" strike="noStrike" baseline="0" dirty="0">
                <a:solidFill>
                  <a:srgbClr val="000000"/>
                </a:solidFill>
                <a:latin typeface="Crimson Pro SemiBold"/>
              </a:rPr>
              <a:t>Dashboard </a:t>
            </a:r>
            <a:r>
              <a:rPr lang="en-US" sz="2800" b="0" i="0" u="none" strike="noStrike" baseline="0" dirty="0">
                <a:solidFill>
                  <a:srgbClr val="000000"/>
                </a:solidFill>
                <a:latin typeface="Crimson Pro ExtraLight"/>
              </a:rPr>
              <a:t>from the top-right menu and then select </a:t>
            </a:r>
            <a:r>
              <a:rPr lang="en-US" sz="2800" b="1" i="0" u="none" strike="noStrike" baseline="0" dirty="0">
                <a:solidFill>
                  <a:srgbClr val="000000"/>
                </a:solidFill>
                <a:latin typeface="Crimson Pro SemiBold"/>
              </a:rPr>
              <a:t>Traces </a:t>
            </a:r>
            <a:r>
              <a:rPr lang="en-US" sz="2800" b="0" i="0" u="none" strike="noStrike" baseline="0" dirty="0">
                <a:solidFill>
                  <a:srgbClr val="000000"/>
                </a:solidFill>
                <a:latin typeface="Crimson Pro ExtraLight"/>
              </a:rPr>
              <a:t>from the left menu.</a:t>
            </a:r>
          </a:p>
          <a:p>
            <a:r>
              <a:rPr lang="en-US" dirty="0"/>
              <a:t>Select the trace with the most recent Created time. You should see a trace that looks like the following:</a:t>
            </a:r>
            <a:endParaRPr lang="en-PK" dirty="0"/>
          </a:p>
        </p:txBody>
      </p:sp>
    </p:spTree>
    <p:extLst>
      <p:ext uri="{BB962C8B-B14F-4D97-AF65-F5344CB8AC3E}">
        <p14:creationId xmlns:p14="http://schemas.microsoft.com/office/powerpoint/2010/main" val="4899427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D38E5-AAA6-B834-1B60-417656E76FB1}"/>
              </a:ext>
            </a:extLst>
          </p:cNvPr>
          <p:cNvSpPr>
            <a:spLocks noGrp="1"/>
          </p:cNvSpPr>
          <p:nvPr>
            <p:ph type="title"/>
          </p:nvPr>
        </p:nvSpPr>
        <p:spPr/>
        <p:txBody>
          <a:bodyPr/>
          <a:lstStyle/>
          <a:p>
            <a:endParaRPr lang="en-PK"/>
          </a:p>
        </p:txBody>
      </p:sp>
      <p:pic>
        <p:nvPicPr>
          <p:cNvPr id="5" name="Content Placeholder 4">
            <a:extLst>
              <a:ext uri="{FF2B5EF4-FFF2-40B4-BE49-F238E27FC236}">
                <a16:creationId xmlns:a16="http://schemas.microsoft.com/office/drawing/2014/main" id="{6C4353F9-7AF8-741E-79D1-5FA62C5F5CDB}"/>
              </a:ext>
            </a:extLst>
          </p:cNvPr>
          <p:cNvPicPr>
            <a:picLocks noGrp="1" noChangeAspect="1"/>
          </p:cNvPicPr>
          <p:nvPr>
            <p:ph idx="1"/>
          </p:nvPr>
        </p:nvPicPr>
        <p:blipFill>
          <a:blip r:embed="rId3"/>
          <a:stretch>
            <a:fillRect/>
          </a:stretch>
        </p:blipFill>
        <p:spPr>
          <a:xfrm>
            <a:off x="838200" y="1913006"/>
            <a:ext cx="10094111" cy="4844633"/>
          </a:xfrm>
          <a:prstGeom prst="rect">
            <a:avLst/>
          </a:prstGeom>
        </p:spPr>
      </p:pic>
    </p:spTree>
    <p:extLst>
      <p:ext uri="{BB962C8B-B14F-4D97-AF65-F5344CB8AC3E}">
        <p14:creationId xmlns:p14="http://schemas.microsoft.com/office/powerpoint/2010/main" val="3424368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14D97-3FE9-65A7-32CD-8C14276F0AE9}"/>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03956610-72E1-E9B2-C746-02D8D4B41F0E}"/>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8504CF12-BA33-03CA-A377-9872981183D0}"/>
              </a:ext>
            </a:extLst>
          </p:cNvPr>
          <p:cNvPicPr>
            <a:picLocks noChangeAspect="1"/>
          </p:cNvPicPr>
          <p:nvPr/>
        </p:nvPicPr>
        <p:blipFill>
          <a:blip r:embed="rId3"/>
          <a:stretch>
            <a:fillRect/>
          </a:stretch>
        </p:blipFill>
        <p:spPr>
          <a:xfrm>
            <a:off x="1252769" y="1485150"/>
            <a:ext cx="8326012" cy="5372850"/>
          </a:xfrm>
          <a:prstGeom prst="rect">
            <a:avLst/>
          </a:prstGeom>
        </p:spPr>
      </p:pic>
    </p:spTree>
    <p:extLst>
      <p:ext uri="{BB962C8B-B14F-4D97-AF65-F5344CB8AC3E}">
        <p14:creationId xmlns:p14="http://schemas.microsoft.com/office/powerpoint/2010/main" val="32774831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AF5C0-AD63-B600-74AC-6AD30489844A}"/>
              </a:ext>
            </a:extLst>
          </p:cNvPr>
          <p:cNvSpPr>
            <a:spLocks noGrp="1"/>
          </p:cNvSpPr>
          <p:nvPr>
            <p:ph type="title"/>
          </p:nvPr>
        </p:nvSpPr>
        <p:spPr/>
        <p:txBody>
          <a:bodyPr/>
          <a:lstStyle/>
          <a:p>
            <a:r>
              <a:rPr lang="en-US" dirty="0"/>
              <a:t>Note</a:t>
            </a:r>
            <a:endParaRPr lang="en-PK" dirty="0"/>
          </a:p>
        </p:txBody>
      </p:sp>
      <p:sp>
        <p:nvSpPr>
          <p:cNvPr id="3" name="Content Placeholder 2">
            <a:extLst>
              <a:ext uri="{FF2B5EF4-FFF2-40B4-BE49-F238E27FC236}">
                <a16:creationId xmlns:a16="http://schemas.microsoft.com/office/drawing/2014/main" id="{A662C84B-9F0C-FAD5-5D18-B4307F52ABAB}"/>
              </a:ext>
            </a:extLst>
          </p:cNvPr>
          <p:cNvSpPr>
            <a:spLocks noGrp="1"/>
          </p:cNvSpPr>
          <p:nvPr>
            <p:ph idx="1"/>
          </p:nvPr>
        </p:nvSpPr>
        <p:spPr/>
        <p:txBody>
          <a:bodyPr/>
          <a:lstStyle/>
          <a:p>
            <a:pPr algn="just"/>
            <a:endParaRPr lang="en-PK" sz="4000" b="0" i="0" u="none" strike="noStrike" baseline="0" dirty="0">
              <a:solidFill>
                <a:srgbClr val="000000"/>
              </a:solidFill>
              <a:latin typeface="Crimson Pro ExtraLight"/>
            </a:endParaRPr>
          </a:p>
          <a:p>
            <a:pPr algn="just"/>
            <a:r>
              <a:rPr lang="en-US" sz="2800" b="0" i="0" u="none" strike="noStrike" baseline="0" dirty="0">
                <a:solidFill>
                  <a:srgbClr val="000000"/>
                </a:solidFill>
                <a:latin typeface="Crimson Pro ExtraLight"/>
              </a:rPr>
              <a:t>It is worth knowing that just because a tool is </a:t>
            </a:r>
            <a:r>
              <a:rPr lang="en-US" sz="2800" b="1" i="0" u="none" strike="noStrike" baseline="0" dirty="0">
                <a:solidFill>
                  <a:srgbClr val="000000"/>
                </a:solidFill>
                <a:latin typeface="Crimson Pro ExtraLight"/>
              </a:rPr>
              <a:t>accessible to the agent does not mean that the agent will use it</a:t>
            </a:r>
            <a:r>
              <a:rPr lang="en-US" sz="2800" b="0" i="0" u="none" strike="noStrike" baseline="0" dirty="0">
                <a:solidFill>
                  <a:srgbClr val="000000"/>
                </a:solidFill>
                <a:latin typeface="Crimson Pro ExtraLight"/>
              </a:rPr>
              <a:t>. </a:t>
            </a:r>
          </a:p>
          <a:p>
            <a:pPr algn="just"/>
            <a:r>
              <a:rPr lang="en-US" sz="2800" b="0" i="0" u="none" strike="noStrike" baseline="0" dirty="0">
                <a:solidFill>
                  <a:srgbClr val="000000"/>
                </a:solidFill>
                <a:latin typeface="Crimson Pro ExtraLight"/>
              </a:rPr>
              <a:t>In fact, this is one of the most </a:t>
            </a:r>
            <a:r>
              <a:rPr lang="en-US" sz="2800" b="1" i="0" u="none" strike="noStrike" baseline="0" dirty="0">
                <a:solidFill>
                  <a:srgbClr val="000000"/>
                </a:solidFill>
                <a:latin typeface="Crimson Pro ExtraLight"/>
              </a:rPr>
              <a:t>important aspects </a:t>
            </a:r>
            <a:r>
              <a:rPr lang="en-US" sz="2800" b="0" i="0" u="none" strike="noStrike" baseline="0" dirty="0">
                <a:solidFill>
                  <a:srgbClr val="000000"/>
                </a:solidFill>
                <a:latin typeface="Crimson Pro ExtraLight"/>
              </a:rPr>
              <a:t>of agentic AI: </a:t>
            </a:r>
            <a:r>
              <a:rPr lang="en-US" sz="2800" b="1" i="0" u="none" strike="noStrike" baseline="0" dirty="0">
                <a:solidFill>
                  <a:srgbClr val="000000"/>
                </a:solidFill>
                <a:latin typeface="Crimson Pro ExtraLight"/>
              </a:rPr>
              <a:t>tool choice </a:t>
            </a:r>
            <a:r>
              <a:rPr lang="en-US" sz="2800" b="0" i="0" u="none" strike="noStrike" baseline="0" dirty="0">
                <a:solidFill>
                  <a:srgbClr val="000000"/>
                </a:solidFill>
                <a:latin typeface="Crimson Pro ExtraLight"/>
              </a:rPr>
              <a:t>and</a:t>
            </a:r>
          </a:p>
          <a:p>
            <a:pPr algn="just"/>
            <a:r>
              <a:rPr lang="en-US" sz="2800" b="0" i="0" u="none" strike="noStrike" baseline="0" dirty="0">
                <a:solidFill>
                  <a:srgbClr val="000000"/>
                </a:solidFill>
                <a:latin typeface="Crimson Pro ExtraLight"/>
              </a:rPr>
              <a:t> other </a:t>
            </a:r>
            <a:r>
              <a:rPr lang="en-US" sz="2800" b="1" i="0" u="none" strike="noStrike" baseline="0" dirty="0">
                <a:solidFill>
                  <a:srgbClr val="000000"/>
                </a:solidFill>
                <a:latin typeface="Crimson Pro ExtraLight"/>
              </a:rPr>
              <a:t>decisions are not deterministic</a:t>
            </a:r>
            <a:r>
              <a:rPr lang="en-US" sz="2800" b="0" i="0" u="none" strike="noStrike" baseline="0" dirty="0">
                <a:solidFill>
                  <a:srgbClr val="000000"/>
                </a:solidFill>
                <a:latin typeface="Crimson Pro ExtraLight"/>
              </a:rPr>
              <a:t>. Instead, </a:t>
            </a:r>
          </a:p>
          <a:p>
            <a:pPr algn="just"/>
            <a:r>
              <a:rPr lang="en-US" sz="2800" b="1" i="0" u="none" strike="noStrike" baseline="0" dirty="0">
                <a:solidFill>
                  <a:srgbClr val="000000"/>
                </a:solidFill>
                <a:latin typeface="Crimson Pro ExtraLight"/>
              </a:rPr>
              <a:t>decision-making</a:t>
            </a:r>
            <a:r>
              <a:rPr lang="en-US" sz="2800" b="0" i="0" u="none" strike="noStrike" baseline="0" dirty="0">
                <a:solidFill>
                  <a:srgbClr val="000000"/>
                </a:solidFill>
                <a:latin typeface="Crimson Pro ExtraLight"/>
              </a:rPr>
              <a:t> is made </a:t>
            </a:r>
            <a:r>
              <a:rPr lang="en-US" sz="2800" b="1" i="0" u="none" strike="noStrike" baseline="0" dirty="0">
                <a:solidFill>
                  <a:srgbClr val="000000"/>
                </a:solidFill>
                <a:latin typeface="Crimson Pro ExtraLight"/>
              </a:rPr>
              <a:t>based on the context of the user’s request</a:t>
            </a:r>
            <a:r>
              <a:rPr lang="en-US" sz="2800" b="0" i="0" u="none" strike="noStrike" baseline="0" dirty="0">
                <a:solidFill>
                  <a:srgbClr val="000000"/>
                </a:solidFill>
                <a:latin typeface="Crimson Pro ExtraLight"/>
              </a:rPr>
              <a:t>. If the user instead asked </a:t>
            </a:r>
            <a:r>
              <a:rPr lang="en-US" sz="2400" b="0" i="0" u="none" strike="noStrike" baseline="0" dirty="0">
                <a:solidFill>
                  <a:srgbClr val="000000"/>
                </a:solidFill>
                <a:latin typeface="Consolas" panose="020B0609020204030204" pitchFamily="49" charset="0"/>
              </a:rPr>
              <a:t>How do I change my password?</a:t>
            </a:r>
            <a:r>
              <a:rPr lang="en-US" sz="2800" b="0" i="0" u="none" strike="noStrike" baseline="0" dirty="0">
                <a:solidFill>
                  <a:srgbClr val="000000"/>
                </a:solidFill>
                <a:latin typeface="Crimson Pro ExtraLight"/>
              </a:rPr>
              <a:t>, then it would not need to call the </a:t>
            </a:r>
            <a:r>
              <a:rPr lang="en-US" sz="2400" b="0" i="0" u="none" strike="noStrike" baseline="0" dirty="0" err="1">
                <a:solidFill>
                  <a:srgbClr val="000000"/>
                </a:solidFill>
                <a:latin typeface="Consolas" panose="020B0609020204030204" pitchFamily="49" charset="0"/>
              </a:rPr>
              <a:t>get_order_status</a:t>
            </a:r>
            <a:r>
              <a:rPr lang="en-US" sz="2400" b="0" i="0" u="none" strike="noStrike" baseline="0" dirty="0">
                <a:solidFill>
                  <a:srgbClr val="000000"/>
                </a:solidFill>
                <a:latin typeface="Consolas" panose="020B0609020204030204" pitchFamily="49" charset="0"/>
              </a:rPr>
              <a:t> </a:t>
            </a:r>
            <a:r>
              <a:rPr lang="en-US" sz="2800" b="0" i="0" u="none" strike="noStrike" baseline="0" dirty="0">
                <a:solidFill>
                  <a:srgbClr val="000000"/>
                </a:solidFill>
                <a:latin typeface="Crimson Pro ExtraLight"/>
              </a:rPr>
              <a:t>tool.</a:t>
            </a:r>
            <a:endParaRPr lang="en-PK" dirty="0"/>
          </a:p>
        </p:txBody>
      </p:sp>
    </p:spTree>
    <p:extLst>
      <p:ext uri="{BB962C8B-B14F-4D97-AF65-F5344CB8AC3E}">
        <p14:creationId xmlns:p14="http://schemas.microsoft.com/office/powerpoint/2010/main" val="6682300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2A1B1-4CAB-3EC5-A51C-67D4302FC528}"/>
              </a:ext>
            </a:extLst>
          </p:cNvPr>
          <p:cNvSpPr>
            <a:spLocks noGrp="1"/>
          </p:cNvSpPr>
          <p:nvPr>
            <p:ph type="title"/>
          </p:nvPr>
        </p:nvSpPr>
        <p:spPr/>
        <p:txBody>
          <a:bodyPr/>
          <a:lstStyle/>
          <a:p>
            <a:r>
              <a:rPr lang="en-US" dirty="0"/>
              <a:t>Adding a handoff</a:t>
            </a:r>
            <a:endParaRPr lang="en-PK" dirty="0"/>
          </a:p>
        </p:txBody>
      </p:sp>
      <p:sp>
        <p:nvSpPr>
          <p:cNvPr id="3" name="Content Placeholder 2">
            <a:extLst>
              <a:ext uri="{FF2B5EF4-FFF2-40B4-BE49-F238E27FC236}">
                <a16:creationId xmlns:a16="http://schemas.microsoft.com/office/drawing/2014/main" id="{66C1A9B2-3B4E-CC7F-3980-D52C8A2DC003}"/>
              </a:ext>
            </a:extLst>
          </p:cNvPr>
          <p:cNvSpPr>
            <a:spLocks noGrp="1"/>
          </p:cNvSpPr>
          <p:nvPr>
            <p:ph idx="1"/>
          </p:nvPr>
        </p:nvSpPr>
        <p:spPr/>
        <p:txBody>
          <a:bodyPr/>
          <a:lstStyle/>
          <a:p>
            <a:pPr>
              <a:buNone/>
            </a:pPr>
            <a:r>
              <a:rPr lang="en-US" b="1" dirty="0"/>
              <a:t>Agent Handoff Concept</a:t>
            </a:r>
          </a:p>
          <a:p>
            <a:pPr>
              <a:buFont typeface="Arial" panose="020B0604020202020204" pitchFamily="34" charset="0"/>
              <a:buChar char="•"/>
            </a:pPr>
            <a:r>
              <a:rPr lang="en-US" dirty="0"/>
              <a:t>OpenAI Agents SDK supports handing tasks from one agent to another</a:t>
            </a:r>
          </a:p>
          <a:p>
            <a:pPr>
              <a:buFont typeface="Arial" panose="020B0604020202020204" pitchFamily="34" charset="0"/>
              <a:buChar char="•"/>
            </a:pPr>
            <a:r>
              <a:rPr lang="en-US" dirty="0"/>
              <a:t>Enables multi-agent workflows and specialization</a:t>
            </a:r>
          </a:p>
          <a:p>
            <a:pPr>
              <a:buNone/>
            </a:pPr>
            <a:r>
              <a:rPr lang="en-US" b="1" dirty="0"/>
              <a:t>Why Handoffs Matter</a:t>
            </a:r>
          </a:p>
          <a:p>
            <a:pPr>
              <a:buNone/>
            </a:pPr>
            <a:r>
              <a:rPr lang="en-US" dirty="0"/>
              <a:t>✔ Breaks complex problems into sub-tasks</a:t>
            </a:r>
            <a:br>
              <a:rPr lang="en-US" dirty="0"/>
            </a:br>
            <a:r>
              <a:rPr lang="en-US" dirty="0"/>
              <a:t>✔ Allows agents to specialize in specific domains</a:t>
            </a:r>
            <a:br>
              <a:rPr lang="en-US" dirty="0"/>
            </a:br>
            <a:r>
              <a:rPr lang="en-US" dirty="0"/>
              <a:t>✔ Improves decision quality and modularity</a:t>
            </a:r>
          </a:p>
          <a:p>
            <a:endParaRPr lang="en-PK" dirty="0"/>
          </a:p>
        </p:txBody>
      </p:sp>
    </p:spTree>
    <p:extLst>
      <p:ext uri="{BB962C8B-B14F-4D97-AF65-F5344CB8AC3E}">
        <p14:creationId xmlns:p14="http://schemas.microsoft.com/office/powerpoint/2010/main" val="32386441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96AF7-162E-92CE-7C1C-60990F9AC9DE}"/>
              </a:ext>
            </a:extLst>
          </p:cNvPr>
          <p:cNvSpPr>
            <a:spLocks noGrp="1"/>
          </p:cNvSpPr>
          <p:nvPr>
            <p:ph type="title"/>
          </p:nvPr>
        </p:nvSpPr>
        <p:spPr/>
        <p:txBody>
          <a:bodyPr/>
          <a:lstStyle/>
          <a:p>
            <a:r>
              <a:rPr lang="en-US" dirty="0"/>
              <a:t>Adding a handoff</a:t>
            </a:r>
            <a:endParaRPr lang="en-PK" dirty="0"/>
          </a:p>
        </p:txBody>
      </p:sp>
      <p:sp>
        <p:nvSpPr>
          <p:cNvPr id="3" name="Content Placeholder 2">
            <a:extLst>
              <a:ext uri="{FF2B5EF4-FFF2-40B4-BE49-F238E27FC236}">
                <a16:creationId xmlns:a16="http://schemas.microsoft.com/office/drawing/2014/main" id="{6A2011C5-E8EA-CC3E-87E2-0B0365CB3CDC}"/>
              </a:ext>
            </a:extLst>
          </p:cNvPr>
          <p:cNvSpPr>
            <a:spLocks noGrp="1"/>
          </p:cNvSpPr>
          <p:nvPr>
            <p:ph idx="1"/>
          </p:nvPr>
        </p:nvSpPr>
        <p:spPr/>
        <p:txBody>
          <a:bodyPr/>
          <a:lstStyle/>
          <a:p>
            <a:pPr>
              <a:buNone/>
            </a:pPr>
            <a:r>
              <a:rPr lang="en-US" b="1" dirty="0"/>
              <a:t>Example Scenario</a:t>
            </a:r>
          </a:p>
          <a:p>
            <a:pPr>
              <a:buFont typeface="Arial" panose="020B0604020202020204" pitchFamily="34" charset="0"/>
              <a:buChar char="•"/>
            </a:pPr>
            <a:r>
              <a:rPr lang="en-US" dirty="0"/>
              <a:t>A customer asks to cancel an order</a:t>
            </a:r>
          </a:p>
          <a:p>
            <a:pPr>
              <a:buFont typeface="Arial" panose="020B0604020202020204" pitchFamily="34" charset="0"/>
              <a:buChar char="•"/>
            </a:pPr>
            <a:r>
              <a:rPr lang="en-US" dirty="0"/>
              <a:t>The main support agent transfers the case</a:t>
            </a:r>
          </a:p>
          <a:p>
            <a:pPr>
              <a:buFont typeface="Arial" panose="020B0604020202020204" pitchFamily="34" charset="0"/>
              <a:buChar char="•"/>
            </a:pPr>
            <a:r>
              <a:rPr lang="en-US" dirty="0"/>
              <a:t>A specialized retention agent takes over</a:t>
            </a:r>
          </a:p>
          <a:p>
            <a:pPr marL="742950" lvl="1" indent="-285750">
              <a:buFont typeface="Arial" panose="020B0604020202020204" pitchFamily="34" charset="0"/>
              <a:buChar char="•"/>
            </a:pPr>
            <a:r>
              <a:rPr lang="en-US" dirty="0"/>
              <a:t>It may provide offers</a:t>
            </a:r>
          </a:p>
          <a:p>
            <a:pPr marL="742950" lvl="1" indent="-285750">
              <a:buFont typeface="Arial" panose="020B0604020202020204" pitchFamily="34" charset="0"/>
              <a:buChar char="•"/>
            </a:pPr>
            <a:r>
              <a:rPr lang="en-US" dirty="0"/>
              <a:t>Apply discount strategies</a:t>
            </a:r>
          </a:p>
          <a:p>
            <a:pPr marL="742950" lvl="1" indent="-285750">
              <a:buFont typeface="Arial" panose="020B0604020202020204" pitchFamily="34" charset="0"/>
              <a:buChar char="•"/>
            </a:pPr>
            <a:r>
              <a:rPr lang="en-US" dirty="0"/>
              <a:t>Try to convince the customer to stay</a:t>
            </a:r>
          </a:p>
          <a:p>
            <a:endParaRPr lang="en-PK" dirty="0"/>
          </a:p>
        </p:txBody>
      </p:sp>
    </p:spTree>
    <p:extLst>
      <p:ext uri="{BB962C8B-B14F-4D97-AF65-F5344CB8AC3E}">
        <p14:creationId xmlns:p14="http://schemas.microsoft.com/office/powerpoint/2010/main" val="9374346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1A93C-A135-44FF-3836-90535D965C8E}"/>
              </a:ext>
            </a:extLst>
          </p:cNvPr>
          <p:cNvSpPr>
            <a:spLocks noGrp="1"/>
          </p:cNvSpPr>
          <p:nvPr>
            <p:ph type="title"/>
          </p:nvPr>
        </p:nvSpPr>
        <p:spPr/>
        <p:txBody>
          <a:bodyPr/>
          <a:lstStyle/>
          <a:p>
            <a:r>
              <a:rPr lang="en-US" dirty="0"/>
              <a:t>Adding a handoff</a:t>
            </a:r>
            <a:endParaRPr lang="en-PK" dirty="0"/>
          </a:p>
        </p:txBody>
      </p:sp>
      <p:sp>
        <p:nvSpPr>
          <p:cNvPr id="3" name="Content Placeholder 2">
            <a:extLst>
              <a:ext uri="{FF2B5EF4-FFF2-40B4-BE49-F238E27FC236}">
                <a16:creationId xmlns:a16="http://schemas.microsoft.com/office/drawing/2014/main" id="{077BFF1A-4BC5-808F-EE91-9B0A4AA2A6A0}"/>
              </a:ext>
            </a:extLst>
          </p:cNvPr>
          <p:cNvSpPr>
            <a:spLocks noGrp="1"/>
          </p:cNvSpPr>
          <p:nvPr>
            <p:ph idx="1"/>
          </p:nvPr>
        </p:nvSpPr>
        <p:spPr/>
        <p:txBody>
          <a:bodyPr/>
          <a:lstStyle/>
          <a:p>
            <a:pPr>
              <a:buNone/>
            </a:pPr>
            <a:r>
              <a:rPr lang="en-US" b="1" dirty="0"/>
              <a:t>Benefits of Agent Handoffs</a:t>
            </a:r>
          </a:p>
          <a:p>
            <a:pPr>
              <a:buNone/>
            </a:pPr>
            <a:r>
              <a:rPr lang="en-US" dirty="0"/>
              <a:t>✔ Cleaner responsibility separation</a:t>
            </a:r>
            <a:br>
              <a:rPr lang="en-US" dirty="0"/>
            </a:br>
            <a:r>
              <a:rPr lang="en-US" dirty="0"/>
              <a:t>✔ Better performance through expertise</a:t>
            </a:r>
            <a:br>
              <a:rPr lang="en-US" dirty="0"/>
            </a:br>
            <a:r>
              <a:rPr lang="en-US" dirty="0"/>
              <a:t>✔ Scales to multi-agent systems</a:t>
            </a:r>
          </a:p>
          <a:p>
            <a:endParaRPr lang="en-PK" dirty="0"/>
          </a:p>
        </p:txBody>
      </p:sp>
    </p:spTree>
    <p:extLst>
      <p:ext uri="{BB962C8B-B14F-4D97-AF65-F5344CB8AC3E}">
        <p14:creationId xmlns:p14="http://schemas.microsoft.com/office/powerpoint/2010/main" val="5825992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6CC92-21FB-7260-E381-A1734D1F929E}"/>
              </a:ext>
            </a:extLst>
          </p:cNvPr>
          <p:cNvSpPr>
            <a:spLocks noGrp="1"/>
          </p:cNvSpPr>
          <p:nvPr>
            <p:ph type="title"/>
          </p:nvPr>
        </p:nvSpPr>
        <p:spPr/>
        <p:txBody>
          <a:bodyPr/>
          <a:lstStyle/>
          <a:p>
            <a:r>
              <a:rPr lang="en-US" dirty="0"/>
              <a:t>Example</a:t>
            </a:r>
            <a:endParaRPr lang="en-PK" dirty="0"/>
          </a:p>
        </p:txBody>
      </p:sp>
      <p:pic>
        <p:nvPicPr>
          <p:cNvPr id="5" name="Content Placeholder 4">
            <a:extLst>
              <a:ext uri="{FF2B5EF4-FFF2-40B4-BE49-F238E27FC236}">
                <a16:creationId xmlns:a16="http://schemas.microsoft.com/office/drawing/2014/main" id="{260AE675-B4FF-B74C-E422-6F31B4D18084}"/>
              </a:ext>
            </a:extLst>
          </p:cNvPr>
          <p:cNvPicPr>
            <a:picLocks noGrp="1" noChangeAspect="1"/>
          </p:cNvPicPr>
          <p:nvPr>
            <p:ph idx="1"/>
          </p:nvPr>
        </p:nvPicPr>
        <p:blipFill>
          <a:blip r:embed="rId2"/>
          <a:stretch>
            <a:fillRect/>
          </a:stretch>
        </p:blipFill>
        <p:spPr>
          <a:xfrm>
            <a:off x="650812" y="1973766"/>
            <a:ext cx="10661501" cy="3969834"/>
          </a:xfrm>
          <a:prstGeom prst="rect">
            <a:avLst/>
          </a:prstGeom>
        </p:spPr>
      </p:pic>
    </p:spTree>
    <p:extLst>
      <p:ext uri="{BB962C8B-B14F-4D97-AF65-F5344CB8AC3E}">
        <p14:creationId xmlns:p14="http://schemas.microsoft.com/office/powerpoint/2010/main" val="23714856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81A9C-BB13-D204-B4D0-7599B03EF400}"/>
              </a:ext>
            </a:extLst>
          </p:cNvPr>
          <p:cNvSpPr>
            <a:spLocks noGrp="1"/>
          </p:cNvSpPr>
          <p:nvPr>
            <p:ph type="title"/>
          </p:nvPr>
        </p:nvSpPr>
        <p:spPr/>
        <p:txBody>
          <a:bodyPr/>
          <a:lstStyle/>
          <a:p>
            <a:endParaRPr lang="en-PK"/>
          </a:p>
        </p:txBody>
      </p:sp>
      <p:pic>
        <p:nvPicPr>
          <p:cNvPr id="5" name="Content Placeholder 4">
            <a:extLst>
              <a:ext uri="{FF2B5EF4-FFF2-40B4-BE49-F238E27FC236}">
                <a16:creationId xmlns:a16="http://schemas.microsoft.com/office/drawing/2014/main" id="{C53A6A79-4292-F854-67D4-3E0F80F21B8E}"/>
              </a:ext>
            </a:extLst>
          </p:cNvPr>
          <p:cNvPicPr>
            <a:picLocks noGrp="1" noChangeAspect="1"/>
          </p:cNvPicPr>
          <p:nvPr>
            <p:ph idx="1"/>
          </p:nvPr>
        </p:nvPicPr>
        <p:blipFill>
          <a:blip r:embed="rId2"/>
          <a:stretch>
            <a:fillRect/>
          </a:stretch>
        </p:blipFill>
        <p:spPr>
          <a:xfrm>
            <a:off x="1428098" y="1895975"/>
            <a:ext cx="9335803" cy="4210638"/>
          </a:xfrm>
          <a:prstGeom prst="rect">
            <a:avLst/>
          </a:prstGeom>
        </p:spPr>
      </p:pic>
    </p:spTree>
    <p:extLst>
      <p:ext uri="{BB962C8B-B14F-4D97-AF65-F5344CB8AC3E}">
        <p14:creationId xmlns:p14="http://schemas.microsoft.com/office/powerpoint/2010/main" val="3919711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23CCC-1915-CDBD-8CDE-883FB48A8FD0}"/>
              </a:ext>
            </a:extLst>
          </p:cNvPr>
          <p:cNvSpPr>
            <a:spLocks noGrp="1"/>
          </p:cNvSpPr>
          <p:nvPr>
            <p:ph type="title"/>
          </p:nvPr>
        </p:nvSpPr>
        <p:spPr/>
        <p:txBody>
          <a:bodyPr/>
          <a:lstStyle/>
          <a:p>
            <a:endParaRPr lang="en-PK"/>
          </a:p>
        </p:txBody>
      </p:sp>
      <p:pic>
        <p:nvPicPr>
          <p:cNvPr id="5" name="Content Placeholder 4">
            <a:extLst>
              <a:ext uri="{FF2B5EF4-FFF2-40B4-BE49-F238E27FC236}">
                <a16:creationId xmlns:a16="http://schemas.microsoft.com/office/drawing/2014/main" id="{C01AE235-5B90-B39E-B60C-F4196543B4B8}"/>
              </a:ext>
            </a:extLst>
          </p:cNvPr>
          <p:cNvPicPr>
            <a:picLocks noGrp="1" noChangeAspect="1"/>
          </p:cNvPicPr>
          <p:nvPr>
            <p:ph idx="1"/>
          </p:nvPr>
        </p:nvPicPr>
        <p:blipFill>
          <a:blip r:embed="rId3"/>
          <a:stretch>
            <a:fillRect/>
          </a:stretch>
        </p:blipFill>
        <p:spPr>
          <a:xfrm>
            <a:off x="838200" y="1919791"/>
            <a:ext cx="9763754" cy="4510318"/>
          </a:xfrm>
          <a:prstGeom prst="rect">
            <a:avLst/>
          </a:prstGeom>
        </p:spPr>
      </p:pic>
    </p:spTree>
    <p:extLst>
      <p:ext uri="{BB962C8B-B14F-4D97-AF65-F5344CB8AC3E}">
        <p14:creationId xmlns:p14="http://schemas.microsoft.com/office/powerpoint/2010/main" val="42241203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130B4-5B1B-F5EA-6C3D-0E30D50AAD58}"/>
              </a:ext>
            </a:extLst>
          </p:cNvPr>
          <p:cNvSpPr>
            <a:spLocks noGrp="1"/>
          </p:cNvSpPr>
          <p:nvPr>
            <p:ph type="title"/>
          </p:nvPr>
        </p:nvSpPr>
        <p:spPr/>
        <p:txBody>
          <a:bodyPr/>
          <a:lstStyle/>
          <a:p>
            <a:endParaRPr lang="en-PK"/>
          </a:p>
        </p:txBody>
      </p:sp>
      <p:pic>
        <p:nvPicPr>
          <p:cNvPr id="5" name="Content Placeholder 4">
            <a:extLst>
              <a:ext uri="{FF2B5EF4-FFF2-40B4-BE49-F238E27FC236}">
                <a16:creationId xmlns:a16="http://schemas.microsoft.com/office/drawing/2014/main" id="{598CE356-5BAA-EAB0-309F-9F901EC67068}"/>
              </a:ext>
            </a:extLst>
          </p:cNvPr>
          <p:cNvPicPr>
            <a:picLocks noGrp="1" noChangeAspect="1"/>
          </p:cNvPicPr>
          <p:nvPr>
            <p:ph idx="1"/>
          </p:nvPr>
        </p:nvPicPr>
        <p:blipFill>
          <a:blip r:embed="rId3"/>
          <a:stretch>
            <a:fillRect/>
          </a:stretch>
        </p:blipFill>
        <p:spPr>
          <a:xfrm>
            <a:off x="1315655" y="1851296"/>
            <a:ext cx="9560689" cy="4299995"/>
          </a:xfrm>
          <a:prstGeom prst="rect">
            <a:avLst/>
          </a:prstGeom>
        </p:spPr>
      </p:pic>
    </p:spTree>
    <p:extLst>
      <p:ext uri="{BB962C8B-B14F-4D97-AF65-F5344CB8AC3E}">
        <p14:creationId xmlns:p14="http://schemas.microsoft.com/office/powerpoint/2010/main" val="29127886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F9FB0-3574-F4B0-4A0B-4C48A2699C3A}"/>
              </a:ext>
            </a:extLst>
          </p:cNvPr>
          <p:cNvSpPr>
            <a:spLocks noGrp="1"/>
          </p:cNvSpPr>
          <p:nvPr>
            <p:ph type="title"/>
          </p:nvPr>
        </p:nvSpPr>
        <p:spPr/>
        <p:txBody>
          <a:bodyPr/>
          <a:lstStyle/>
          <a:p>
            <a:r>
              <a:rPr lang="en-US" dirty="0"/>
              <a:t>summary</a:t>
            </a:r>
            <a:endParaRPr lang="en-PK" dirty="0"/>
          </a:p>
        </p:txBody>
      </p:sp>
      <p:sp>
        <p:nvSpPr>
          <p:cNvPr id="3" name="Content Placeholder 2">
            <a:extLst>
              <a:ext uri="{FF2B5EF4-FFF2-40B4-BE49-F238E27FC236}">
                <a16:creationId xmlns:a16="http://schemas.microsoft.com/office/drawing/2014/main" id="{1607B319-8F67-CAC0-D8EA-E3A6732B95E6}"/>
              </a:ext>
            </a:extLst>
          </p:cNvPr>
          <p:cNvSpPr>
            <a:spLocks noGrp="1"/>
          </p:cNvSpPr>
          <p:nvPr>
            <p:ph idx="1"/>
          </p:nvPr>
        </p:nvSpPr>
        <p:spPr/>
        <p:txBody>
          <a:bodyPr>
            <a:normAutofit fontScale="85000" lnSpcReduction="20000"/>
          </a:bodyPr>
          <a:lstStyle/>
          <a:p>
            <a:pPr>
              <a:buNone/>
            </a:pPr>
            <a:r>
              <a:rPr lang="en-US" b="1" dirty="0"/>
              <a:t>Chapter Overview</a:t>
            </a:r>
          </a:p>
          <a:p>
            <a:pPr>
              <a:buFont typeface="Arial" panose="020B0604020202020204" pitchFamily="34" charset="0"/>
              <a:buChar char="•"/>
            </a:pPr>
            <a:r>
              <a:rPr lang="en-US" dirty="0"/>
              <a:t>Environment setup for OpenAI Agents SDK</a:t>
            </a:r>
          </a:p>
          <a:p>
            <a:pPr>
              <a:buFont typeface="Arial" panose="020B0604020202020204" pitchFamily="34" charset="0"/>
              <a:buChar char="•"/>
            </a:pPr>
            <a:r>
              <a:rPr lang="en-US" dirty="0"/>
              <a:t>First agent creation and feature enhancement</a:t>
            </a:r>
          </a:p>
          <a:p>
            <a:pPr>
              <a:buNone/>
            </a:pPr>
            <a:r>
              <a:rPr lang="en-US" b="1" dirty="0"/>
              <a:t>Environment Setup</a:t>
            </a:r>
          </a:p>
          <a:p>
            <a:pPr>
              <a:buNone/>
            </a:pPr>
            <a:r>
              <a:rPr lang="en-US" dirty="0"/>
              <a:t>✔ Installed SDK inside virtual environment</a:t>
            </a:r>
            <a:br>
              <a:rPr lang="en-US" dirty="0"/>
            </a:br>
            <a:r>
              <a:rPr lang="en-US" dirty="0"/>
              <a:t>✔ Configured API key</a:t>
            </a:r>
            <a:br>
              <a:rPr lang="en-US" dirty="0"/>
            </a:br>
            <a:r>
              <a:rPr lang="en-US" dirty="0"/>
              <a:t>✔ Verified with a minimal agent run</a:t>
            </a:r>
          </a:p>
          <a:p>
            <a:pPr>
              <a:buNone/>
            </a:pPr>
            <a:r>
              <a:rPr lang="en-US" b="1"/>
              <a:t>Python </a:t>
            </a:r>
            <a:r>
              <a:rPr lang="en-US" b="1" dirty="0"/>
              <a:t>Concepts Required</a:t>
            </a:r>
          </a:p>
          <a:p>
            <a:pPr>
              <a:buFont typeface="Arial" panose="020B0604020202020204" pitchFamily="34" charset="0"/>
              <a:buChar char="•"/>
            </a:pPr>
            <a:r>
              <a:rPr lang="en-US" b="1" dirty="0"/>
              <a:t>Type hints &amp; docstrings</a:t>
            </a:r>
            <a:r>
              <a:rPr lang="en-US" dirty="0"/>
              <a:t> → help LLM understand tool inputs</a:t>
            </a:r>
          </a:p>
          <a:p>
            <a:pPr>
              <a:buFont typeface="Arial" panose="020B0604020202020204" pitchFamily="34" charset="0"/>
              <a:buChar char="•"/>
            </a:pPr>
            <a:r>
              <a:rPr lang="en-US" b="1" dirty="0"/>
              <a:t>Decorators</a:t>
            </a:r>
            <a:r>
              <a:rPr lang="en-US" dirty="0"/>
              <a:t> → mark functions as tools</a:t>
            </a:r>
          </a:p>
          <a:p>
            <a:pPr>
              <a:buFont typeface="Arial" panose="020B0604020202020204" pitchFamily="34" charset="0"/>
              <a:buChar char="•"/>
            </a:pPr>
            <a:r>
              <a:rPr lang="en-US" b="1" dirty="0"/>
              <a:t>Async execution</a:t>
            </a:r>
            <a:r>
              <a:rPr lang="en-US" dirty="0"/>
              <a:t> → supports concurrent agent operations</a:t>
            </a:r>
          </a:p>
          <a:p>
            <a:pPr>
              <a:buFont typeface="Arial" panose="020B0604020202020204" pitchFamily="34" charset="0"/>
              <a:buChar char="•"/>
            </a:pPr>
            <a:r>
              <a:rPr lang="en-US" b="1" dirty="0" err="1"/>
              <a:t>Pydantic</a:t>
            </a:r>
            <a:r>
              <a:rPr lang="en-US" b="1" dirty="0"/>
              <a:t> models</a:t>
            </a:r>
            <a:r>
              <a:rPr lang="en-US" dirty="0"/>
              <a:t> → validate structured inputs &amp; outputs</a:t>
            </a:r>
          </a:p>
          <a:p>
            <a:endParaRPr lang="en-PK" dirty="0"/>
          </a:p>
        </p:txBody>
      </p:sp>
    </p:spTree>
    <p:extLst>
      <p:ext uri="{BB962C8B-B14F-4D97-AF65-F5344CB8AC3E}">
        <p14:creationId xmlns:p14="http://schemas.microsoft.com/office/powerpoint/2010/main" val="30171028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5822F-92E4-FF17-D021-25A84BBDB5E1}"/>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32782CAD-1B47-0178-1224-0A5D5AE68337}"/>
              </a:ext>
            </a:extLst>
          </p:cNvPr>
          <p:cNvSpPr>
            <a:spLocks noGrp="1"/>
          </p:cNvSpPr>
          <p:nvPr>
            <p:ph idx="1"/>
          </p:nvPr>
        </p:nvSpPr>
        <p:spPr/>
        <p:txBody>
          <a:bodyPr>
            <a:normAutofit fontScale="55000" lnSpcReduction="20000"/>
          </a:bodyPr>
          <a:lstStyle/>
          <a:p>
            <a:pPr>
              <a:buNone/>
            </a:pPr>
            <a:r>
              <a:rPr lang="en-US" b="1" dirty="0"/>
              <a:t>First Agent Built</a:t>
            </a:r>
          </a:p>
          <a:p>
            <a:r>
              <a:rPr lang="en-US" dirty="0"/>
              <a:t>Created a customer service assistant</a:t>
            </a:r>
          </a:p>
          <a:p>
            <a:r>
              <a:rPr lang="en-US" dirty="0"/>
              <a:t>Defined instructions and behavior logic</a:t>
            </a:r>
          </a:p>
          <a:p>
            <a:pPr>
              <a:buNone/>
            </a:pPr>
            <a:r>
              <a:rPr lang="en-US" b="1" dirty="0"/>
              <a:t>Adding Tooling</a:t>
            </a:r>
          </a:p>
          <a:p>
            <a:r>
              <a:rPr lang="en-US" dirty="0"/>
              <a:t>Built a function: </a:t>
            </a:r>
            <a:r>
              <a:rPr lang="en-US" dirty="0" err="1">
                <a:latin typeface="Courier New" panose="02070309020205020404" pitchFamily="49" charset="0"/>
              </a:rPr>
              <a:t>get_order_status</a:t>
            </a:r>
            <a:endParaRPr lang="en-US" dirty="0"/>
          </a:p>
          <a:p>
            <a:r>
              <a:rPr lang="en-US" dirty="0"/>
              <a:t>Applied </a:t>
            </a:r>
            <a:r>
              <a:rPr lang="en-US" dirty="0">
                <a:latin typeface="Courier New" panose="02070309020205020404" pitchFamily="49" charset="0"/>
              </a:rPr>
              <a:t>@function_tool</a:t>
            </a:r>
            <a:r>
              <a:rPr lang="en-US" dirty="0"/>
              <a:t> decorator</a:t>
            </a:r>
          </a:p>
          <a:p>
            <a:r>
              <a:rPr lang="en-US" dirty="0"/>
              <a:t>Agent now decides when to call the tool</a:t>
            </a:r>
          </a:p>
          <a:p>
            <a:pPr>
              <a:buNone/>
            </a:pPr>
            <a:r>
              <a:rPr lang="en-US" b="1" dirty="0"/>
              <a:t>Multi-Agent Orchestration</a:t>
            </a:r>
          </a:p>
          <a:p>
            <a:r>
              <a:rPr lang="en-US" dirty="0"/>
              <a:t>Created second agent specialized in retention</a:t>
            </a:r>
          </a:p>
          <a:p>
            <a:r>
              <a:rPr lang="en-US" dirty="0"/>
              <a:t>Enabled task delegation through agent handoff</a:t>
            </a:r>
          </a:p>
          <a:p>
            <a:pPr>
              <a:buNone/>
            </a:pPr>
            <a:r>
              <a:rPr lang="en-US" b="1" dirty="0"/>
              <a:t>What the SDK Does Behind the Scenes</a:t>
            </a:r>
          </a:p>
          <a:p>
            <a:pPr>
              <a:buNone/>
            </a:pPr>
            <a:r>
              <a:rPr lang="en-US" dirty="0"/>
              <a:t>✔ Manages reasoning</a:t>
            </a:r>
            <a:br>
              <a:rPr lang="en-US" dirty="0"/>
            </a:br>
            <a:r>
              <a:rPr lang="en-US" dirty="0"/>
              <a:t>✔ Chooses tools</a:t>
            </a:r>
            <a:br>
              <a:rPr lang="en-US" dirty="0"/>
            </a:br>
            <a:r>
              <a:rPr lang="en-US" dirty="0"/>
              <a:t>✔ Executes tools</a:t>
            </a:r>
            <a:br>
              <a:rPr lang="en-US" dirty="0"/>
            </a:br>
            <a:r>
              <a:rPr lang="en-US" dirty="0"/>
              <a:t>✔ Switches agents when needed</a:t>
            </a:r>
          </a:p>
          <a:p>
            <a:endParaRPr lang="en-PK" dirty="0"/>
          </a:p>
        </p:txBody>
      </p:sp>
    </p:spTree>
    <p:extLst>
      <p:ext uri="{BB962C8B-B14F-4D97-AF65-F5344CB8AC3E}">
        <p14:creationId xmlns:p14="http://schemas.microsoft.com/office/powerpoint/2010/main" val="12011508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3077</TotalTime>
  <Words>3674</Words>
  <Application>Microsoft Office PowerPoint</Application>
  <PresentationFormat>Widescreen</PresentationFormat>
  <Paragraphs>339</Paragraphs>
  <Slides>44</Slides>
  <Notes>19</Notes>
  <HiddenSlides>3</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44</vt:i4>
      </vt:variant>
    </vt:vector>
  </HeadingPairs>
  <TitlesOfParts>
    <vt:vector size="52" baseType="lpstr">
      <vt:lpstr>Aptos</vt:lpstr>
      <vt:lpstr>Aptos Display</vt:lpstr>
      <vt:lpstr>Arial</vt:lpstr>
      <vt:lpstr>Consolas</vt:lpstr>
      <vt:lpstr>Courier New</vt:lpstr>
      <vt:lpstr>Crimson Pro ExtraLight</vt:lpstr>
      <vt:lpstr>Crimson Pro SemiBold</vt:lpstr>
      <vt:lpstr>Office Theme</vt:lpstr>
      <vt:lpstr>Environment Setup and Developing Your First Agent</vt:lpstr>
      <vt:lpstr>What You Will Learn in This Chapter</vt:lpstr>
      <vt:lpstr>Environment setup</vt:lpstr>
      <vt:lpstr>What is uv?</vt:lpstr>
      <vt:lpstr>UV installation</vt:lpstr>
      <vt:lpstr>PowerPoint Presentation</vt:lpstr>
      <vt:lpstr>Creating Test application</vt:lpstr>
      <vt:lpstr>Executing the hello.py</vt:lpstr>
      <vt:lpstr>Adding openai agent SDK in UV</vt:lpstr>
      <vt:lpstr>PowerPoint Presentation</vt:lpstr>
      <vt:lpstr>Verifying the environment setup</vt:lpstr>
      <vt:lpstr>Updated with gemeni   1/2</vt:lpstr>
      <vt:lpstr>Updated with gemeni   2/2</vt:lpstr>
      <vt:lpstr>Development prerequisites</vt:lpstr>
      <vt:lpstr>Python functions architecture</vt:lpstr>
      <vt:lpstr>Python Concepts Used in OpenAI Agents SDK</vt:lpstr>
      <vt:lpstr>Example </vt:lpstr>
      <vt:lpstr>Python asynchronous programming</vt:lpstr>
      <vt:lpstr>Python Pydantic data validation</vt:lpstr>
      <vt:lpstr>Python Pydantic data validation</vt:lpstr>
      <vt:lpstr>Python Pydantic data validation</vt:lpstr>
      <vt:lpstr>Python Pydantic data validation</vt:lpstr>
      <vt:lpstr>Python Pydantic data validation</vt:lpstr>
      <vt:lpstr>Developing your first AI Agent</vt:lpstr>
      <vt:lpstr>A simple customer service agent</vt:lpstr>
      <vt:lpstr>A simple customer service agent</vt:lpstr>
      <vt:lpstr>A simple customer service agent</vt:lpstr>
      <vt:lpstr>Adding a tool</vt:lpstr>
      <vt:lpstr>PowerPoint Presentation</vt:lpstr>
      <vt:lpstr>Adding a tool</vt:lpstr>
      <vt:lpstr>Adding a tool</vt:lpstr>
      <vt:lpstr>trace.</vt:lpstr>
      <vt:lpstr>PowerPoint Presentation</vt:lpstr>
      <vt:lpstr>PowerPoint Presentation</vt:lpstr>
      <vt:lpstr>Note</vt:lpstr>
      <vt:lpstr>Adding a handoff</vt:lpstr>
      <vt:lpstr>Adding a handoff</vt:lpstr>
      <vt:lpstr>Adding a handoff</vt:lpstr>
      <vt:lpstr>Example</vt:lpstr>
      <vt:lpstr>PowerPoint Presentation</vt:lpstr>
      <vt:lpstr>PowerPoint Presentation</vt:lpstr>
      <vt:lpstr>PowerPoint Presentation</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Muhammad Abdul Qayum</dc:creator>
  <cp:lastModifiedBy>Dr. Muhammad Abdul Qayum</cp:lastModifiedBy>
  <cp:revision>1</cp:revision>
  <dcterms:created xsi:type="dcterms:W3CDTF">2025-11-21T15:30:05Z</dcterms:created>
  <dcterms:modified xsi:type="dcterms:W3CDTF">2025-12-08T03:34:20Z</dcterms:modified>
</cp:coreProperties>
</file>