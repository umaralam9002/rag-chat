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61" r:id="rId3"/>
    <p:sldId id="303" r:id="rId4"/>
    <p:sldId id="304" r:id="rId5"/>
    <p:sldId id="257" r:id="rId6"/>
    <p:sldId id="259" r:id="rId7"/>
    <p:sldId id="260" r:id="rId8"/>
    <p:sldId id="263" r:id="rId9"/>
    <p:sldId id="264" r:id="rId10"/>
    <p:sldId id="262" r:id="rId11"/>
    <p:sldId id="265" r:id="rId12"/>
    <p:sldId id="266" r:id="rId13"/>
    <p:sldId id="267" r:id="rId14"/>
    <p:sldId id="268" r:id="rId15"/>
    <p:sldId id="270" r:id="rId16"/>
    <p:sldId id="271" r:id="rId17"/>
    <p:sldId id="269" r:id="rId18"/>
    <p:sldId id="272" r:id="rId19"/>
    <p:sldId id="273" r:id="rId20"/>
    <p:sldId id="275" r:id="rId21"/>
    <p:sldId id="276" r:id="rId22"/>
    <p:sldId id="277" r:id="rId23"/>
    <p:sldId id="278" r:id="rId24"/>
    <p:sldId id="279" r:id="rId25"/>
    <p:sldId id="280" r:id="rId26"/>
    <p:sldId id="281" r:id="rId27"/>
    <p:sldId id="282" r:id="rId28"/>
    <p:sldId id="283" r:id="rId29"/>
    <p:sldId id="285" r:id="rId30"/>
    <p:sldId id="284" r:id="rId31"/>
    <p:sldId id="287" r:id="rId32"/>
    <p:sldId id="288" r:id="rId33"/>
    <p:sldId id="289" r:id="rId34"/>
    <p:sldId id="286" r:id="rId35"/>
    <p:sldId id="290" r:id="rId36"/>
    <p:sldId id="292" r:id="rId37"/>
    <p:sldId id="291" r:id="rId38"/>
    <p:sldId id="293" r:id="rId39"/>
    <p:sldId id="294" r:id="rId40"/>
    <p:sldId id="295" r:id="rId41"/>
    <p:sldId id="296" r:id="rId42"/>
    <p:sldId id="297" r:id="rId43"/>
    <p:sldId id="298" r:id="rId44"/>
    <p:sldId id="299" r:id="rId45"/>
    <p:sldId id="300" r:id="rId46"/>
    <p:sldId id="301" r:id="rId47"/>
    <p:sldId id="302" r:id="rId48"/>
    <p:sldId id="305" r:id="rId49"/>
    <p:sldId id="306" r:id="rId50"/>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3C4BD2E-524C-41C3-872C-8C9CC0D25E10}">
          <p14:sldIdLst>
            <p14:sldId id="256"/>
            <p14:sldId id="261"/>
            <p14:sldId id="303"/>
            <p14:sldId id="304"/>
            <p14:sldId id="257"/>
            <p14:sldId id="259"/>
            <p14:sldId id="260"/>
            <p14:sldId id="263"/>
            <p14:sldId id="264"/>
            <p14:sldId id="262"/>
            <p14:sldId id="265"/>
          </p14:sldIdLst>
        </p14:section>
        <p14:section name="Build methodology of AI agents" id="{69DA31C0-9A77-488E-9E12-BEC379B9BCF7}">
          <p14:sldIdLst>
            <p14:sldId id="266"/>
            <p14:sldId id="267"/>
            <p14:sldId id="268"/>
            <p14:sldId id="270"/>
            <p14:sldId id="271"/>
            <p14:sldId id="269"/>
            <p14:sldId id="272"/>
            <p14:sldId id="273"/>
            <p14:sldId id="275"/>
            <p14:sldId id="276"/>
            <p14:sldId id="277"/>
            <p14:sldId id="278"/>
          </p14:sldIdLst>
        </p14:section>
        <p14:section name="Memory and knowledge" id="{4FBB7634-1C82-4359-A0AF-4C35F4CF73D0}">
          <p14:sldIdLst>
            <p14:sldId id="279"/>
            <p14:sldId id="280"/>
            <p14:sldId id="281"/>
            <p14:sldId id="282"/>
            <p14:sldId id="283"/>
            <p14:sldId id="285"/>
            <p14:sldId id="284"/>
            <p14:sldId id="287"/>
            <p14:sldId id="288"/>
            <p14:sldId id="289"/>
            <p14:sldId id="286"/>
            <p14:sldId id="290"/>
            <p14:sldId id="292"/>
            <p14:sldId id="291"/>
            <p14:sldId id="293"/>
          </p14:sldIdLst>
        </p14:section>
        <p14:section name="Design patterns" id="{0EADDEA3-2253-415B-9EFB-31EB0F5E14A9}">
          <p14:sldIdLst>
            <p14:sldId id="294"/>
            <p14:sldId id="295"/>
            <p14:sldId id="296"/>
            <p14:sldId id="297"/>
            <p14:sldId id="298"/>
            <p14:sldId id="299"/>
            <p14:sldId id="300"/>
            <p14:sldId id="301"/>
            <p14:sldId id="302"/>
            <p14:sldId id="305"/>
            <p14:sldId id="3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AC8D0E-5DD2-402F-B194-974E68BAF058}" v="116" dt="2025-11-16T05:56:16.3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1455" autoAdjust="0"/>
  </p:normalViewPr>
  <p:slideViewPr>
    <p:cSldViewPr snapToGrid="0">
      <p:cViewPr varScale="1">
        <p:scale>
          <a:sx n="57" d="100"/>
          <a:sy n="57" d="100"/>
        </p:scale>
        <p:origin x="4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uhammad Abdul Qayum" userId="6f99b717-c1e2-49a4-bfbb-35fff60aea46" providerId="ADAL" clId="{F84136B0-B444-4051-A6EC-C9B7961F7407}"/>
    <pc:docChg chg="undo redo custSel addSld delSld modSld sldOrd addSection modSection">
      <pc:chgData name="Dr. Muhammad Abdul Qayum" userId="6f99b717-c1e2-49a4-bfbb-35fff60aea46" providerId="ADAL" clId="{F84136B0-B444-4051-A6EC-C9B7961F7407}" dt="2025-11-18T15:14:29.497" v="951" actId="26606"/>
      <pc:docMkLst>
        <pc:docMk/>
      </pc:docMkLst>
      <pc:sldChg chg="addSp modSp mod modNotesTx">
        <pc:chgData name="Dr. Muhammad Abdul Qayum" userId="6f99b717-c1e2-49a4-bfbb-35fff60aea46" providerId="ADAL" clId="{F84136B0-B444-4051-A6EC-C9B7961F7407}" dt="2025-11-18T02:17:55.774" v="831" actId="20577"/>
        <pc:sldMkLst>
          <pc:docMk/>
          <pc:sldMk cId="24554673" sldId="256"/>
        </pc:sldMkLst>
        <pc:spChg chg="mod">
          <ac:chgData name="Dr. Muhammad Abdul Qayum" userId="6f99b717-c1e2-49a4-bfbb-35fff60aea46" providerId="ADAL" clId="{F84136B0-B444-4051-A6EC-C9B7961F7407}" dt="2025-11-08T07:15:08.224" v="0"/>
          <ac:spMkLst>
            <pc:docMk/>
            <pc:sldMk cId="24554673" sldId="256"/>
            <ac:spMk id="2" creationId="{70B51552-6236-6281-A707-6FA72F719C96}"/>
          </ac:spMkLst>
        </pc:spChg>
        <pc:spChg chg="mod">
          <ac:chgData name="Dr. Muhammad Abdul Qayum" userId="6f99b717-c1e2-49a4-bfbb-35fff60aea46" providerId="ADAL" clId="{F84136B0-B444-4051-A6EC-C9B7961F7407}" dt="2025-11-18T02:17:55.774" v="831" actId="20577"/>
          <ac:spMkLst>
            <pc:docMk/>
            <pc:sldMk cId="24554673" sldId="256"/>
            <ac:spMk id="3" creationId="{8806A037-1687-797F-27AE-EC2E7728B2EE}"/>
          </ac:spMkLst>
        </pc:spChg>
        <pc:spChg chg="add mod">
          <ac:chgData name="Dr. Muhammad Abdul Qayum" userId="6f99b717-c1e2-49a4-bfbb-35fff60aea46" providerId="ADAL" clId="{F84136B0-B444-4051-A6EC-C9B7961F7407}" dt="2025-11-08T07:18:14.658" v="60" actId="1076"/>
          <ac:spMkLst>
            <pc:docMk/>
            <pc:sldMk cId="24554673" sldId="256"/>
            <ac:spMk id="4" creationId="{8F688D5F-1827-5327-4583-0A71CE2DB4CC}"/>
          </ac:spMkLst>
        </pc:spChg>
      </pc:sldChg>
      <pc:sldChg chg="ord">
        <pc:chgData name="Dr. Muhammad Abdul Qayum" userId="6f99b717-c1e2-49a4-bfbb-35fff60aea46" providerId="ADAL" clId="{F84136B0-B444-4051-A6EC-C9B7961F7407}" dt="2025-11-08T09:27:52.042" v="73"/>
        <pc:sldMkLst>
          <pc:docMk/>
          <pc:sldMk cId="499785619" sldId="257"/>
        </pc:sldMkLst>
      </pc:sldChg>
      <pc:sldChg chg="modSp new mod">
        <pc:chgData name="Dr. Muhammad Abdul Qayum" userId="6f99b717-c1e2-49a4-bfbb-35fff60aea46" providerId="ADAL" clId="{F84136B0-B444-4051-A6EC-C9B7961F7407}" dt="2025-11-08T07:23:06.728" v="67" actId="27636"/>
        <pc:sldMkLst>
          <pc:docMk/>
          <pc:sldMk cId="137090323" sldId="259"/>
        </pc:sldMkLst>
        <pc:spChg chg="mod">
          <ac:chgData name="Dr. Muhammad Abdul Qayum" userId="6f99b717-c1e2-49a4-bfbb-35fff60aea46" providerId="ADAL" clId="{F84136B0-B444-4051-A6EC-C9B7961F7407}" dt="2025-11-08T07:22:40.983" v="63"/>
          <ac:spMkLst>
            <pc:docMk/>
            <pc:sldMk cId="137090323" sldId="259"/>
            <ac:spMk id="2" creationId="{409576DE-80A6-198F-CBA9-002949E0F98C}"/>
          </ac:spMkLst>
        </pc:spChg>
        <pc:spChg chg="mod">
          <ac:chgData name="Dr. Muhammad Abdul Qayum" userId="6f99b717-c1e2-49a4-bfbb-35fff60aea46" providerId="ADAL" clId="{F84136B0-B444-4051-A6EC-C9B7961F7407}" dt="2025-11-08T07:23:06.728" v="67" actId="27636"/>
          <ac:spMkLst>
            <pc:docMk/>
            <pc:sldMk cId="137090323" sldId="259"/>
            <ac:spMk id="3" creationId="{104B5DFE-908E-CB80-4C3C-97634BE998FB}"/>
          </ac:spMkLst>
        </pc:spChg>
      </pc:sldChg>
      <pc:sldChg chg="modSp new mod">
        <pc:chgData name="Dr. Muhammad Abdul Qayum" userId="6f99b717-c1e2-49a4-bfbb-35fff60aea46" providerId="ADAL" clId="{F84136B0-B444-4051-A6EC-C9B7961F7407}" dt="2025-11-18T02:20:24.215" v="837" actId="20577"/>
        <pc:sldMkLst>
          <pc:docMk/>
          <pc:sldMk cId="3058978605" sldId="260"/>
        </pc:sldMkLst>
        <pc:spChg chg="mod">
          <ac:chgData name="Dr. Muhammad Abdul Qayum" userId="6f99b717-c1e2-49a4-bfbb-35fff60aea46" providerId="ADAL" clId="{F84136B0-B444-4051-A6EC-C9B7961F7407}" dt="2025-11-08T07:24:08.256" v="70"/>
          <ac:spMkLst>
            <pc:docMk/>
            <pc:sldMk cId="3058978605" sldId="260"/>
            <ac:spMk id="2" creationId="{57AA9FB6-0E35-1C3B-FE59-D47904D432A2}"/>
          </ac:spMkLst>
        </pc:spChg>
        <pc:spChg chg="mod">
          <ac:chgData name="Dr. Muhammad Abdul Qayum" userId="6f99b717-c1e2-49a4-bfbb-35fff60aea46" providerId="ADAL" clId="{F84136B0-B444-4051-A6EC-C9B7961F7407}" dt="2025-11-18T02:20:24.215" v="837" actId="20577"/>
          <ac:spMkLst>
            <pc:docMk/>
            <pc:sldMk cId="3058978605" sldId="260"/>
            <ac:spMk id="3" creationId="{1DE39526-078F-FD2A-7F42-52B3DF179579}"/>
          </ac:spMkLst>
        </pc:spChg>
      </pc:sldChg>
      <pc:sldChg chg="modSp new mod modNotesTx">
        <pc:chgData name="Dr. Muhammad Abdul Qayum" userId="6f99b717-c1e2-49a4-bfbb-35fff60aea46" providerId="ADAL" clId="{F84136B0-B444-4051-A6EC-C9B7961F7407}" dt="2025-11-08T09:35:03.846" v="93" actId="20577"/>
        <pc:sldMkLst>
          <pc:docMk/>
          <pc:sldMk cId="3521233316" sldId="261"/>
        </pc:sldMkLst>
        <pc:spChg chg="mod">
          <ac:chgData name="Dr. Muhammad Abdul Qayum" userId="6f99b717-c1e2-49a4-bfbb-35fff60aea46" providerId="ADAL" clId="{F84136B0-B444-4051-A6EC-C9B7961F7407}" dt="2025-11-08T09:35:03.846" v="93" actId="20577"/>
          <ac:spMkLst>
            <pc:docMk/>
            <pc:sldMk cId="3521233316" sldId="261"/>
            <ac:spMk id="2" creationId="{0237CBBD-CFE4-2478-FD72-70C07F04D405}"/>
          </ac:spMkLst>
        </pc:spChg>
        <pc:spChg chg="mod">
          <ac:chgData name="Dr. Muhammad Abdul Qayum" userId="6f99b717-c1e2-49a4-bfbb-35fff60aea46" providerId="ADAL" clId="{F84136B0-B444-4051-A6EC-C9B7961F7407}" dt="2025-11-08T09:28:21.706" v="79" actId="6549"/>
          <ac:spMkLst>
            <pc:docMk/>
            <pc:sldMk cId="3521233316" sldId="261"/>
            <ac:spMk id="3" creationId="{ACF472B5-6A37-3515-731A-17578BE33B76}"/>
          </ac:spMkLst>
        </pc:spChg>
      </pc:sldChg>
      <pc:sldChg chg="modSp new mod modNotesTx">
        <pc:chgData name="Dr. Muhammad Abdul Qayum" userId="6f99b717-c1e2-49a4-bfbb-35fff60aea46" providerId="ADAL" clId="{F84136B0-B444-4051-A6EC-C9B7961F7407}" dt="2025-11-18T02:23:17.651" v="846" actId="115"/>
        <pc:sldMkLst>
          <pc:docMk/>
          <pc:sldMk cId="19466294" sldId="262"/>
        </pc:sldMkLst>
        <pc:spChg chg="mod">
          <ac:chgData name="Dr. Muhammad Abdul Qayum" userId="6f99b717-c1e2-49a4-bfbb-35fff60aea46" providerId="ADAL" clId="{F84136B0-B444-4051-A6EC-C9B7961F7407}" dt="2025-11-08T09:57:23.475" v="114"/>
          <ac:spMkLst>
            <pc:docMk/>
            <pc:sldMk cId="19466294" sldId="262"/>
            <ac:spMk id="2" creationId="{B29604A7-F12C-E0E4-D647-33AE86CE6ECA}"/>
          </ac:spMkLst>
        </pc:spChg>
        <pc:spChg chg="mod">
          <ac:chgData name="Dr. Muhammad Abdul Qayum" userId="6f99b717-c1e2-49a4-bfbb-35fff60aea46" providerId="ADAL" clId="{F84136B0-B444-4051-A6EC-C9B7961F7407}" dt="2025-11-18T02:23:17.651" v="846" actId="115"/>
          <ac:spMkLst>
            <pc:docMk/>
            <pc:sldMk cId="19466294" sldId="262"/>
            <ac:spMk id="3" creationId="{7D7F2CDE-4B50-562B-D563-99C5E5CAFE3B}"/>
          </ac:spMkLst>
        </pc:spChg>
      </pc:sldChg>
      <pc:sldChg chg="addSp delSp modSp add mod chgLayout modNotesTx">
        <pc:chgData name="Dr. Muhammad Abdul Qayum" userId="6f99b717-c1e2-49a4-bfbb-35fff60aea46" providerId="ADAL" clId="{F84136B0-B444-4051-A6EC-C9B7961F7407}" dt="2025-11-18T02:22:23.785" v="843" actId="1076"/>
        <pc:sldMkLst>
          <pc:docMk/>
          <pc:sldMk cId="3875822415" sldId="263"/>
        </pc:sldMkLst>
        <pc:spChg chg="mod ord">
          <ac:chgData name="Dr. Muhammad Abdul Qayum" userId="6f99b717-c1e2-49a4-bfbb-35fff60aea46" providerId="ADAL" clId="{F84136B0-B444-4051-A6EC-C9B7961F7407}" dt="2025-11-18T02:22:23.785" v="843" actId="1076"/>
          <ac:spMkLst>
            <pc:docMk/>
            <pc:sldMk cId="3875822415" sldId="263"/>
            <ac:spMk id="2" creationId="{7DFC6375-9C80-183F-926A-C1D8749C4509}"/>
          </ac:spMkLst>
        </pc:spChg>
        <pc:spChg chg="mod ord">
          <ac:chgData name="Dr. Muhammad Abdul Qayum" userId="6f99b717-c1e2-49a4-bfbb-35fff60aea46" providerId="ADAL" clId="{F84136B0-B444-4051-A6EC-C9B7961F7407}" dt="2025-11-18T02:22:17.817" v="842" actId="1076"/>
          <ac:spMkLst>
            <pc:docMk/>
            <pc:sldMk cId="3875822415" sldId="263"/>
            <ac:spMk id="3" creationId="{01F620B1-D651-2965-76EF-F47AB534D402}"/>
          </ac:spMkLst>
        </pc:spChg>
        <pc:spChg chg="add del mod">
          <ac:chgData name="Dr. Muhammad Abdul Qayum" userId="6f99b717-c1e2-49a4-bfbb-35fff60aea46" providerId="ADAL" clId="{F84136B0-B444-4051-A6EC-C9B7961F7407}" dt="2025-11-18T02:22:10.250" v="841" actId="6264"/>
          <ac:spMkLst>
            <pc:docMk/>
            <pc:sldMk cId="3875822415" sldId="263"/>
            <ac:spMk id="4" creationId="{807D4F7E-12D9-09DA-9219-610AE178F2E0}"/>
          </ac:spMkLst>
        </pc:spChg>
        <pc:spChg chg="add del mod">
          <ac:chgData name="Dr. Muhammad Abdul Qayum" userId="6f99b717-c1e2-49a4-bfbb-35fff60aea46" providerId="ADAL" clId="{F84136B0-B444-4051-A6EC-C9B7961F7407}" dt="2025-11-18T02:22:10.250" v="841" actId="6264"/>
          <ac:spMkLst>
            <pc:docMk/>
            <pc:sldMk cId="3875822415" sldId="263"/>
            <ac:spMk id="5" creationId="{3C592AC4-C1A3-09AF-B9FA-9018AB02C598}"/>
          </ac:spMkLst>
        </pc:spChg>
      </pc:sldChg>
      <pc:sldChg chg="modSp new mod">
        <pc:chgData name="Dr. Muhammad Abdul Qayum" userId="6f99b717-c1e2-49a4-bfbb-35fff60aea46" providerId="ADAL" clId="{F84136B0-B444-4051-A6EC-C9B7961F7407}" dt="2025-11-08T09:54:22.225" v="113"/>
        <pc:sldMkLst>
          <pc:docMk/>
          <pc:sldMk cId="1361291411" sldId="264"/>
        </pc:sldMkLst>
        <pc:spChg chg="mod">
          <ac:chgData name="Dr. Muhammad Abdul Qayum" userId="6f99b717-c1e2-49a4-bfbb-35fff60aea46" providerId="ADAL" clId="{F84136B0-B444-4051-A6EC-C9B7961F7407}" dt="2025-11-08T09:54:22.225" v="113"/>
          <ac:spMkLst>
            <pc:docMk/>
            <pc:sldMk cId="1361291411" sldId="264"/>
            <ac:spMk id="3" creationId="{E4F64EBD-F281-65BC-7DD4-1147BEAAB5DD}"/>
          </ac:spMkLst>
        </pc:spChg>
      </pc:sldChg>
      <pc:sldChg chg="modSp add mod modNotesTx">
        <pc:chgData name="Dr. Muhammad Abdul Qayum" userId="6f99b717-c1e2-49a4-bfbb-35fff60aea46" providerId="ADAL" clId="{F84136B0-B444-4051-A6EC-C9B7961F7407}" dt="2025-11-18T02:28:53.470" v="854" actId="115"/>
        <pc:sldMkLst>
          <pc:docMk/>
          <pc:sldMk cId="2710963516" sldId="265"/>
        </pc:sldMkLst>
        <pc:spChg chg="mod">
          <ac:chgData name="Dr. Muhammad Abdul Qayum" userId="6f99b717-c1e2-49a4-bfbb-35fff60aea46" providerId="ADAL" clId="{F84136B0-B444-4051-A6EC-C9B7961F7407}" dt="2025-11-18T02:28:53.470" v="854" actId="115"/>
          <ac:spMkLst>
            <pc:docMk/>
            <pc:sldMk cId="2710963516" sldId="265"/>
            <ac:spMk id="3" creationId="{CDDAF7E6-7098-9864-EDB6-439BC85F10BA}"/>
          </ac:spMkLst>
        </pc:spChg>
      </pc:sldChg>
      <pc:sldChg chg="addSp delSp modSp new mod modClrScheme chgLayout">
        <pc:chgData name="Dr. Muhammad Abdul Qayum" userId="6f99b717-c1e2-49a4-bfbb-35fff60aea46" providerId="ADAL" clId="{F84136B0-B444-4051-A6EC-C9B7961F7407}" dt="2025-11-08T10:36:27.235" v="149"/>
        <pc:sldMkLst>
          <pc:docMk/>
          <pc:sldMk cId="1542694265" sldId="266"/>
        </pc:sldMkLst>
        <pc:spChg chg="add mod ord">
          <ac:chgData name="Dr. Muhammad Abdul Qayum" userId="6f99b717-c1e2-49a4-bfbb-35fff60aea46" providerId="ADAL" clId="{F84136B0-B444-4051-A6EC-C9B7961F7407}" dt="2025-11-08T10:36:27.235" v="149"/>
          <ac:spMkLst>
            <pc:docMk/>
            <pc:sldMk cId="1542694265" sldId="266"/>
            <ac:spMk id="4" creationId="{BBF6A24D-8387-CD20-9F15-18F629445106}"/>
          </ac:spMkLst>
        </pc:spChg>
        <pc:spChg chg="add mod ord">
          <ac:chgData name="Dr. Muhammad Abdul Qayum" userId="6f99b717-c1e2-49a4-bfbb-35fff60aea46" providerId="ADAL" clId="{F84136B0-B444-4051-A6EC-C9B7961F7407}" dt="2025-11-08T10:36:15.570" v="148" actId="700"/>
          <ac:spMkLst>
            <pc:docMk/>
            <pc:sldMk cId="1542694265" sldId="266"/>
            <ac:spMk id="5" creationId="{D248E3C7-EAE9-F987-2E15-E53D483AA602}"/>
          </ac:spMkLst>
        </pc:spChg>
      </pc:sldChg>
      <pc:sldChg chg="modSp new mod">
        <pc:chgData name="Dr. Muhammad Abdul Qayum" userId="6f99b717-c1e2-49a4-bfbb-35fff60aea46" providerId="ADAL" clId="{F84136B0-B444-4051-A6EC-C9B7961F7407}" dt="2025-11-18T02:30:07.317" v="857" actId="115"/>
        <pc:sldMkLst>
          <pc:docMk/>
          <pc:sldMk cId="3279775703" sldId="267"/>
        </pc:sldMkLst>
        <pc:spChg chg="mod">
          <ac:chgData name="Dr. Muhammad Abdul Qayum" userId="6f99b717-c1e2-49a4-bfbb-35fff60aea46" providerId="ADAL" clId="{F84136B0-B444-4051-A6EC-C9B7961F7407}" dt="2025-11-08T10:36:58.690" v="152"/>
          <ac:spMkLst>
            <pc:docMk/>
            <pc:sldMk cId="3279775703" sldId="267"/>
            <ac:spMk id="2" creationId="{8F0C7723-5828-E980-F463-744004CC2520}"/>
          </ac:spMkLst>
        </pc:spChg>
        <pc:spChg chg="mod">
          <ac:chgData name="Dr. Muhammad Abdul Qayum" userId="6f99b717-c1e2-49a4-bfbb-35fff60aea46" providerId="ADAL" clId="{F84136B0-B444-4051-A6EC-C9B7961F7407}" dt="2025-11-18T02:30:07.317" v="857" actId="115"/>
          <ac:spMkLst>
            <pc:docMk/>
            <pc:sldMk cId="3279775703" sldId="267"/>
            <ac:spMk id="3" creationId="{EF7ACF88-CD16-4305-9134-F2B5745E34D0}"/>
          </ac:spMkLst>
        </pc:spChg>
      </pc:sldChg>
      <pc:sldChg chg="modSp new mod modNotesTx">
        <pc:chgData name="Dr. Muhammad Abdul Qayum" userId="6f99b717-c1e2-49a4-bfbb-35fff60aea46" providerId="ADAL" clId="{F84136B0-B444-4051-A6EC-C9B7961F7407}" dt="2025-11-18T02:30:59.357" v="865" actId="114"/>
        <pc:sldMkLst>
          <pc:docMk/>
          <pc:sldMk cId="1647132444" sldId="268"/>
        </pc:sldMkLst>
        <pc:spChg chg="mod">
          <ac:chgData name="Dr. Muhammad Abdul Qayum" userId="6f99b717-c1e2-49a4-bfbb-35fff60aea46" providerId="ADAL" clId="{F84136B0-B444-4051-A6EC-C9B7961F7407}" dt="2025-11-08T10:42:20.141" v="168"/>
          <ac:spMkLst>
            <pc:docMk/>
            <pc:sldMk cId="1647132444" sldId="268"/>
            <ac:spMk id="2" creationId="{60668396-2095-C655-7ECE-AE136D879A68}"/>
          </ac:spMkLst>
        </pc:spChg>
        <pc:spChg chg="mod">
          <ac:chgData name="Dr. Muhammad Abdul Qayum" userId="6f99b717-c1e2-49a4-bfbb-35fff60aea46" providerId="ADAL" clId="{F84136B0-B444-4051-A6EC-C9B7961F7407}" dt="2025-11-18T02:30:59.357" v="865" actId="114"/>
          <ac:spMkLst>
            <pc:docMk/>
            <pc:sldMk cId="1647132444" sldId="268"/>
            <ac:spMk id="3" creationId="{9FAA809B-6C6B-1A16-22A8-497415AF91D5}"/>
          </ac:spMkLst>
        </pc:spChg>
      </pc:sldChg>
      <pc:sldChg chg="modSp new mod">
        <pc:chgData name="Dr. Muhammad Abdul Qayum" userId="6f99b717-c1e2-49a4-bfbb-35fff60aea46" providerId="ADAL" clId="{F84136B0-B444-4051-A6EC-C9B7961F7407}" dt="2025-11-18T02:36:14.341" v="883" actId="20577"/>
        <pc:sldMkLst>
          <pc:docMk/>
          <pc:sldMk cId="3114493256" sldId="269"/>
        </pc:sldMkLst>
        <pc:spChg chg="mod">
          <ac:chgData name="Dr. Muhammad Abdul Qayum" userId="6f99b717-c1e2-49a4-bfbb-35fff60aea46" providerId="ADAL" clId="{F84136B0-B444-4051-A6EC-C9B7961F7407}" dt="2025-11-08T11:48:46.422" v="260"/>
          <ac:spMkLst>
            <pc:docMk/>
            <pc:sldMk cId="3114493256" sldId="269"/>
            <ac:spMk id="2" creationId="{2FCFC7EC-8620-4638-F821-B5CC8B1C5506}"/>
          </ac:spMkLst>
        </pc:spChg>
        <pc:spChg chg="mod">
          <ac:chgData name="Dr. Muhammad Abdul Qayum" userId="6f99b717-c1e2-49a4-bfbb-35fff60aea46" providerId="ADAL" clId="{F84136B0-B444-4051-A6EC-C9B7961F7407}" dt="2025-11-18T02:36:14.341" v="883" actId="20577"/>
          <ac:spMkLst>
            <pc:docMk/>
            <pc:sldMk cId="3114493256" sldId="269"/>
            <ac:spMk id="3" creationId="{7B840B29-AE5A-75EF-4464-AC66C9E35ECF}"/>
          </ac:spMkLst>
        </pc:spChg>
      </pc:sldChg>
      <pc:sldChg chg="add">
        <pc:chgData name="Dr. Muhammad Abdul Qayum" userId="6f99b717-c1e2-49a4-bfbb-35fff60aea46" providerId="ADAL" clId="{F84136B0-B444-4051-A6EC-C9B7961F7407}" dt="2025-11-08T10:51:51.923" v="248" actId="2890"/>
        <pc:sldMkLst>
          <pc:docMk/>
          <pc:sldMk cId="785208925" sldId="270"/>
        </pc:sldMkLst>
      </pc:sldChg>
      <pc:sldChg chg="modSp new mod">
        <pc:chgData name="Dr. Muhammad Abdul Qayum" userId="6f99b717-c1e2-49a4-bfbb-35fff60aea46" providerId="ADAL" clId="{F84136B0-B444-4051-A6EC-C9B7961F7407}" dt="2025-11-18T02:35:42.289" v="879" actId="114"/>
        <pc:sldMkLst>
          <pc:docMk/>
          <pc:sldMk cId="1098720855" sldId="271"/>
        </pc:sldMkLst>
        <pc:spChg chg="mod">
          <ac:chgData name="Dr. Muhammad Abdul Qayum" userId="6f99b717-c1e2-49a4-bfbb-35fff60aea46" providerId="ADAL" clId="{F84136B0-B444-4051-A6EC-C9B7961F7407}" dt="2025-11-08T11:25:04.234" v="250"/>
          <ac:spMkLst>
            <pc:docMk/>
            <pc:sldMk cId="1098720855" sldId="271"/>
            <ac:spMk id="2" creationId="{549A4BBC-9AEC-1F10-9439-890D68E5D671}"/>
          </ac:spMkLst>
        </pc:spChg>
        <pc:spChg chg="mod">
          <ac:chgData name="Dr. Muhammad Abdul Qayum" userId="6f99b717-c1e2-49a4-bfbb-35fff60aea46" providerId="ADAL" clId="{F84136B0-B444-4051-A6EC-C9B7961F7407}" dt="2025-11-18T02:35:42.289" v="879" actId="114"/>
          <ac:spMkLst>
            <pc:docMk/>
            <pc:sldMk cId="1098720855" sldId="271"/>
            <ac:spMk id="3" creationId="{1B51D36B-E2E9-3F3E-2B09-6BE31C82FFB3}"/>
          </ac:spMkLst>
        </pc:spChg>
      </pc:sldChg>
      <pc:sldChg chg="modSp add mod">
        <pc:chgData name="Dr. Muhammad Abdul Qayum" userId="6f99b717-c1e2-49a4-bfbb-35fff60aea46" providerId="ADAL" clId="{F84136B0-B444-4051-A6EC-C9B7961F7407}" dt="2025-11-08T13:35:23.116" v="284" actId="20577"/>
        <pc:sldMkLst>
          <pc:docMk/>
          <pc:sldMk cId="3024123793" sldId="272"/>
        </pc:sldMkLst>
        <pc:spChg chg="mod">
          <ac:chgData name="Dr. Muhammad Abdul Qayum" userId="6f99b717-c1e2-49a4-bfbb-35fff60aea46" providerId="ADAL" clId="{F84136B0-B444-4051-A6EC-C9B7961F7407}" dt="2025-11-08T13:35:23.116" v="284" actId="20577"/>
          <ac:spMkLst>
            <pc:docMk/>
            <pc:sldMk cId="3024123793" sldId="272"/>
            <ac:spMk id="3" creationId="{315F696E-1BEA-EDA6-6440-026164F8950B}"/>
          </ac:spMkLst>
        </pc:spChg>
      </pc:sldChg>
      <pc:sldChg chg="modSp new mod">
        <pc:chgData name="Dr. Muhammad Abdul Qayum" userId="6f99b717-c1e2-49a4-bfbb-35fff60aea46" providerId="ADAL" clId="{F84136B0-B444-4051-A6EC-C9B7961F7407}" dt="2025-11-18T02:42:01.001" v="884" actId="115"/>
        <pc:sldMkLst>
          <pc:docMk/>
          <pc:sldMk cId="901525620" sldId="273"/>
        </pc:sldMkLst>
        <pc:spChg chg="mod">
          <ac:chgData name="Dr. Muhammad Abdul Qayum" userId="6f99b717-c1e2-49a4-bfbb-35fff60aea46" providerId="ADAL" clId="{F84136B0-B444-4051-A6EC-C9B7961F7407}" dt="2025-11-08T13:37:15.158" v="287"/>
          <ac:spMkLst>
            <pc:docMk/>
            <pc:sldMk cId="901525620" sldId="273"/>
            <ac:spMk id="2" creationId="{31742A13-E526-DCA1-B508-77EB52ECE083}"/>
          </ac:spMkLst>
        </pc:spChg>
        <pc:spChg chg="mod">
          <ac:chgData name="Dr. Muhammad Abdul Qayum" userId="6f99b717-c1e2-49a4-bfbb-35fff60aea46" providerId="ADAL" clId="{F84136B0-B444-4051-A6EC-C9B7961F7407}" dt="2025-11-18T02:42:01.001" v="884" actId="115"/>
          <ac:spMkLst>
            <pc:docMk/>
            <pc:sldMk cId="901525620" sldId="273"/>
            <ac:spMk id="3" creationId="{AC29F096-203A-02C9-61FD-C6E661B9CB6A}"/>
          </ac:spMkLst>
        </pc:spChg>
      </pc:sldChg>
      <pc:sldChg chg="addSp delSp modSp new mod">
        <pc:chgData name="Dr. Muhammad Abdul Qayum" userId="6f99b717-c1e2-49a4-bfbb-35fff60aea46" providerId="ADAL" clId="{F84136B0-B444-4051-A6EC-C9B7961F7407}" dt="2025-11-08T17:02:02.429" v="347" actId="1076"/>
        <pc:sldMkLst>
          <pc:docMk/>
          <pc:sldMk cId="795683737" sldId="275"/>
        </pc:sldMkLst>
        <pc:spChg chg="mod">
          <ac:chgData name="Dr. Muhammad Abdul Qayum" userId="6f99b717-c1e2-49a4-bfbb-35fff60aea46" providerId="ADAL" clId="{F84136B0-B444-4051-A6EC-C9B7961F7407}" dt="2025-11-08T17:01:40.272" v="345"/>
          <ac:spMkLst>
            <pc:docMk/>
            <pc:sldMk cId="795683737" sldId="275"/>
            <ac:spMk id="2" creationId="{1BF97E35-C349-8D93-1F93-0FFFC861130F}"/>
          </ac:spMkLst>
        </pc:spChg>
        <pc:spChg chg="add mod">
          <ac:chgData name="Dr. Muhammad Abdul Qayum" userId="6f99b717-c1e2-49a4-bfbb-35fff60aea46" providerId="ADAL" clId="{F84136B0-B444-4051-A6EC-C9B7961F7407}" dt="2025-11-08T17:02:02.429" v="347" actId="1076"/>
          <ac:spMkLst>
            <pc:docMk/>
            <pc:sldMk cId="795683737" sldId="275"/>
            <ac:spMk id="6" creationId="{BB8F557E-28EA-D0D4-7A47-C1EE98316783}"/>
          </ac:spMkLst>
        </pc:spChg>
      </pc:sldChg>
      <pc:sldChg chg="modSp new mod">
        <pc:chgData name="Dr. Muhammad Abdul Qayum" userId="6f99b717-c1e2-49a4-bfbb-35fff60aea46" providerId="ADAL" clId="{F84136B0-B444-4051-A6EC-C9B7961F7407}" dt="2025-11-08T17:26:14.544" v="381" actId="27636"/>
        <pc:sldMkLst>
          <pc:docMk/>
          <pc:sldMk cId="701638556" sldId="276"/>
        </pc:sldMkLst>
        <pc:spChg chg="mod">
          <ac:chgData name="Dr. Muhammad Abdul Qayum" userId="6f99b717-c1e2-49a4-bfbb-35fff60aea46" providerId="ADAL" clId="{F84136B0-B444-4051-A6EC-C9B7961F7407}" dt="2025-11-08T17:03:31.735" v="350"/>
          <ac:spMkLst>
            <pc:docMk/>
            <pc:sldMk cId="701638556" sldId="276"/>
            <ac:spMk id="2" creationId="{8C844DFF-C830-7CC2-F7AC-98461C7CD58F}"/>
          </ac:spMkLst>
        </pc:spChg>
        <pc:spChg chg="mod">
          <ac:chgData name="Dr. Muhammad Abdul Qayum" userId="6f99b717-c1e2-49a4-bfbb-35fff60aea46" providerId="ADAL" clId="{F84136B0-B444-4051-A6EC-C9B7961F7407}" dt="2025-11-08T17:26:14.544" v="381" actId="27636"/>
          <ac:spMkLst>
            <pc:docMk/>
            <pc:sldMk cId="701638556" sldId="276"/>
            <ac:spMk id="3" creationId="{53320D5C-13B6-1ECF-D89D-C8A8B4188D0E}"/>
          </ac:spMkLst>
        </pc:spChg>
      </pc:sldChg>
      <pc:sldChg chg="modSp new mod">
        <pc:chgData name="Dr. Muhammad Abdul Qayum" userId="6f99b717-c1e2-49a4-bfbb-35fff60aea46" providerId="ADAL" clId="{F84136B0-B444-4051-A6EC-C9B7961F7407}" dt="2025-11-18T02:49:56.403" v="889" actId="114"/>
        <pc:sldMkLst>
          <pc:docMk/>
          <pc:sldMk cId="2380117082" sldId="277"/>
        </pc:sldMkLst>
        <pc:spChg chg="mod">
          <ac:chgData name="Dr. Muhammad Abdul Qayum" userId="6f99b717-c1e2-49a4-bfbb-35fff60aea46" providerId="ADAL" clId="{F84136B0-B444-4051-A6EC-C9B7961F7407}" dt="2025-11-08T17:29:24.213" v="384"/>
          <ac:spMkLst>
            <pc:docMk/>
            <pc:sldMk cId="2380117082" sldId="277"/>
            <ac:spMk id="2" creationId="{1472C338-8689-0093-B1BE-28A96B02E832}"/>
          </ac:spMkLst>
        </pc:spChg>
        <pc:spChg chg="mod">
          <ac:chgData name="Dr. Muhammad Abdul Qayum" userId="6f99b717-c1e2-49a4-bfbb-35fff60aea46" providerId="ADAL" clId="{F84136B0-B444-4051-A6EC-C9B7961F7407}" dt="2025-11-18T02:49:56.403" v="889" actId="114"/>
          <ac:spMkLst>
            <pc:docMk/>
            <pc:sldMk cId="2380117082" sldId="277"/>
            <ac:spMk id="3" creationId="{F33702BA-1008-564D-B00C-0EE873285F93}"/>
          </ac:spMkLst>
        </pc:spChg>
      </pc:sldChg>
      <pc:sldChg chg="addSp delSp modSp new mod">
        <pc:chgData name="Dr. Muhammad Abdul Qayum" userId="6f99b717-c1e2-49a4-bfbb-35fff60aea46" providerId="ADAL" clId="{F84136B0-B444-4051-A6EC-C9B7961F7407}" dt="2025-11-18T02:52:46.522" v="897" actId="115"/>
        <pc:sldMkLst>
          <pc:docMk/>
          <pc:sldMk cId="3146597936" sldId="278"/>
        </pc:sldMkLst>
        <pc:spChg chg="mod">
          <ac:chgData name="Dr. Muhammad Abdul Qayum" userId="6f99b717-c1e2-49a4-bfbb-35fff60aea46" providerId="ADAL" clId="{F84136B0-B444-4051-A6EC-C9B7961F7407}" dt="2025-11-08T17:35:08.356" v="440"/>
          <ac:spMkLst>
            <pc:docMk/>
            <pc:sldMk cId="3146597936" sldId="278"/>
            <ac:spMk id="2" creationId="{D2BC07F0-D35C-4159-5ED2-0AA935B31FB8}"/>
          </ac:spMkLst>
        </pc:spChg>
        <pc:spChg chg="add mod">
          <ac:chgData name="Dr. Muhammad Abdul Qayum" userId="6f99b717-c1e2-49a4-bfbb-35fff60aea46" providerId="ADAL" clId="{F84136B0-B444-4051-A6EC-C9B7961F7407}" dt="2025-11-18T02:52:46.522" v="897" actId="115"/>
          <ac:spMkLst>
            <pc:docMk/>
            <pc:sldMk cId="3146597936" sldId="278"/>
            <ac:spMk id="4" creationId="{BEFA68D1-F80E-D71F-967F-29030D7B964D}"/>
          </ac:spMkLst>
        </pc:spChg>
      </pc:sldChg>
      <pc:sldChg chg="addSp delSp modSp new mod modClrScheme chgLayout">
        <pc:chgData name="Dr. Muhammad Abdul Qayum" userId="6f99b717-c1e2-49a4-bfbb-35fff60aea46" providerId="ADAL" clId="{F84136B0-B444-4051-A6EC-C9B7961F7407}" dt="2025-11-09T03:50:27.423" v="450"/>
        <pc:sldMkLst>
          <pc:docMk/>
          <pc:sldMk cId="4059848890" sldId="279"/>
        </pc:sldMkLst>
        <pc:spChg chg="add mod ord">
          <ac:chgData name="Dr. Muhammad Abdul Qayum" userId="6f99b717-c1e2-49a4-bfbb-35fff60aea46" providerId="ADAL" clId="{F84136B0-B444-4051-A6EC-C9B7961F7407}" dt="2025-11-09T03:50:27.423" v="450"/>
          <ac:spMkLst>
            <pc:docMk/>
            <pc:sldMk cId="4059848890" sldId="279"/>
            <ac:spMk id="4" creationId="{539A8F12-D587-3CC8-0562-443E7D1B0544}"/>
          </ac:spMkLst>
        </pc:spChg>
        <pc:spChg chg="add mod ord">
          <ac:chgData name="Dr. Muhammad Abdul Qayum" userId="6f99b717-c1e2-49a4-bfbb-35fff60aea46" providerId="ADAL" clId="{F84136B0-B444-4051-A6EC-C9B7961F7407}" dt="2025-11-09T03:50:21.031" v="449" actId="700"/>
          <ac:spMkLst>
            <pc:docMk/>
            <pc:sldMk cId="4059848890" sldId="279"/>
            <ac:spMk id="5" creationId="{26D7C7B7-BA90-AC1E-782C-FF1E5CCE7FD5}"/>
          </ac:spMkLst>
        </pc:spChg>
      </pc:sldChg>
      <pc:sldChg chg="addSp delSp modSp new mod modNotesTx">
        <pc:chgData name="Dr. Muhammad Abdul Qayum" userId="6f99b717-c1e2-49a4-bfbb-35fff60aea46" providerId="ADAL" clId="{F84136B0-B444-4051-A6EC-C9B7961F7407}" dt="2025-11-09T03:54:16.029" v="459" actId="14100"/>
        <pc:sldMkLst>
          <pc:docMk/>
          <pc:sldMk cId="36345394" sldId="280"/>
        </pc:sldMkLst>
        <pc:spChg chg="mod">
          <ac:chgData name="Dr. Muhammad Abdul Qayum" userId="6f99b717-c1e2-49a4-bfbb-35fff60aea46" providerId="ADAL" clId="{F84136B0-B444-4051-A6EC-C9B7961F7407}" dt="2025-11-09T03:52:35.969" v="455"/>
          <ac:spMkLst>
            <pc:docMk/>
            <pc:sldMk cId="36345394" sldId="280"/>
            <ac:spMk id="2" creationId="{EE2538DE-FA54-EA85-D31B-BF54D6DEC857}"/>
          </ac:spMkLst>
        </pc:spChg>
        <pc:spChg chg="add mod">
          <ac:chgData name="Dr. Muhammad Abdul Qayum" userId="6f99b717-c1e2-49a4-bfbb-35fff60aea46" providerId="ADAL" clId="{F84136B0-B444-4051-A6EC-C9B7961F7407}" dt="2025-11-09T03:54:16.029" v="459" actId="14100"/>
          <ac:spMkLst>
            <pc:docMk/>
            <pc:sldMk cId="36345394" sldId="280"/>
            <ac:spMk id="4" creationId="{C8AFB2FA-64B8-3B3A-87F6-2D77EEC6E7D1}"/>
          </ac:spMkLst>
        </pc:spChg>
      </pc:sldChg>
      <pc:sldChg chg="addSp delSp modSp new mod">
        <pc:chgData name="Dr. Muhammad Abdul Qayum" userId="6f99b717-c1e2-49a4-bfbb-35fff60aea46" providerId="ADAL" clId="{F84136B0-B444-4051-A6EC-C9B7961F7407}" dt="2025-11-18T02:55:05.249" v="908" actId="114"/>
        <pc:sldMkLst>
          <pc:docMk/>
          <pc:sldMk cId="3691374631" sldId="281"/>
        </pc:sldMkLst>
        <pc:spChg chg="mod">
          <ac:chgData name="Dr. Muhammad Abdul Qayum" userId="6f99b717-c1e2-49a4-bfbb-35fff60aea46" providerId="ADAL" clId="{F84136B0-B444-4051-A6EC-C9B7961F7407}" dt="2025-11-09T03:58:18.742" v="462"/>
          <ac:spMkLst>
            <pc:docMk/>
            <pc:sldMk cId="3691374631" sldId="281"/>
            <ac:spMk id="2" creationId="{BD1C925F-407C-0CD2-EE26-683BE6752DDE}"/>
          </ac:spMkLst>
        </pc:spChg>
        <pc:spChg chg="add mod">
          <ac:chgData name="Dr. Muhammad Abdul Qayum" userId="6f99b717-c1e2-49a4-bfbb-35fff60aea46" providerId="ADAL" clId="{F84136B0-B444-4051-A6EC-C9B7961F7407}" dt="2025-11-18T02:55:05.249" v="908" actId="114"/>
          <ac:spMkLst>
            <pc:docMk/>
            <pc:sldMk cId="3691374631" sldId="281"/>
            <ac:spMk id="4" creationId="{6941BE2D-A40B-57DE-4EF5-3DA3515B0A80}"/>
          </ac:spMkLst>
        </pc:spChg>
      </pc:sldChg>
      <pc:sldChg chg="modSp add mod">
        <pc:chgData name="Dr. Muhammad Abdul Qayum" userId="6f99b717-c1e2-49a4-bfbb-35fff60aea46" providerId="ADAL" clId="{F84136B0-B444-4051-A6EC-C9B7961F7407}" dt="2025-11-09T04:03:08.585" v="496" actId="1076"/>
        <pc:sldMkLst>
          <pc:docMk/>
          <pc:sldMk cId="794763559" sldId="282"/>
        </pc:sldMkLst>
        <pc:spChg chg="mod">
          <ac:chgData name="Dr. Muhammad Abdul Qayum" userId="6f99b717-c1e2-49a4-bfbb-35fff60aea46" providerId="ADAL" clId="{F84136B0-B444-4051-A6EC-C9B7961F7407}" dt="2025-11-09T04:03:08.585" v="496" actId="1076"/>
          <ac:spMkLst>
            <pc:docMk/>
            <pc:sldMk cId="794763559" sldId="282"/>
            <ac:spMk id="4" creationId="{F6F97F0A-49DA-317C-847F-062C01BD1BDF}"/>
          </ac:spMkLst>
        </pc:spChg>
      </pc:sldChg>
      <pc:sldChg chg="addSp delSp modSp new mod modShow modNotesTx">
        <pc:chgData name="Dr. Muhammad Abdul Qayum" userId="6f99b717-c1e2-49a4-bfbb-35fff60aea46" providerId="ADAL" clId="{F84136B0-B444-4051-A6EC-C9B7961F7407}" dt="2025-11-18T02:57:27.230" v="915" actId="729"/>
        <pc:sldMkLst>
          <pc:docMk/>
          <pc:sldMk cId="4154688584" sldId="283"/>
        </pc:sldMkLst>
        <pc:spChg chg="mod">
          <ac:chgData name="Dr. Muhammad Abdul Qayum" userId="6f99b717-c1e2-49a4-bfbb-35fff60aea46" providerId="ADAL" clId="{F84136B0-B444-4051-A6EC-C9B7961F7407}" dt="2025-11-09T04:08:11.227" v="513"/>
          <ac:spMkLst>
            <pc:docMk/>
            <pc:sldMk cId="4154688584" sldId="283"/>
            <ac:spMk id="2" creationId="{38927B65-9139-A546-D337-C9013D740D9E}"/>
          </ac:spMkLst>
        </pc:spChg>
        <pc:spChg chg="add mod">
          <ac:chgData name="Dr. Muhammad Abdul Qayum" userId="6f99b717-c1e2-49a4-bfbb-35fff60aea46" providerId="ADAL" clId="{F84136B0-B444-4051-A6EC-C9B7961F7407}" dt="2025-11-18T02:56:32.396" v="914" actId="114"/>
          <ac:spMkLst>
            <pc:docMk/>
            <pc:sldMk cId="4154688584" sldId="283"/>
            <ac:spMk id="4" creationId="{DAB6D770-4220-CC6E-E197-A99D11D211FB}"/>
          </ac:spMkLst>
        </pc:spChg>
      </pc:sldChg>
      <pc:sldChg chg="modSp add mod">
        <pc:chgData name="Dr. Muhammad Abdul Qayum" userId="6f99b717-c1e2-49a4-bfbb-35fff60aea46" providerId="ADAL" clId="{F84136B0-B444-4051-A6EC-C9B7961F7407}" dt="2025-11-09T04:12:55.067" v="535" actId="6549"/>
        <pc:sldMkLst>
          <pc:docMk/>
          <pc:sldMk cId="1229893071" sldId="284"/>
        </pc:sldMkLst>
        <pc:spChg chg="mod">
          <ac:chgData name="Dr. Muhammad Abdul Qayum" userId="6f99b717-c1e2-49a4-bfbb-35fff60aea46" providerId="ADAL" clId="{F84136B0-B444-4051-A6EC-C9B7961F7407}" dt="2025-11-09T04:12:55.067" v="535" actId="6549"/>
          <ac:spMkLst>
            <pc:docMk/>
            <pc:sldMk cId="1229893071" sldId="284"/>
            <ac:spMk id="4" creationId="{CDFDE0B2-E971-EE32-FD97-1C51FB3B0A51}"/>
          </ac:spMkLst>
        </pc:spChg>
      </pc:sldChg>
      <pc:sldChg chg="modSp add mod">
        <pc:chgData name="Dr. Muhammad Abdul Qayum" userId="6f99b717-c1e2-49a4-bfbb-35fff60aea46" providerId="ADAL" clId="{F84136B0-B444-4051-A6EC-C9B7961F7407}" dt="2025-11-09T04:20:33.439" v="537" actId="1076"/>
        <pc:sldMkLst>
          <pc:docMk/>
          <pc:sldMk cId="1217885453" sldId="285"/>
        </pc:sldMkLst>
        <pc:spChg chg="mod">
          <ac:chgData name="Dr. Muhammad Abdul Qayum" userId="6f99b717-c1e2-49a4-bfbb-35fff60aea46" providerId="ADAL" clId="{F84136B0-B444-4051-A6EC-C9B7961F7407}" dt="2025-11-09T04:20:33.439" v="537" actId="1076"/>
          <ac:spMkLst>
            <pc:docMk/>
            <pc:sldMk cId="1217885453" sldId="285"/>
            <ac:spMk id="4" creationId="{09B86732-1CC2-FB6B-0AB0-907DB979A4B0}"/>
          </ac:spMkLst>
        </pc:spChg>
      </pc:sldChg>
      <pc:sldChg chg="addSp delSp modSp new mod modNotesTx">
        <pc:chgData name="Dr. Muhammad Abdul Qayum" userId="6f99b717-c1e2-49a4-bfbb-35fff60aea46" providerId="ADAL" clId="{F84136B0-B444-4051-A6EC-C9B7961F7407}" dt="2025-11-18T03:03:03.115" v="943" actId="20577"/>
        <pc:sldMkLst>
          <pc:docMk/>
          <pc:sldMk cId="2959540243" sldId="286"/>
        </pc:sldMkLst>
        <pc:spChg chg="mod">
          <ac:chgData name="Dr. Muhammad Abdul Qayum" userId="6f99b717-c1e2-49a4-bfbb-35fff60aea46" providerId="ADAL" clId="{F84136B0-B444-4051-A6EC-C9B7961F7407}" dt="2025-11-09T04:45:30.085" v="614" actId="20577"/>
          <ac:spMkLst>
            <pc:docMk/>
            <pc:sldMk cId="2959540243" sldId="286"/>
            <ac:spMk id="2" creationId="{D6B948DF-B5B1-BCFB-2BF9-6CE802D738AE}"/>
          </ac:spMkLst>
        </pc:spChg>
        <pc:spChg chg="add mod">
          <ac:chgData name="Dr. Muhammad Abdul Qayum" userId="6f99b717-c1e2-49a4-bfbb-35fff60aea46" providerId="ADAL" clId="{F84136B0-B444-4051-A6EC-C9B7961F7407}" dt="2025-11-18T03:03:03.115" v="943" actId="20577"/>
          <ac:spMkLst>
            <pc:docMk/>
            <pc:sldMk cId="2959540243" sldId="286"/>
            <ac:spMk id="4" creationId="{C0AAA410-F679-3EF9-D6B5-204F01DEA4E4}"/>
          </ac:spMkLst>
        </pc:spChg>
      </pc:sldChg>
      <pc:sldChg chg="addSp modSp add mod modNotesTx">
        <pc:chgData name="Dr. Muhammad Abdul Qayum" userId="6f99b717-c1e2-49a4-bfbb-35fff60aea46" providerId="ADAL" clId="{F84136B0-B444-4051-A6EC-C9B7961F7407}" dt="2025-11-09T04:25:33.139" v="548" actId="113"/>
        <pc:sldMkLst>
          <pc:docMk/>
          <pc:sldMk cId="2853600936" sldId="287"/>
        </pc:sldMkLst>
        <pc:spChg chg="mod">
          <ac:chgData name="Dr. Muhammad Abdul Qayum" userId="6f99b717-c1e2-49a4-bfbb-35fff60aea46" providerId="ADAL" clId="{F84136B0-B444-4051-A6EC-C9B7961F7407}" dt="2025-11-09T04:22:40.513" v="541" actId="1076"/>
          <ac:spMkLst>
            <pc:docMk/>
            <pc:sldMk cId="2853600936" sldId="287"/>
            <ac:spMk id="4" creationId="{186C425A-1127-3DAC-0598-D80790C6DCE3}"/>
          </ac:spMkLst>
        </pc:spChg>
        <pc:picChg chg="add mod">
          <ac:chgData name="Dr. Muhammad Abdul Qayum" userId="6f99b717-c1e2-49a4-bfbb-35fff60aea46" providerId="ADAL" clId="{F84136B0-B444-4051-A6EC-C9B7961F7407}" dt="2025-11-09T04:22:52.696" v="543" actId="1076"/>
          <ac:picMkLst>
            <pc:docMk/>
            <pc:sldMk cId="2853600936" sldId="287"/>
            <ac:picMk id="5" creationId="{0CDFAFF7-57E6-7A31-783E-62F9A0A28309}"/>
          </ac:picMkLst>
        </pc:picChg>
      </pc:sldChg>
      <pc:sldChg chg="addSp delSp modSp new mod modClrScheme chgLayout">
        <pc:chgData name="Dr. Muhammad Abdul Qayum" userId="6f99b717-c1e2-49a4-bfbb-35fff60aea46" providerId="ADAL" clId="{F84136B0-B444-4051-A6EC-C9B7961F7407}" dt="2025-11-09T04:29:09.868" v="564" actId="20577"/>
        <pc:sldMkLst>
          <pc:docMk/>
          <pc:sldMk cId="580946537" sldId="288"/>
        </pc:sldMkLst>
        <pc:spChg chg="add mod ord">
          <ac:chgData name="Dr. Muhammad Abdul Qayum" userId="6f99b717-c1e2-49a4-bfbb-35fff60aea46" providerId="ADAL" clId="{F84136B0-B444-4051-A6EC-C9B7961F7407}" dt="2025-11-09T04:29:09.868" v="564" actId="20577"/>
          <ac:spMkLst>
            <pc:docMk/>
            <pc:sldMk cId="580946537" sldId="288"/>
            <ac:spMk id="4" creationId="{352D2E03-7BBB-E43B-E563-58FC0B84C1D2}"/>
          </ac:spMkLst>
        </pc:spChg>
        <pc:spChg chg="add mod ord">
          <ac:chgData name="Dr. Muhammad Abdul Qayum" userId="6f99b717-c1e2-49a4-bfbb-35fff60aea46" providerId="ADAL" clId="{F84136B0-B444-4051-A6EC-C9B7961F7407}" dt="2025-11-09T04:28:54.623" v="550" actId="700"/>
          <ac:spMkLst>
            <pc:docMk/>
            <pc:sldMk cId="580946537" sldId="288"/>
            <ac:spMk id="5" creationId="{1E0A1D0D-9726-0AD5-810A-27B44CAB9761}"/>
          </ac:spMkLst>
        </pc:spChg>
      </pc:sldChg>
      <pc:sldChg chg="addSp delSp modSp new mod modNotesTx">
        <pc:chgData name="Dr. Muhammad Abdul Qayum" userId="6f99b717-c1e2-49a4-bfbb-35fff60aea46" providerId="ADAL" clId="{F84136B0-B444-4051-A6EC-C9B7961F7407}" dt="2025-11-18T03:02:17.480" v="917" actId="20577"/>
        <pc:sldMkLst>
          <pc:docMk/>
          <pc:sldMk cId="3252775023" sldId="289"/>
        </pc:sldMkLst>
        <pc:spChg chg="mod">
          <ac:chgData name="Dr. Muhammad Abdul Qayum" userId="6f99b717-c1e2-49a4-bfbb-35fff60aea46" providerId="ADAL" clId="{F84136B0-B444-4051-A6EC-C9B7961F7407}" dt="2025-11-09T04:29:17.727" v="565"/>
          <ac:spMkLst>
            <pc:docMk/>
            <pc:sldMk cId="3252775023" sldId="289"/>
            <ac:spMk id="2" creationId="{D702C21A-73C5-9FC0-6C16-2092146B0B71}"/>
          </ac:spMkLst>
        </pc:spChg>
        <pc:spChg chg="add mod">
          <ac:chgData name="Dr. Muhammad Abdul Qayum" userId="6f99b717-c1e2-49a4-bfbb-35fff60aea46" providerId="ADAL" clId="{F84136B0-B444-4051-A6EC-C9B7961F7407}" dt="2025-11-09T04:35:38.308" v="595" actId="14"/>
          <ac:spMkLst>
            <pc:docMk/>
            <pc:sldMk cId="3252775023" sldId="289"/>
            <ac:spMk id="4" creationId="{4091D5C0-5E42-BEA1-9E4B-15B9D668576A}"/>
          </ac:spMkLst>
        </pc:spChg>
      </pc:sldChg>
      <pc:sldChg chg="addSp delSp modSp new mod modNotesTx">
        <pc:chgData name="Dr. Muhammad Abdul Qayum" userId="6f99b717-c1e2-49a4-bfbb-35fff60aea46" providerId="ADAL" clId="{F84136B0-B444-4051-A6EC-C9B7961F7407}" dt="2025-11-09T04:48:21.951" v="626" actId="1076"/>
        <pc:sldMkLst>
          <pc:docMk/>
          <pc:sldMk cId="1141291763" sldId="290"/>
        </pc:sldMkLst>
        <pc:spChg chg="mod">
          <ac:chgData name="Dr. Muhammad Abdul Qayum" userId="6f99b717-c1e2-49a4-bfbb-35fff60aea46" providerId="ADAL" clId="{F84136B0-B444-4051-A6EC-C9B7961F7407}" dt="2025-11-09T04:45:36.458" v="617" actId="20577"/>
          <ac:spMkLst>
            <pc:docMk/>
            <pc:sldMk cId="1141291763" sldId="290"/>
            <ac:spMk id="2" creationId="{2E2F74CD-B7AE-2341-C7CC-144358C3E174}"/>
          </ac:spMkLst>
        </pc:spChg>
        <pc:spChg chg="add mod">
          <ac:chgData name="Dr. Muhammad Abdul Qayum" userId="6f99b717-c1e2-49a4-bfbb-35fff60aea46" providerId="ADAL" clId="{F84136B0-B444-4051-A6EC-C9B7961F7407}" dt="2025-11-09T04:48:21.951" v="626" actId="1076"/>
          <ac:spMkLst>
            <pc:docMk/>
            <pc:sldMk cId="1141291763" sldId="290"/>
            <ac:spMk id="4" creationId="{9CF713C3-D51A-8CEB-EC16-D2764CA91756}"/>
          </ac:spMkLst>
        </pc:spChg>
      </pc:sldChg>
      <pc:sldChg chg="modSp new mod">
        <pc:chgData name="Dr. Muhammad Abdul Qayum" userId="6f99b717-c1e2-49a4-bfbb-35fff60aea46" providerId="ADAL" clId="{F84136B0-B444-4051-A6EC-C9B7961F7407}" dt="2025-11-09T04:54:22.648" v="650" actId="113"/>
        <pc:sldMkLst>
          <pc:docMk/>
          <pc:sldMk cId="2021435963" sldId="291"/>
        </pc:sldMkLst>
        <pc:spChg chg="mod">
          <ac:chgData name="Dr. Muhammad Abdul Qayum" userId="6f99b717-c1e2-49a4-bfbb-35fff60aea46" providerId="ADAL" clId="{F84136B0-B444-4051-A6EC-C9B7961F7407}" dt="2025-11-09T04:49:56.445" v="629"/>
          <ac:spMkLst>
            <pc:docMk/>
            <pc:sldMk cId="2021435963" sldId="291"/>
            <ac:spMk id="2" creationId="{A8165A81-E3F4-3BCD-8607-CD0EC0D63C25}"/>
          </ac:spMkLst>
        </pc:spChg>
        <pc:spChg chg="mod">
          <ac:chgData name="Dr. Muhammad Abdul Qayum" userId="6f99b717-c1e2-49a4-bfbb-35fff60aea46" providerId="ADAL" clId="{F84136B0-B444-4051-A6EC-C9B7961F7407}" dt="2025-11-09T04:54:22.648" v="650" actId="113"/>
          <ac:spMkLst>
            <pc:docMk/>
            <pc:sldMk cId="2021435963" sldId="291"/>
            <ac:spMk id="3" creationId="{7B9B1E60-8F2E-4809-8B21-1B9D0E46A078}"/>
          </ac:spMkLst>
        </pc:spChg>
      </pc:sldChg>
      <pc:sldChg chg="addSp delSp modSp new mod ord">
        <pc:chgData name="Dr. Muhammad Abdul Qayum" userId="6f99b717-c1e2-49a4-bfbb-35fff60aea46" providerId="ADAL" clId="{F84136B0-B444-4051-A6EC-C9B7961F7407}" dt="2025-11-09T04:53:34.379" v="647" actId="1076"/>
        <pc:sldMkLst>
          <pc:docMk/>
          <pc:sldMk cId="2016821258" sldId="292"/>
        </pc:sldMkLst>
        <pc:spChg chg="mod">
          <ac:chgData name="Dr. Muhammad Abdul Qayum" userId="6f99b717-c1e2-49a4-bfbb-35fff60aea46" providerId="ADAL" clId="{F84136B0-B444-4051-A6EC-C9B7961F7407}" dt="2025-11-09T04:53:05.016" v="644"/>
          <ac:spMkLst>
            <pc:docMk/>
            <pc:sldMk cId="2016821258" sldId="292"/>
            <ac:spMk id="2" creationId="{03456547-505E-4706-5001-E2B4EFB330A3}"/>
          </ac:spMkLst>
        </pc:spChg>
        <pc:spChg chg="add mod">
          <ac:chgData name="Dr. Muhammad Abdul Qayum" userId="6f99b717-c1e2-49a4-bfbb-35fff60aea46" providerId="ADAL" clId="{F84136B0-B444-4051-A6EC-C9B7961F7407}" dt="2025-11-09T04:53:34.379" v="647" actId="1076"/>
          <ac:spMkLst>
            <pc:docMk/>
            <pc:sldMk cId="2016821258" sldId="292"/>
            <ac:spMk id="4" creationId="{04239073-6D9E-DC79-0B9A-79636D05A228}"/>
          </ac:spMkLst>
        </pc:spChg>
      </pc:sldChg>
      <pc:sldChg chg="addSp delSp modSp new mod modNotesTx">
        <pc:chgData name="Dr. Muhammad Abdul Qayum" userId="6f99b717-c1e2-49a4-bfbb-35fff60aea46" providerId="ADAL" clId="{F84136B0-B444-4051-A6EC-C9B7961F7407}" dt="2025-11-09T04:58:56.979" v="661" actId="1076"/>
        <pc:sldMkLst>
          <pc:docMk/>
          <pc:sldMk cId="1592193766" sldId="293"/>
        </pc:sldMkLst>
        <pc:spChg chg="mod">
          <ac:chgData name="Dr. Muhammad Abdul Qayum" userId="6f99b717-c1e2-49a4-bfbb-35fff60aea46" providerId="ADAL" clId="{F84136B0-B444-4051-A6EC-C9B7961F7407}" dt="2025-11-09T04:55:45.443" v="653"/>
          <ac:spMkLst>
            <pc:docMk/>
            <pc:sldMk cId="1592193766" sldId="293"/>
            <ac:spMk id="2" creationId="{F7186E8C-3C7D-01BF-7B58-A2052EA49EA4}"/>
          </ac:spMkLst>
        </pc:spChg>
        <pc:spChg chg="add mod">
          <ac:chgData name="Dr. Muhammad Abdul Qayum" userId="6f99b717-c1e2-49a4-bfbb-35fff60aea46" providerId="ADAL" clId="{F84136B0-B444-4051-A6EC-C9B7961F7407}" dt="2025-11-09T04:58:56.979" v="661" actId="1076"/>
          <ac:spMkLst>
            <pc:docMk/>
            <pc:sldMk cId="1592193766" sldId="293"/>
            <ac:spMk id="4" creationId="{20309933-BD68-3BE1-7757-31F369BEDA6C}"/>
          </ac:spMkLst>
        </pc:spChg>
      </pc:sldChg>
      <pc:sldChg chg="addSp delSp modSp new mod modClrScheme chgLayout">
        <pc:chgData name="Dr. Muhammad Abdul Qayum" userId="6f99b717-c1e2-49a4-bfbb-35fff60aea46" providerId="ADAL" clId="{F84136B0-B444-4051-A6EC-C9B7961F7407}" dt="2025-11-09T05:00:36.004" v="665"/>
        <pc:sldMkLst>
          <pc:docMk/>
          <pc:sldMk cId="2107126287" sldId="294"/>
        </pc:sldMkLst>
        <pc:spChg chg="add mod ord">
          <ac:chgData name="Dr. Muhammad Abdul Qayum" userId="6f99b717-c1e2-49a4-bfbb-35fff60aea46" providerId="ADAL" clId="{F84136B0-B444-4051-A6EC-C9B7961F7407}" dt="2025-11-09T05:00:36.004" v="665"/>
          <ac:spMkLst>
            <pc:docMk/>
            <pc:sldMk cId="2107126287" sldId="294"/>
            <ac:spMk id="4" creationId="{2083DCE7-2101-0EFB-0E9E-AD20A6934300}"/>
          </ac:spMkLst>
        </pc:spChg>
        <pc:spChg chg="add mod ord">
          <ac:chgData name="Dr. Muhammad Abdul Qayum" userId="6f99b717-c1e2-49a4-bfbb-35fff60aea46" providerId="ADAL" clId="{F84136B0-B444-4051-A6EC-C9B7961F7407}" dt="2025-11-09T05:00:31.555" v="664" actId="700"/>
          <ac:spMkLst>
            <pc:docMk/>
            <pc:sldMk cId="2107126287" sldId="294"/>
            <ac:spMk id="5" creationId="{71586427-CC96-2BF1-08FA-B2065BA98DB6}"/>
          </ac:spMkLst>
        </pc:spChg>
      </pc:sldChg>
      <pc:sldChg chg="addSp delSp modSp new mod">
        <pc:chgData name="Dr. Muhammad Abdul Qayum" userId="6f99b717-c1e2-49a4-bfbb-35fff60aea46" providerId="ADAL" clId="{F84136B0-B444-4051-A6EC-C9B7961F7407}" dt="2025-11-09T05:09:50.257" v="676" actId="255"/>
        <pc:sldMkLst>
          <pc:docMk/>
          <pc:sldMk cId="3927342549" sldId="295"/>
        </pc:sldMkLst>
        <pc:spChg chg="mod">
          <ac:chgData name="Dr. Muhammad Abdul Qayum" userId="6f99b717-c1e2-49a4-bfbb-35fff60aea46" providerId="ADAL" clId="{F84136B0-B444-4051-A6EC-C9B7961F7407}" dt="2025-11-09T05:02:33.943" v="668"/>
          <ac:spMkLst>
            <pc:docMk/>
            <pc:sldMk cId="3927342549" sldId="295"/>
            <ac:spMk id="2" creationId="{B4849872-BF2F-8180-D602-7903642A3A8D}"/>
          </ac:spMkLst>
        </pc:spChg>
        <pc:spChg chg="add mod">
          <ac:chgData name="Dr. Muhammad Abdul Qayum" userId="6f99b717-c1e2-49a4-bfbb-35fff60aea46" providerId="ADAL" clId="{F84136B0-B444-4051-A6EC-C9B7961F7407}" dt="2025-11-09T05:09:50.257" v="676" actId="255"/>
          <ac:spMkLst>
            <pc:docMk/>
            <pc:sldMk cId="3927342549" sldId="295"/>
            <ac:spMk id="4" creationId="{F253B61A-3089-1851-D31D-1A98954B9FBA}"/>
          </ac:spMkLst>
        </pc:spChg>
      </pc:sldChg>
      <pc:sldChg chg="modSp new mod modNotesTx">
        <pc:chgData name="Dr. Muhammad Abdul Qayum" userId="6f99b717-c1e2-49a4-bfbb-35fff60aea46" providerId="ADAL" clId="{F84136B0-B444-4051-A6EC-C9B7961F7407}" dt="2025-11-09T06:36:00.326" v="691" actId="114"/>
        <pc:sldMkLst>
          <pc:docMk/>
          <pc:sldMk cId="2614600401" sldId="296"/>
        </pc:sldMkLst>
        <pc:spChg chg="mod">
          <ac:chgData name="Dr. Muhammad Abdul Qayum" userId="6f99b717-c1e2-49a4-bfbb-35fff60aea46" providerId="ADAL" clId="{F84136B0-B444-4051-A6EC-C9B7961F7407}" dt="2025-11-09T06:29:22.019" v="680"/>
          <ac:spMkLst>
            <pc:docMk/>
            <pc:sldMk cId="2614600401" sldId="296"/>
            <ac:spMk id="2" creationId="{C7E6BFD9-21C5-590E-E13C-6CD959ED1519}"/>
          </ac:spMkLst>
        </pc:spChg>
        <pc:spChg chg="mod">
          <ac:chgData name="Dr. Muhammad Abdul Qayum" userId="6f99b717-c1e2-49a4-bfbb-35fff60aea46" providerId="ADAL" clId="{F84136B0-B444-4051-A6EC-C9B7961F7407}" dt="2025-11-09T06:36:00.326" v="691" actId="114"/>
          <ac:spMkLst>
            <pc:docMk/>
            <pc:sldMk cId="2614600401" sldId="296"/>
            <ac:spMk id="3" creationId="{CC3599D2-2D67-0FFA-AA0D-82F216C0F4DE}"/>
          </ac:spMkLst>
        </pc:spChg>
      </pc:sldChg>
      <pc:sldChg chg="modSp new mod">
        <pc:chgData name="Dr. Muhammad Abdul Qayum" userId="6f99b717-c1e2-49a4-bfbb-35fff60aea46" providerId="ADAL" clId="{F84136B0-B444-4051-A6EC-C9B7961F7407}" dt="2025-11-09T06:39:34.400" v="710" actId="20577"/>
        <pc:sldMkLst>
          <pc:docMk/>
          <pc:sldMk cId="1937851305" sldId="297"/>
        </pc:sldMkLst>
        <pc:spChg chg="mod">
          <ac:chgData name="Dr. Muhammad Abdul Qayum" userId="6f99b717-c1e2-49a4-bfbb-35fff60aea46" providerId="ADAL" clId="{F84136B0-B444-4051-A6EC-C9B7961F7407}" dt="2025-11-09T06:36:53.148" v="692"/>
          <ac:spMkLst>
            <pc:docMk/>
            <pc:sldMk cId="1937851305" sldId="297"/>
            <ac:spMk id="2" creationId="{6029DCD0-9DCB-2E90-6FD2-E251ED922A4F}"/>
          </ac:spMkLst>
        </pc:spChg>
        <pc:spChg chg="mod">
          <ac:chgData name="Dr. Muhammad Abdul Qayum" userId="6f99b717-c1e2-49a4-bfbb-35fff60aea46" providerId="ADAL" clId="{F84136B0-B444-4051-A6EC-C9B7961F7407}" dt="2025-11-09T06:39:34.400" v="710" actId="20577"/>
          <ac:spMkLst>
            <pc:docMk/>
            <pc:sldMk cId="1937851305" sldId="297"/>
            <ac:spMk id="3" creationId="{93393153-E8A1-6C29-76FD-53EFE0C66411}"/>
          </ac:spMkLst>
        </pc:spChg>
      </pc:sldChg>
      <pc:sldChg chg="modSp new mod">
        <pc:chgData name="Dr. Muhammad Abdul Qayum" userId="6f99b717-c1e2-49a4-bfbb-35fff60aea46" providerId="ADAL" clId="{F84136B0-B444-4051-A6EC-C9B7961F7407}" dt="2025-11-09T06:43:33.568" v="727" actId="114"/>
        <pc:sldMkLst>
          <pc:docMk/>
          <pc:sldMk cId="4016220622" sldId="298"/>
        </pc:sldMkLst>
        <pc:spChg chg="mod">
          <ac:chgData name="Dr. Muhammad Abdul Qayum" userId="6f99b717-c1e2-49a4-bfbb-35fff60aea46" providerId="ADAL" clId="{F84136B0-B444-4051-A6EC-C9B7961F7407}" dt="2025-11-09T06:39:55.683" v="712"/>
          <ac:spMkLst>
            <pc:docMk/>
            <pc:sldMk cId="4016220622" sldId="298"/>
            <ac:spMk id="2" creationId="{E9AA73D8-2B90-F476-D1A5-E44466970B7F}"/>
          </ac:spMkLst>
        </pc:spChg>
        <pc:spChg chg="mod">
          <ac:chgData name="Dr. Muhammad Abdul Qayum" userId="6f99b717-c1e2-49a4-bfbb-35fff60aea46" providerId="ADAL" clId="{F84136B0-B444-4051-A6EC-C9B7961F7407}" dt="2025-11-09T06:43:33.568" v="727" actId="114"/>
          <ac:spMkLst>
            <pc:docMk/>
            <pc:sldMk cId="4016220622" sldId="298"/>
            <ac:spMk id="3" creationId="{D0401AEF-062E-D6CD-5F2C-F0F00DC327AB}"/>
          </ac:spMkLst>
        </pc:spChg>
      </pc:sldChg>
      <pc:sldChg chg="modSp new mod">
        <pc:chgData name="Dr. Muhammad Abdul Qayum" userId="6f99b717-c1e2-49a4-bfbb-35fff60aea46" providerId="ADAL" clId="{F84136B0-B444-4051-A6EC-C9B7961F7407}" dt="2025-11-09T06:57:19.344" v="738" actId="27636"/>
        <pc:sldMkLst>
          <pc:docMk/>
          <pc:sldMk cId="2333186611" sldId="299"/>
        </pc:sldMkLst>
        <pc:spChg chg="mod">
          <ac:chgData name="Dr. Muhammad Abdul Qayum" userId="6f99b717-c1e2-49a4-bfbb-35fff60aea46" providerId="ADAL" clId="{F84136B0-B444-4051-A6EC-C9B7961F7407}" dt="2025-11-09T06:54:42.027" v="729"/>
          <ac:spMkLst>
            <pc:docMk/>
            <pc:sldMk cId="2333186611" sldId="299"/>
            <ac:spMk id="2" creationId="{CCB1936F-4E1C-CC85-485A-9DC1FC82EED7}"/>
          </ac:spMkLst>
        </pc:spChg>
        <pc:spChg chg="mod">
          <ac:chgData name="Dr. Muhammad Abdul Qayum" userId="6f99b717-c1e2-49a4-bfbb-35fff60aea46" providerId="ADAL" clId="{F84136B0-B444-4051-A6EC-C9B7961F7407}" dt="2025-11-09T06:57:19.344" v="738" actId="27636"/>
          <ac:spMkLst>
            <pc:docMk/>
            <pc:sldMk cId="2333186611" sldId="299"/>
            <ac:spMk id="3" creationId="{5B7C0D87-DFDC-AB52-BBFF-AD0FE1BCDD28}"/>
          </ac:spMkLst>
        </pc:spChg>
      </pc:sldChg>
      <pc:sldChg chg="modSp new mod">
        <pc:chgData name="Dr. Muhammad Abdul Qayum" userId="6f99b717-c1e2-49a4-bfbb-35fff60aea46" providerId="ADAL" clId="{F84136B0-B444-4051-A6EC-C9B7961F7407}" dt="2025-11-09T06:58:27.884" v="741"/>
        <pc:sldMkLst>
          <pc:docMk/>
          <pc:sldMk cId="3156608443" sldId="300"/>
        </pc:sldMkLst>
        <pc:spChg chg="mod">
          <ac:chgData name="Dr. Muhammad Abdul Qayum" userId="6f99b717-c1e2-49a4-bfbb-35fff60aea46" providerId="ADAL" clId="{F84136B0-B444-4051-A6EC-C9B7961F7407}" dt="2025-11-09T06:58:27.884" v="741"/>
          <ac:spMkLst>
            <pc:docMk/>
            <pc:sldMk cId="3156608443" sldId="300"/>
            <ac:spMk id="2" creationId="{C0DFF09B-27DD-A071-D868-4A19A5A1E08B}"/>
          </ac:spMkLst>
        </pc:spChg>
        <pc:spChg chg="mod">
          <ac:chgData name="Dr. Muhammad Abdul Qayum" userId="6f99b717-c1e2-49a4-bfbb-35fff60aea46" providerId="ADAL" clId="{F84136B0-B444-4051-A6EC-C9B7961F7407}" dt="2025-11-09T06:58:15.268" v="740"/>
          <ac:spMkLst>
            <pc:docMk/>
            <pc:sldMk cId="3156608443" sldId="300"/>
            <ac:spMk id="3" creationId="{F930F09D-DA1F-E652-7F19-7C51D6961744}"/>
          </ac:spMkLst>
        </pc:spChg>
      </pc:sldChg>
      <pc:sldChg chg="modSp new mod modNotesTx">
        <pc:chgData name="Dr. Muhammad Abdul Qayum" userId="6f99b717-c1e2-49a4-bfbb-35fff60aea46" providerId="ADAL" clId="{F84136B0-B444-4051-A6EC-C9B7961F7407}" dt="2025-11-09T07:01:55.123" v="761" actId="27636"/>
        <pc:sldMkLst>
          <pc:docMk/>
          <pc:sldMk cId="1230499664" sldId="301"/>
        </pc:sldMkLst>
        <pc:spChg chg="mod">
          <ac:chgData name="Dr. Muhammad Abdul Qayum" userId="6f99b717-c1e2-49a4-bfbb-35fff60aea46" providerId="ADAL" clId="{F84136B0-B444-4051-A6EC-C9B7961F7407}" dt="2025-11-09T06:58:55.637" v="743"/>
          <ac:spMkLst>
            <pc:docMk/>
            <pc:sldMk cId="1230499664" sldId="301"/>
            <ac:spMk id="2" creationId="{AB51ED49-8384-0B41-70F5-3746F7EA4672}"/>
          </ac:spMkLst>
        </pc:spChg>
        <pc:spChg chg="mod">
          <ac:chgData name="Dr. Muhammad Abdul Qayum" userId="6f99b717-c1e2-49a4-bfbb-35fff60aea46" providerId="ADAL" clId="{F84136B0-B444-4051-A6EC-C9B7961F7407}" dt="2025-11-09T07:01:55.123" v="761" actId="27636"/>
          <ac:spMkLst>
            <pc:docMk/>
            <pc:sldMk cId="1230499664" sldId="301"/>
            <ac:spMk id="3" creationId="{7736F661-3D7D-ED41-0C25-C3F63B528562}"/>
          </ac:spMkLst>
        </pc:spChg>
      </pc:sldChg>
      <pc:sldChg chg="modSp add mod">
        <pc:chgData name="Dr. Muhammad Abdul Qayum" userId="6f99b717-c1e2-49a4-bfbb-35fff60aea46" providerId="ADAL" clId="{F84136B0-B444-4051-A6EC-C9B7961F7407}" dt="2025-11-09T07:02:03.521" v="763" actId="27636"/>
        <pc:sldMkLst>
          <pc:docMk/>
          <pc:sldMk cId="3731742426" sldId="302"/>
        </pc:sldMkLst>
        <pc:spChg chg="mod">
          <ac:chgData name="Dr. Muhammad Abdul Qayum" userId="6f99b717-c1e2-49a4-bfbb-35fff60aea46" providerId="ADAL" clId="{F84136B0-B444-4051-A6EC-C9B7961F7407}" dt="2025-11-09T07:02:03.521" v="763" actId="27636"/>
          <ac:spMkLst>
            <pc:docMk/>
            <pc:sldMk cId="3731742426" sldId="302"/>
            <ac:spMk id="3" creationId="{43CD4B21-FD9A-7745-A63C-64803A270F99}"/>
          </ac:spMkLst>
        </pc:spChg>
      </pc:sldChg>
      <pc:sldChg chg="addSp modSp new mod modShow">
        <pc:chgData name="Dr. Muhammad Abdul Qayum" userId="6f99b717-c1e2-49a4-bfbb-35fff60aea46" providerId="ADAL" clId="{F84136B0-B444-4051-A6EC-C9B7961F7407}" dt="2025-11-18T02:18:11.970" v="832" actId="729"/>
        <pc:sldMkLst>
          <pc:docMk/>
          <pc:sldMk cId="401800437" sldId="303"/>
        </pc:sldMkLst>
        <pc:picChg chg="add mod">
          <ac:chgData name="Dr. Muhammad Abdul Qayum" userId="6f99b717-c1e2-49a4-bfbb-35fff60aea46" providerId="ADAL" clId="{F84136B0-B444-4051-A6EC-C9B7961F7407}" dt="2025-11-16T05:57:19.332" v="773" actId="14100"/>
          <ac:picMkLst>
            <pc:docMk/>
            <pc:sldMk cId="401800437" sldId="303"/>
            <ac:picMk id="5" creationId="{7CA21FFE-F100-6F77-8219-40D49EA383C9}"/>
          </ac:picMkLst>
        </pc:picChg>
      </pc:sldChg>
      <pc:sldChg chg="addSp modSp new mod modShow">
        <pc:chgData name="Dr. Muhammad Abdul Qayum" userId="6f99b717-c1e2-49a4-bfbb-35fff60aea46" providerId="ADAL" clId="{F84136B0-B444-4051-A6EC-C9B7961F7407}" dt="2025-11-18T02:18:17.440" v="833" actId="729"/>
        <pc:sldMkLst>
          <pc:docMk/>
          <pc:sldMk cId="3746455667" sldId="304"/>
        </pc:sldMkLst>
        <pc:picChg chg="add mod">
          <ac:chgData name="Dr. Muhammad Abdul Qayum" userId="6f99b717-c1e2-49a4-bfbb-35fff60aea46" providerId="ADAL" clId="{F84136B0-B444-4051-A6EC-C9B7961F7407}" dt="2025-11-16T05:57:01.965" v="770" actId="14100"/>
          <ac:picMkLst>
            <pc:docMk/>
            <pc:sldMk cId="3746455667" sldId="304"/>
            <ac:picMk id="4" creationId="{CBDCFCED-1A05-AFC2-3F06-0ED1E8322C8E}"/>
          </ac:picMkLst>
        </pc:picChg>
      </pc:sldChg>
      <pc:sldChg chg="addSp modSp new mod modShow">
        <pc:chgData name="Dr. Muhammad Abdul Qayum" userId="6f99b717-c1e2-49a4-bfbb-35fff60aea46" providerId="ADAL" clId="{F84136B0-B444-4051-A6EC-C9B7961F7407}" dt="2025-11-18T14:40:17.575" v="948" actId="729"/>
        <pc:sldMkLst>
          <pc:docMk/>
          <pc:sldMk cId="3090322821" sldId="305"/>
        </pc:sldMkLst>
        <pc:picChg chg="add mod">
          <ac:chgData name="Dr. Muhammad Abdul Qayum" userId="6f99b717-c1e2-49a4-bfbb-35fff60aea46" providerId="ADAL" clId="{F84136B0-B444-4051-A6EC-C9B7961F7407}" dt="2025-11-18T14:39:55.864" v="947" actId="14100"/>
          <ac:picMkLst>
            <pc:docMk/>
            <pc:sldMk cId="3090322821" sldId="305"/>
            <ac:picMk id="4" creationId="{12379A77-A50B-B2E2-C7F2-16225AF803EE}"/>
          </ac:picMkLst>
        </pc:picChg>
      </pc:sldChg>
      <pc:sldChg chg="addSp delSp modSp new mod setBg">
        <pc:chgData name="Dr. Muhammad Abdul Qayum" userId="6f99b717-c1e2-49a4-bfbb-35fff60aea46" providerId="ADAL" clId="{F84136B0-B444-4051-A6EC-C9B7961F7407}" dt="2025-11-18T15:14:29.497" v="951" actId="26606"/>
        <pc:sldMkLst>
          <pc:docMk/>
          <pc:sldMk cId="1147182151" sldId="306"/>
        </pc:sldMkLst>
        <pc:spChg chg="del">
          <ac:chgData name="Dr. Muhammad Abdul Qayum" userId="6f99b717-c1e2-49a4-bfbb-35fff60aea46" providerId="ADAL" clId="{F84136B0-B444-4051-A6EC-C9B7961F7407}" dt="2025-11-18T15:14:29.497" v="951" actId="26606"/>
          <ac:spMkLst>
            <pc:docMk/>
            <pc:sldMk cId="1147182151" sldId="306"/>
            <ac:spMk id="2" creationId="{C9FE099E-7E82-58F0-C393-8EAB842FCE35}"/>
          </ac:spMkLst>
        </pc:spChg>
        <pc:spChg chg="del">
          <ac:chgData name="Dr. Muhammad Abdul Qayum" userId="6f99b717-c1e2-49a4-bfbb-35fff60aea46" providerId="ADAL" clId="{F84136B0-B444-4051-A6EC-C9B7961F7407}" dt="2025-11-18T15:14:29.497" v="951" actId="26606"/>
          <ac:spMkLst>
            <pc:docMk/>
            <pc:sldMk cId="1147182151" sldId="306"/>
            <ac:spMk id="3" creationId="{44B2DA90-FDC5-C742-CAF4-0282039CBC0E}"/>
          </ac:spMkLst>
        </pc:spChg>
        <pc:spChg chg="add">
          <ac:chgData name="Dr. Muhammad Abdul Qayum" userId="6f99b717-c1e2-49a4-bfbb-35fff60aea46" providerId="ADAL" clId="{F84136B0-B444-4051-A6EC-C9B7961F7407}" dt="2025-11-18T15:14:29.497" v="951" actId="26606"/>
          <ac:spMkLst>
            <pc:docMk/>
            <pc:sldMk cId="1147182151" sldId="306"/>
            <ac:spMk id="9" creationId="{11B2B030-4738-4359-9E46-144B7C8BFF8B}"/>
          </ac:spMkLst>
        </pc:spChg>
        <pc:spChg chg="add">
          <ac:chgData name="Dr. Muhammad Abdul Qayum" userId="6f99b717-c1e2-49a4-bfbb-35fff60aea46" providerId="ADAL" clId="{F84136B0-B444-4051-A6EC-C9B7961F7407}" dt="2025-11-18T15:14:29.497" v="951" actId="26606"/>
          <ac:spMkLst>
            <pc:docMk/>
            <pc:sldMk cId="1147182151" sldId="306"/>
            <ac:spMk id="11" creationId="{E722B2DD-E14D-4972-9D98-5D6E61B1B2D2}"/>
          </ac:spMkLst>
        </pc:spChg>
        <pc:picChg chg="add mod">
          <ac:chgData name="Dr. Muhammad Abdul Qayum" userId="6f99b717-c1e2-49a4-bfbb-35fff60aea46" providerId="ADAL" clId="{F84136B0-B444-4051-A6EC-C9B7961F7407}" dt="2025-11-18T15:14:29.497" v="951" actId="26606"/>
          <ac:picMkLst>
            <pc:docMk/>
            <pc:sldMk cId="1147182151" sldId="306"/>
            <ac:picMk id="4" creationId="{C13D7830-5371-18DD-640E-E8D75BE2C19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DD3D2B-EDB9-40CD-938A-D3F0F118D35D}" type="datetimeFigureOut">
              <a:rPr lang="en-PK" smtClean="0"/>
              <a:t>18/11/2025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CBB892-869E-4ED2-83CE-92B8E8F31B50}" type="slidenum">
              <a:rPr lang="en-PK" smtClean="0"/>
              <a:t>‹#›</a:t>
            </a:fld>
            <a:endParaRPr lang="en-PK"/>
          </a:p>
        </p:txBody>
      </p:sp>
    </p:spTree>
    <p:extLst>
      <p:ext uri="{BB962C8B-B14F-4D97-AF65-F5344CB8AC3E}">
        <p14:creationId xmlns:p14="http://schemas.microsoft.com/office/powerpoint/2010/main" val="1310339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google.com/search?client=firefox-b-d&amp;sca_esv=c4f930c117b1d5e6&amp;sxsrf=AE3TifNSPRmuVN_d0oMHeNx5qUo8K_V1qA:1762594231793&amp;q=workings&amp;si=AMgyJEtf_wwxVVftS7Kej8ZWRY4Ptg2yH4Rc_a5-luYrGyjWLDlQzCrlJpuvYs04Ds07bxOTRqSG_c050JZet3CPxErG7CW5Syyi1f7WW1FM3AW6UnkuZgk%3D&amp;expnd=1&amp;sa=X&amp;ved=2ahUKEwiazsaYn-KQAxVRB9sEHekdIoYQyecJegQIHxA4"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https://github.com/PacktPublishing/Building-Agents-with-OpenAI-Agents-SDK/tree/main</a:t>
            </a:r>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1</a:t>
            </a:fld>
            <a:endParaRPr lang="en-PK"/>
          </a:p>
        </p:txBody>
      </p:sp>
    </p:spTree>
    <p:extLst>
      <p:ext uri="{BB962C8B-B14F-4D97-AF65-F5344CB8AC3E}">
        <p14:creationId xmlns:p14="http://schemas.microsoft.com/office/powerpoint/2010/main" val="10052206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Anatomy: </a:t>
            </a:r>
            <a:r>
              <a:rPr lang="en-US" dirty="0">
                <a:effectLst/>
              </a:rPr>
              <a:t>a study of the structure or internal </a:t>
            </a:r>
            <a:r>
              <a:rPr lang="en-US" dirty="0">
                <a:effectLst/>
                <a:hlinkClick r:id="rId3"/>
              </a:rPr>
              <a:t>workings</a:t>
            </a:r>
            <a:r>
              <a:rPr lang="en-US" dirty="0">
                <a:effectLst/>
              </a:rPr>
              <a:t> of something.</a:t>
            </a:r>
          </a:p>
        </p:txBody>
      </p:sp>
      <p:sp>
        <p:nvSpPr>
          <p:cNvPr id="4" name="Slide Number Placeholder 3"/>
          <p:cNvSpPr>
            <a:spLocks noGrp="1"/>
          </p:cNvSpPr>
          <p:nvPr>
            <p:ph type="sldNum" sz="quarter" idx="5"/>
          </p:nvPr>
        </p:nvSpPr>
        <p:spPr/>
        <p:txBody>
          <a:bodyPr/>
          <a:lstStyle/>
          <a:p>
            <a:fld id="{1ACBB892-869E-4ED2-83CE-92B8E8F31B50}" type="slidenum">
              <a:rPr lang="en-PK" smtClean="0"/>
              <a:t>2</a:t>
            </a:fld>
            <a:endParaRPr lang="en-PK"/>
          </a:p>
        </p:txBody>
      </p:sp>
    </p:spTree>
    <p:extLst>
      <p:ext uri="{BB962C8B-B14F-4D97-AF65-F5344CB8AC3E}">
        <p14:creationId xmlns:p14="http://schemas.microsoft.com/office/powerpoint/2010/main" val="1910026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3</a:t>
            </a:fld>
            <a:endParaRPr lang="en-PK"/>
          </a:p>
        </p:txBody>
      </p:sp>
    </p:spTree>
    <p:extLst>
      <p:ext uri="{BB962C8B-B14F-4D97-AF65-F5344CB8AC3E}">
        <p14:creationId xmlns:p14="http://schemas.microsoft.com/office/powerpoint/2010/main" val="4005832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AI agents are changing the way we work. Software has typically created deterministic (if </a:t>
            </a:r>
            <a:r>
              <a:rPr lang="en-US" sz="1200" b="0" i="1" u="none" strike="noStrike" kern="1200" baseline="0" dirty="0">
                <a:solidFill>
                  <a:schemeClr val="tx1"/>
                </a:solidFill>
                <a:latin typeface="+mn-lt"/>
                <a:ea typeface="+mn-ea"/>
                <a:cs typeface="+mn-cs"/>
              </a:rPr>
              <a:t>X</a:t>
            </a:r>
            <a:r>
              <a:rPr lang="en-US" sz="1200" b="0" i="0" u="none" strike="noStrike" kern="1200" baseline="0" dirty="0">
                <a:solidFill>
                  <a:schemeClr val="tx1"/>
                </a:solidFill>
                <a:latin typeface="+mn-lt"/>
                <a:ea typeface="+mn-ea"/>
                <a:cs typeface="+mn-cs"/>
              </a:rPr>
              <a:t>, then </a:t>
            </a:r>
            <a:r>
              <a:rPr lang="en-US" sz="1200" b="0" i="1" u="none" strike="noStrike" kern="1200" baseline="0" dirty="0">
                <a:solidFill>
                  <a:schemeClr val="tx1"/>
                </a:solidFill>
                <a:latin typeface="+mn-lt"/>
                <a:ea typeface="+mn-ea"/>
                <a:cs typeface="+mn-cs"/>
              </a:rPr>
              <a:t>Y</a:t>
            </a:r>
            <a:r>
              <a:rPr lang="en-US" sz="1200" b="0" i="0" u="none" strike="noStrike" kern="1200" baseline="0" dirty="0">
                <a:solidFill>
                  <a:schemeClr val="tx1"/>
                </a:solidFill>
                <a:latin typeface="+mn-lt"/>
                <a:ea typeface="+mn-ea"/>
                <a:cs typeface="+mn-cs"/>
              </a:rPr>
              <a:t>) and rigid systems that cannot address ambiguity or adapt to different goals – but this is changing. With the advancements of </a:t>
            </a:r>
            <a:r>
              <a:rPr lang="en-US" sz="1200" b="1" i="0" u="none" strike="noStrike" kern="1200" baseline="0" dirty="0">
                <a:solidFill>
                  <a:schemeClr val="tx1"/>
                </a:solidFill>
                <a:latin typeface="+mn-lt"/>
                <a:ea typeface="+mn-ea"/>
                <a:cs typeface="+mn-cs"/>
              </a:rPr>
              <a:t>large language models </a:t>
            </a:r>
            <a:r>
              <a:rPr lang="en-US" sz="1200" b="0" i="0" u="none" strike="noStrike" kern="1200" baseline="0" dirty="0">
                <a:solidFill>
                  <a:schemeClr val="tx1"/>
                </a:solidFill>
                <a:latin typeface="+mn-lt"/>
                <a:ea typeface="+mn-ea"/>
                <a:cs typeface="+mn-cs"/>
              </a:rPr>
              <a:t>(</a:t>
            </a:r>
            <a:r>
              <a:rPr lang="en-US" sz="1200" b="1" i="0" u="none" strike="noStrike" kern="1200" baseline="0" dirty="0">
                <a:solidFill>
                  <a:schemeClr val="tx1"/>
                </a:solidFill>
                <a:latin typeface="+mn-lt"/>
                <a:ea typeface="+mn-ea"/>
                <a:cs typeface="+mn-cs"/>
              </a:rPr>
              <a:t>LLMs</a:t>
            </a:r>
            <a:r>
              <a:rPr lang="en-US" sz="1200" b="0" i="0" u="none" strike="noStrike" kern="1200" baseline="0" dirty="0">
                <a:solidFill>
                  <a:schemeClr val="tx1"/>
                </a:solidFill>
                <a:latin typeface="+mn-lt"/>
                <a:ea typeface="+mn-ea"/>
                <a:cs typeface="+mn-cs"/>
              </a:rPr>
              <a:t>), intelligent systems are being created that can independently reason through steps and take actions to complete a goal. These AI agents are taking a larger share of work previously thought only a human could do, and it’s just beginning.</a:t>
            </a:r>
          </a:p>
          <a:p>
            <a:r>
              <a:rPr lang="en-US" sz="1200" b="0" i="0" u="none" strike="noStrike" kern="1200" baseline="0" dirty="0">
                <a:solidFill>
                  <a:schemeClr val="tx1"/>
                </a:solidFill>
                <a:latin typeface="+mn-lt"/>
                <a:ea typeface="+mn-ea"/>
                <a:cs typeface="+mn-cs"/>
              </a:rPr>
              <a:t>By the end of this book, you will become a master at creating AI agents through OpenAI Agents SDK. The best way to learn this is to get your hands dirty and start building AI agent systems using that framework. Before we do this, however, we need to start at the most basic level, which is answering the question, “What is an AI agent?”.</a:t>
            </a:r>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5</a:t>
            </a:fld>
            <a:endParaRPr lang="en-PK"/>
          </a:p>
        </p:txBody>
      </p:sp>
    </p:spTree>
    <p:extLst>
      <p:ext uri="{BB962C8B-B14F-4D97-AF65-F5344CB8AC3E}">
        <p14:creationId xmlns:p14="http://schemas.microsoft.com/office/powerpoint/2010/main" val="3375376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PK" sz="1800" b="0" i="0" u="none" strike="noStrike" baseline="0" dirty="0">
              <a:solidFill>
                <a:srgbClr val="000000"/>
              </a:solidFill>
              <a:latin typeface="Crimson Pro ExtraLight"/>
            </a:endParaRPr>
          </a:p>
          <a:p>
            <a:pPr algn="just"/>
            <a:r>
              <a:rPr lang="en-US" sz="1200" b="0" i="0" u="none" strike="noStrike" baseline="0" dirty="0">
                <a:solidFill>
                  <a:srgbClr val="000000"/>
                </a:solidFill>
                <a:latin typeface="Crimson Pro ExtraLight"/>
              </a:rPr>
              <a:t>It’s important to mention that intelligent autonomy comes with the need for safeguards. An autonomous agent might make a poor decision if its “brain” (the AI model) is misinformed. We will later discuss how to guide and constrain agents (through prompt instructions and guardrails) to ensure their autonomy is exercised responsibly. The key takeaway here is that AI agents bring a level of smart, goal-directed independence that sets them apart from traditional automated systems.</a:t>
            </a:r>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8</a:t>
            </a:fld>
            <a:endParaRPr lang="en-PK"/>
          </a:p>
        </p:txBody>
      </p:sp>
    </p:spTree>
    <p:extLst>
      <p:ext uri="{BB962C8B-B14F-4D97-AF65-F5344CB8AC3E}">
        <p14:creationId xmlns:p14="http://schemas.microsoft.com/office/powerpoint/2010/main" val="2599591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most obvious and immediate motivation for AI agents is improved productivity, primarily through replacing or augmenting human work that traditional software systems cannot replace or augment. By handling these tasks autonomously, AI agents free up humans to focus on higher-level, more strategic work and creativity</a:t>
            </a:r>
          </a:p>
          <a:p>
            <a:r>
              <a:rPr lang="en-US" sz="1200" b="0" i="0" u="none" strike="noStrike" kern="1200" baseline="0" dirty="0">
                <a:solidFill>
                  <a:schemeClr val="tx1"/>
                </a:solidFill>
                <a:latin typeface="+mn-lt"/>
                <a:ea typeface="+mn-ea"/>
                <a:cs typeface="+mn-cs"/>
              </a:rPr>
              <a:t>Lantern to expedite document review </a:t>
            </a:r>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10</a:t>
            </a:fld>
            <a:endParaRPr lang="en-PK"/>
          </a:p>
        </p:txBody>
      </p:sp>
    </p:spTree>
    <p:extLst>
      <p:ext uri="{BB962C8B-B14F-4D97-AF65-F5344CB8AC3E}">
        <p14:creationId xmlns:p14="http://schemas.microsoft.com/office/powerpoint/2010/main" val="761614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3215B-C9A8-90B5-D9AD-57711CD738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AA876-D324-4DFB-905E-5D6E3EE379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59A15E-4147-DC37-A652-A927A4641A02}"/>
              </a:ext>
            </a:extLst>
          </p:cNvPr>
          <p:cNvSpPr>
            <a:spLocks noGrp="1"/>
          </p:cNvSpPr>
          <p:nvPr>
            <p:ph type="body" idx="1"/>
          </p:nvPr>
        </p:nvSpPr>
        <p:spPr/>
        <p:txBody>
          <a:bodyPr/>
          <a:lstStyle/>
          <a:p>
            <a:r>
              <a:rPr lang="en-US" dirty="0"/>
              <a:t>swarming</a:t>
            </a:r>
          </a:p>
          <a:p>
            <a:r>
              <a:rPr lang="en-US" dirty="0"/>
              <a:t>/ˈ</a:t>
            </a:r>
            <a:r>
              <a:rPr lang="en-US" dirty="0" err="1"/>
              <a:t>swɔːmɪŋ</a:t>
            </a:r>
            <a:r>
              <a:rPr lang="en-US" dirty="0"/>
              <a:t>/</a:t>
            </a:r>
          </a:p>
          <a:p>
            <a:r>
              <a:rPr lang="en-US" dirty="0"/>
              <a:t>adjective</a:t>
            </a:r>
          </a:p>
          <a:p>
            <a:r>
              <a:rPr lang="en-US" dirty="0"/>
              <a:t>adjective: swarming</a:t>
            </a:r>
          </a:p>
          <a:p>
            <a:endParaRPr lang="en-US" dirty="0"/>
          </a:p>
          <a:p>
            <a:r>
              <a:rPr lang="en-US" dirty="0"/>
              <a:t>    moving in or forming a large or dense group.</a:t>
            </a:r>
          </a:p>
          <a:p>
            <a:r>
              <a:rPr lang="en-US" dirty="0"/>
              <a:t>    "swarming locusts"</a:t>
            </a:r>
            <a:endParaRPr lang="en-PK" dirty="0"/>
          </a:p>
        </p:txBody>
      </p:sp>
      <p:sp>
        <p:nvSpPr>
          <p:cNvPr id="4" name="Slide Number Placeholder 3">
            <a:extLst>
              <a:ext uri="{FF2B5EF4-FFF2-40B4-BE49-F238E27FC236}">
                <a16:creationId xmlns:a16="http://schemas.microsoft.com/office/drawing/2014/main" id="{BCDACA14-AA55-5483-4F75-38EF1C23FB1D}"/>
              </a:ext>
            </a:extLst>
          </p:cNvPr>
          <p:cNvSpPr>
            <a:spLocks noGrp="1"/>
          </p:cNvSpPr>
          <p:nvPr>
            <p:ph type="sldNum" sz="quarter" idx="5"/>
          </p:nvPr>
        </p:nvSpPr>
        <p:spPr/>
        <p:txBody>
          <a:bodyPr/>
          <a:lstStyle/>
          <a:p>
            <a:fld id="{1ACBB892-869E-4ED2-83CE-92B8E8F31B50}" type="slidenum">
              <a:rPr lang="en-PK" smtClean="0"/>
              <a:t>11</a:t>
            </a:fld>
            <a:endParaRPr lang="en-PK"/>
          </a:p>
        </p:txBody>
      </p:sp>
    </p:spTree>
    <p:extLst>
      <p:ext uri="{BB962C8B-B14F-4D97-AF65-F5344CB8AC3E}">
        <p14:creationId xmlns:p14="http://schemas.microsoft.com/office/powerpoint/2010/main" val="879667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13</a:t>
            </a:fld>
            <a:endParaRPr lang="en-PK"/>
          </a:p>
        </p:txBody>
      </p:sp>
    </p:spTree>
    <p:extLst>
      <p:ext uri="{BB962C8B-B14F-4D97-AF65-F5344CB8AC3E}">
        <p14:creationId xmlns:p14="http://schemas.microsoft.com/office/powerpoint/2010/main" val="3251879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PK" sz="1800" b="0" i="0" u="none" strike="noStrike" baseline="0" dirty="0">
              <a:solidFill>
                <a:srgbClr val="000000"/>
              </a:solidFill>
              <a:latin typeface="Crimson Pro ExtraLight"/>
            </a:endParaRPr>
          </a:p>
          <a:p>
            <a:pPr algn="just"/>
            <a:r>
              <a:rPr lang="en-US" sz="1200" b="0" i="0" u="none" strike="noStrike" baseline="0" dirty="0">
                <a:solidFill>
                  <a:srgbClr val="000000"/>
                </a:solidFill>
                <a:latin typeface="Crimson Pro ExtraLight"/>
              </a:rPr>
              <a:t>Certain aspects of performance and bias, such as knowledge cut-off dates and political leanings, can be resolved by tactics such as </a:t>
            </a:r>
            <a:r>
              <a:rPr lang="en-US" sz="1200" b="1" i="0" u="none" strike="noStrike" baseline="0" dirty="0">
                <a:solidFill>
                  <a:srgbClr val="000000"/>
                </a:solidFill>
                <a:latin typeface="Crimson Pro SemiBold"/>
              </a:rPr>
              <a:t>retrieval augmented generation </a:t>
            </a:r>
            <a:r>
              <a:rPr lang="en-US" sz="1200" b="0" i="0" u="none" strike="noStrike" baseline="0" dirty="0">
                <a:solidFill>
                  <a:srgbClr val="000000"/>
                </a:solidFill>
                <a:latin typeface="Crimson Pro ExtraLight"/>
              </a:rPr>
              <a:t>(</a:t>
            </a:r>
            <a:r>
              <a:rPr lang="en-US" sz="1200" b="1" i="0" u="none" strike="noStrike" baseline="0" dirty="0">
                <a:solidFill>
                  <a:srgbClr val="000000"/>
                </a:solidFill>
                <a:latin typeface="Crimson Pro SemiBold"/>
              </a:rPr>
              <a:t>RAG</a:t>
            </a:r>
            <a:r>
              <a:rPr lang="en-US" sz="1200" b="0" i="0" u="none" strike="noStrike" baseline="0" dirty="0">
                <a:solidFill>
                  <a:srgbClr val="000000"/>
                </a:solidFill>
                <a:latin typeface="Crimson Pro ExtraLight"/>
              </a:rPr>
              <a:t>), nuanced prompting, or post-train refinements. These will be covered later</a:t>
            </a:r>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14</a:t>
            </a:fld>
            <a:endParaRPr lang="en-PK"/>
          </a:p>
        </p:txBody>
      </p:sp>
    </p:spTree>
    <p:extLst>
      <p:ext uri="{BB962C8B-B14F-4D97-AF65-F5344CB8AC3E}">
        <p14:creationId xmlns:p14="http://schemas.microsoft.com/office/powerpoint/2010/main" val="848584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28779-5B47-08A2-2DA4-1DB360A0B2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69015-6D69-49D3-C080-C56961944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259AF-268E-D245-8E17-883FA7F98CD5}"/>
              </a:ext>
            </a:extLst>
          </p:cNvPr>
          <p:cNvSpPr>
            <a:spLocks noGrp="1"/>
          </p:cNvSpPr>
          <p:nvPr>
            <p:ph type="body" idx="1"/>
          </p:nvPr>
        </p:nvSpPr>
        <p:spPr/>
        <p:txBody>
          <a:bodyPr/>
          <a:lstStyle/>
          <a:p>
            <a:pPr algn="just"/>
            <a:endParaRPr lang="en-PK" sz="1800" b="0" i="0" u="none" strike="noStrike" baseline="0" dirty="0">
              <a:solidFill>
                <a:srgbClr val="000000"/>
              </a:solidFill>
              <a:latin typeface="Crimson Pro ExtraLight"/>
            </a:endParaRPr>
          </a:p>
          <a:p>
            <a:pPr algn="just"/>
            <a:r>
              <a:rPr lang="en-US" sz="1200" b="0" i="0" u="none" strike="noStrike" baseline="0" dirty="0">
                <a:solidFill>
                  <a:srgbClr val="000000"/>
                </a:solidFill>
                <a:latin typeface="Crimson Pro ExtraLight"/>
              </a:rPr>
              <a:t>Certain aspects of performance and bias, such as knowledge cut-off dates and political leanings, can be resolved by tactics such as </a:t>
            </a:r>
            <a:r>
              <a:rPr lang="en-US" sz="1200" b="1" i="0" u="none" strike="noStrike" baseline="0" dirty="0">
                <a:solidFill>
                  <a:srgbClr val="000000"/>
                </a:solidFill>
                <a:latin typeface="Crimson Pro SemiBold"/>
              </a:rPr>
              <a:t>retrieval augmented generation </a:t>
            </a:r>
            <a:r>
              <a:rPr lang="en-US" sz="1200" b="0" i="0" u="none" strike="noStrike" baseline="0" dirty="0">
                <a:solidFill>
                  <a:srgbClr val="000000"/>
                </a:solidFill>
                <a:latin typeface="Crimson Pro ExtraLight"/>
              </a:rPr>
              <a:t>(</a:t>
            </a:r>
            <a:r>
              <a:rPr lang="en-US" sz="1200" b="1" i="0" u="none" strike="noStrike" baseline="0" dirty="0">
                <a:solidFill>
                  <a:srgbClr val="000000"/>
                </a:solidFill>
                <a:latin typeface="Crimson Pro SemiBold"/>
              </a:rPr>
              <a:t>RAG</a:t>
            </a:r>
            <a:r>
              <a:rPr lang="en-US" sz="1200" b="0" i="0" u="none" strike="noStrike" baseline="0" dirty="0">
                <a:solidFill>
                  <a:srgbClr val="000000"/>
                </a:solidFill>
                <a:latin typeface="Crimson Pro ExtraLight"/>
              </a:rPr>
              <a:t>), nuanced prompting, or post-train refinements. These will be covered later</a:t>
            </a:r>
            <a:endParaRPr lang="en-PK" dirty="0"/>
          </a:p>
        </p:txBody>
      </p:sp>
      <p:sp>
        <p:nvSpPr>
          <p:cNvPr id="4" name="Slide Number Placeholder 3">
            <a:extLst>
              <a:ext uri="{FF2B5EF4-FFF2-40B4-BE49-F238E27FC236}">
                <a16:creationId xmlns:a16="http://schemas.microsoft.com/office/drawing/2014/main" id="{C015D8F4-6D43-10AA-64EB-D5A4B537307B}"/>
              </a:ext>
            </a:extLst>
          </p:cNvPr>
          <p:cNvSpPr>
            <a:spLocks noGrp="1"/>
          </p:cNvSpPr>
          <p:nvPr>
            <p:ph type="sldNum" sz="quarter" idx="5"/>
          </p:nvPr>
        </p:nvSpPr>
        <p:spPr/>
        <p:txBody>
          <a:bodyPr/>
          <a:lstStyle/>
          <a:p>
            <a:fld id="{1ACBB892-869E-4ED2-83CE-92B8E8F31B50}" type="slidenum">
              <a:rPr lang="en-PK" smtClean="0"/>
              <a:t>15</a:t>
            </a:fld>
            <a:endParaRPr lang="en-PK"/>
          </a:p>
        </p:txBody>
      </p:sp>
    </p:spTree>
    <p:extLst>
      <p:ext uri="{BB962C8B-B14F-4D97-AF65-F5344CB8AC3E}">
        <p14:creationId xmlns:p14="http://schemas.microsoft.com/office/powerpoint/2010/main" val="3683364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critical requirement for an AI agent that we previously discussed is its ability to interact with the </a:t>
            </a:r>
            <a:r>
              <a:rPr lang="en-US" sz="1200" b="0" i="1" u="none" strike="noStrike" kern="1200" baseline="0" dirty="0">
                <a:solidFill>
                  <a:schemeClr val="tx1"/>
                </a:solidFill>
                <a:latin typeface="+mn-lt"/>
                <a:ea typeface="+mn-ea"/>
                <a:cs typeface="+mn-cs"/>
              </a:rPr>
              <a:t>outside world</a:t>
            </a:r>
            <a:r>
              <a:rPr lang="en-US" sz="1200" b="0" i="0" u="none" strike="noStrike" kern="1200" baseline="0" dirty="0">
                <a:solidFill>
                  <a:schemeClr val="tx1"/>
                </a:solidFill>
                <a:latin typeface="+mn-lt"/>
                <a:ea typeface="+mn-ea"/>
                <a:cs typeface="+mn-cs"/>
              </a:rPr>
              <a:t>, which is called its </a:t>
            </a:r>
            <a:r>
              <a:rPr lang="en-US" sz="1200" b="1" i="0" u="none" strike="noStrike" kern="1200" baseline="0" dirty="0">
                <a:solidFill>
                  <a:schemeClr val="tx1"/>
                </a:solidFill>
                <a:latin typeface="+mn-lt"/>
                <a:ea typeface="+mn-ea"/>
                <a:cs typeface="+mn-cs"/>
              </a:rPr>
              <a:t>tooling interface</a:t>
            </a:r>
            <a:r>
              <a:rPr lang="en-US" sz="1200" b="0" i="0" u="none" strike="noStrike" kern="1200" baseline="0" dirty="0">
                <a:solidFill>
                  <a:schemeClr val="tx1"/>
                </a:solidFill>
                <a:latin typeface="+mn-lt"/>
                <a:ea typeface="+mn-ea"/>
                <a:cs typeface="+mn-cs"/>
              </a:rPr>
              <a:t>. Normally, an LLM interacts with a user through text, image, and audio outputs, producing tokens from its vast deep learning neural network. The </a:t>
            </a:r>
            <a:r>
              <a:rPr lang="en-US" sz="1200" b="0" i="1" u="none" strike="noStrike" kern="1200" baseline="0" dirty="0">
                <a:solidFill>
                  <a:schemeClr val="tx1"/>
                </a:solidFill>
                <a:latin typeface="+mn-lt"/>
                <a:ea typeface="+mn-ea"/>
                <a:cs typeface="+mn-cs"/>
              </a:rPr>
              <a:t>outside world </a:t>
            </a:r>
            <a:r>
              <a:rPr lang="en-US" sz="1200" b="0" i="0" u="none" strike="noStrike" kern="1200" baseline="0" dirty="0">
                <a:solidFill>
                  <a:schemeClr val="tx1"/>
                </a:solidFill>
                <a:latin typeface="+mn-lt"/>
                <a:ea typeface="+mn-ea"/>
                <a:cs typeface="+mn-cs"/>
              </a:rPr>
              <a:t>refers to the environment beyond it, which typically refers to other applications such as email, searching the web, or controlling your computer. This enables AI agents to </a:t>
            </a:r>
            <a:r>
              <a:rPr lang="en-US" sz="1200" b="0" i="1" u="none" strike="noStrike" kern="1200" baseline="0" dirty="0">
                <a:solidFill>
                  <a:schemeClr val="tx1"/>
                </a:solidFill>
                <a:latin typeface="+mn-lt"/>
                <a:ea typeface="+mn-ea"/>
                <a:cs typeface="+mn-cs"/>
              </a:rPr>
              <a:t>do stuff </a:t>
            </a:r>
            <a:r>
              <a:rPr lang="en-US" sz="1200" b="0" i="0" u="none" strike="noStrike" kern="1200" baseline="0" dirty="0">
                <a:solidFill>
                  <a:schemeClr val="tx1"/>
                </a:solidFill>
                <a:latin typeface="+mn-lt"/>
                <a:ea typeface="+mn-ea"/>
                <a:cs typeface="+mn-cs"/>
              </a:rPr>
              <a:t>and serves as its hands and eyes.</a:t>
            </a:r>
            <a:endParaRPr lang="en-PK" dirty="0"/>
          </a:p>
          <a:p>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20</a:t>
            </a:fld>
            <a:endParaRPr lang="en-PK"/>
          </a:p>
        </p:txBody>
      </p:sp>
    </p:spTree>
    <p:extLst>
      <p:ext uri="{BB962C8B-B14F-4D97-AF65-F5344CB8AC3E}">
        <p14:creationId xmlns:p14="http://schemas.microsoft.com/office/powerpoint/2010/main" val="10905626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and knowledge with respect to AI agents are separate but related concepts. The purpose of both is to provide the relevant context to the model in light of the user’s overall request. This improves the AI agent’s intelligence and effectiveness. Let’s talk about each concept and how it’s used mechanically to provide more context to the AI agent.</a:t>
            </a:r>
          </a:p>
          <a:p>
            <a:r>
              <a:rPr lang="en-US" dirty="0"/>
              <a:t>Memory refers to the AI agent remembering relevant information from current and previous interactions with the user. There are typically two types of memory, as discussed in the following subsections.</a:t>
            </a:r>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25</a:t>
            </a:fld>
            <a:endParaRPr lang="en-PK"/>
          </a:p>
        </p:txBody>
      </p:sp>
    </p:spTree>
    <p:extLst>
      <p:ext uri="{BB962C8B-B14F-4D97-AF65-F5344CB8AC3E}">
        <p14:creationId xmlns:p14="http://schemas.microsoft.com/office/powerpoint/2010/main" val="25609578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26</a:t>
            </a:fld>
            <a:endParaRPr lang="en-PK"/>
          </a:p>
        </p:txBody>
      </p:sp>
    </p:spTree>
    <p:extLst>
      <p:ext uri="{BB962C8B-B14F-4D97-AF65-F5344CB8AC3E}">
        <p14:creationId xmlns:p14="http://schemas.microsoft.com/office/powerpoint/2010/main" val="6333419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Long-term memory </a:t>
            </a:r>
            <a:r>
              <a:rPr lang="en-US" sz="1200" b="0" i="0" u="none" strike="noStrike" kern="1200" baseline="0" dirty="0">
                <a:solidFill>
                  <a:schemeClr val="tx1"/>
                </a:solidFill>
                <a:latin typeface="+mn-lt"/>
                <a:ea typeface="+mn-ea"/>
                <a:cs typeface="+mn-cs"/>
              </a:rPr>
              <a:t>is information stored from the interaction history of previous sessions of the AI agent. This enables an AI agent to go from a classically </a:t>
            </a:r>
            <a:r>
              <a:rPr lang="en-US" sz="1200" b="0" i="1" u="none" strike="noStrike" kern="1200" baseline="0" dirty="0">
                <a:solidFill>
                  <a:schemeClr val="tx1"/>
                </a:solidFill>
                <a:latin typeface="+mn-lt"/>
                <a:ea typeface="+mn-ea"/>
                <a:cs typeface="+mn-cs"/>
              </a:rPr>
              <a:t>stateless </a:t>
            </a:r>
            <a:r>
              <a:rPr lang="en-US" sz="1200" b="0" i="0" u="none" strike="noStrike" kern="1200" baseline="0" dirty="0">
                <a:solidFill>
                  <a:schemeClr val="tx1"/>
                </a:solidFill>
                <a:latin typeface="+mn-lt"/>
                <a:ea typeface="+mn-ea"/>
                <a:cs typeface="+mn-cs"/>
              </a:rPr>
              <a:t>experience (where each request is handled independently of prior interactions) to a </a:t>
            </a:r>
            <a:r>
              <a:rPr lang="en-US" sz="1200" b="0" i="1" u="none" strike="noStrike" kern="1200" baseline="0" dirty="0">
                <a:solidFill>
                  <a:schemeClr val="tx1"/>
                </a:solidFill>
                <a:latin typeface="+mn-lt"/>
                <a:ea typeface="+mn-ea"/>
                <a:cs typeface="+mn-cs"/>
              </a:rPr>
              <a:t>stateful </a:t>
            </a:r>
            <a:r>
              <a:rPr lang="en-US" sz="1200" b="0" i="0" u="none" strike="noStrike" kern="1200" baseline="0" dirty="0">
                <a:solidFill>
                  <a:schemeClr val="tx1"/>
                </a:solidFill>
                <a:latin typeface="+mn-lt"/>
                <a:ea typeface="+mn-ea"/>
                <a:cs typeface="+mn-cs"/>
              </a:rPr>
              <a:t>experience (each request is colored by information retrieved from previous interactions). AI agents that are deemed to be intelligent from a consumer point of view typically have some implementation of long-term memory. For example, consider an AI agent that helps you write emails.</a:t>
            </a:r>
          </a:p>
          <a:p>
            <a:r>
              <a:rPr lang="en-US" sz="1200" b="0" i="0" u="none" strike="noStrike" kern="1200" baseline="0" dirty="0">
                <a:solidFill>
                  <a:schemeClr val="tx1"/>
                </a:solidFill>
                <a:latin typeface="+mn-lt"/>
                <a:ea typeface="+mn-ea"/>
                <a:cs typeface="+mn-cs"/>
              </a:rPr>
              <a:t>Mechanically, this is done by the AI agent storing information from interactions in a database, which it can then read later, both of which can be done through a tool interaction. For example, the AI agent may have the following tooling, which enables it to store and recall memories:</a:t>
            </a:r>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28</a:t>
            </a:fld>
            <a:endParaRPr lang="en-PK"/>
          </a:p>
        </p:txBody>
      </p:sp>
    </p:spTree>
    <p:extLst>
      <p:ext uri="{BB962C8B-B14F-4D97-AF65-F5344CB8AC3E}">
        <p14:creationId xmlns:p14="http://schemas.microsoft.com/office/powerpoint/2010/main" val="4904407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1A5A7-E592-E70F-C63A-5F5781498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638A4C-F1CF-6FE8-1419-74D9F62ED6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0519B3-48A3-1312-1E66-2730153120AA}"/>
              </a:ext>
            </a:extLst>
          </p:cNvPr>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Long-term memory </a:t>
            </a:r>
            <a:r>
              <a:rPr lang="en-US" sz="1200" b="0" i="0" u="none" strike="noStrike" kern="1200" baseline="0" dirty="0">
                <a:solidFill>
                  <a:schemeClr val="tx1"/>
                </a:solidFill>
                <a:latin typeface="+mn-lt"/>
                <a:ea typeface="+mn-ea"/>
                <a:cs typeface="+mn-cs"/>
              </a:rPr>
              <a:t>is information stored from the interaction history of previous sessions of the AI agent. This enables an AI agent to go from a classically </a:t>
            </a:r>
            <a:r>
              <a:rPr lang="en-US" sz="1200" b="0" i="1" u="none" strike="noStrike" kern="1200" baseline="0" dirty="0">
                <a:solidFill>
                  <a:schemeClr val="tx1"/>
                </a:solidFill>
                <a:latin typeface="+mn-lt"/>
                <a:ea typeface="+mn-ea"/>
                <a:cs typeface="+mn-cs"/>
              </a:rPr>
              <a:t>stateless </a:t>
            </a:r>
            <a:r>
              <a:rPr lang="en-US" sz="1200" b="0" i="0" u="none" strike="noStrike" kern="1200" baseline="0" dirty="0">
                <a:solidFill>
                  <a:schemeClr val="tx1"/>
                </a:solidFill>
                <a:latin typeface="+mn-lt"/>
                <a:ea typeface="+mn-ea"/>
                <a:cs typeface="+mn-cs"/>
              </a:rPr>
              <a:t>experience (where each request is handled independently of prior interactions) to a </a:t>
            </a:r>
            <a:r>
              <a:rPr lang="en-US" sz="1200" b="0" i="1" u="none" strike="noStrike" kern="1200" baseline="0" dirty="0">
                <a:solidFill>
                  <a:schemeClr val="tx1"/>
                </a:solidFill>
                <a:latin typeface="+mn-lt"/>
                <a:ea typeface="+mn-ea"/>
                <a:cs typeface="+mn-cs"/>
              </a:rPr>
              <a:t>stateful </a:t>
            </a:r>
            <a:r>
              <a:rPr lang="en-US" sz="1200" b="0" i="0" u="none" strike="noStrike" kern="1200" baseline="0" dirty="0">
                <a:solidFill>
                  <a:schemeClr val="tx1"/>
                </a:solidFill>
                <a:latin typeface="+mn-lt"/>
                <a:ea typeface="+mn-ea"/>
                <a:cs typeface="+mn-cs"/>
              </a:rPr>
              <a:t>experience (each request is colored by information retrieved from previous interactions). AI agents that are deemed to be intelligent from a consumer point of view typically have some implementation of long-term memory. For example, consider an AI agent that helps you write emails.</a:t>
            </a:r>
          </a:p>
          <a:p>
            <a:r>
              <a:rPr lang="en-US" sz="1200" b="0" i="0" u="none" strike="noStrike" kern="1200" baseline="0" dirty="0">
                <a:solidFill>
                  <a:schemeClr val="tx1"/>
                </a:solidFill>
                <a:latin typeface="+mn-lt"/>
                <a:ea typeface="+mn-ea"/>
                <a:cs typeface="+mn-cs"/>
              </a:rPr>
              <a:t>Mechanically, this is done by the AI agent storing information from interactions in a database, which it can then read later, both of which can be done through a tool interaction. For example, the AI agent may have the following tooling, which enables it to store and recall memories:</a:t>
            </a:r>
            <a:endParaRPr lang="en-PK" dirty="0"/>
          </a:p>
        </p:txBody>
      </p:sp>
      <p:sp>
        <p:nvSpPr>
          <p:cNvPr id="4" name="Slide Number Placeholder 3">
            <a:extLst>
              <a:ext uri="{FF2B5EF4-FFF2-40B4-BE49-F238E27FC236}">
                <a16:creationId xmlns:a16="http://schemas.microsoft.com/office/drawing/2014/main" id="{0FDB4BF3-ED25-E8B2-4D66-955065DE27C9}"/>
              </a:ext>
            </a:extLst>
          </p:cNvPr>
          <p:cNvSpPr>
            <a:spLocks noGrp="1"/>
          </p:cNvSpPr>
          <p:nvPr>
            <p:ph type="sldNum" sz="quarter" idx="5"/>
          </p:nvPr>
        </p:nvSpPr>
        <p:spPr/>
        <p:txBody>
          <a:bodyPr/>
          <a:lstStyle/>
          <a:p>
            <a:fld id="{1ACBB892-869E-4ED2-83CE-92B8E8F31B50}" type="slidenum">
              <a:rPr lang="en-PK" smtClean="0"/>
              <a:t>29</a:t>
            </a:fld>
            <a:endParaRPr lang="en-PK"/>
          </a:p>
        </p:txBody>
      </p:sp>
    </p:spTree>
    <p:extLst>
      <p:ext uri="{BB962C8B-B14F-4D97-AF65-F5344CB8AC3E}">
        <p14:creationId xmlns:p14="http://schemas.microsoft.com/office/powerpoint/2010/main" val="1935779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803E8-EA08-8C41-9E35-5D01B3C52F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FA373-DA31-0630-3BFB-3836A2E785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A90DB6-69A0-D4A2-1DB6-5A53DBE2004E}"/>
              </a:ext>
            </a:extLst>
          </p:cNvPr>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Long-term memory </a:t>
            </a:r>
            <a:r>
              <a:rPr lang="en-US" sz="1200" b="0" i="0" u="none" strike="noStrike" kern="1200" baseline="0" dirty="0">
                <a:solidFill>
                  <a:schemeClr val="tx1"/>
                </a:solidFill>
                <a:latin typeface="+mn-lt"/>
                <a:ea typeface="+mn-ea"/>
                <a:cs typeface="+mn-cs"/>
              </a:rPr>
              <a:t>is information stored from the interaction history of previous sessions of the AI agent. This enables an AI agent to go from a classically </a:t>
            </a:r>
            <a:r>
              <a:rPr lang="en-US" sz="1200" b="0" i="1" u="none" strike="noStrike" kern="1200" baseline="0" dirty="0">
                <a:solidFill>
                  <a:schemeClr val="tx1"/>
                </a:solidFill>
                <a:latin typeface="+mn-lt"/>
                <a:ea typeface="+mn-ea"/>
                <a:cs typeface="+mn-cs"/>
              </a:rPr>
              <a:t>stateless </a:t>
            </a:r>
            <a:r>
              <a:rPr lang="en-US" sz="1200" b="0" i="0" u="none" strike="noStrike" kern="1200" baseline="0" dirty="0">
                <a:solidFill>
                  <a:schemeClr val="tx1"/>
                </a:solidFill>
                <a:latin typeface="+mn-lt"/>
                <a:ea typeface="+mn-ea"/>
                <a:cs typeface="+mn-cs"/>
              </a:rPr>
              <a:t>experience (where each request is handled independently of prior interactions) to a </a:t>
            </a:r>
            <a:r>
              <a:rPr lang="en-US" sz="1200" b="0" i="1" u="none" strike="noStrike" kern="1200" baseline="0" dirty="0">
                <a:solidFill>
                  <a:schemeClr val="tx1"/>
                </a:solidFill>
                <a:latin typeface="+mn-lt"/>
                <a:ea typeface="+mn-ea"/>
                <a:cs typeface="+mn-cs"/>
              </a:rPr>
              <a:t>stateful </a:t>
            </a:r>
            <a:r>
              <a:rPr lang="en-US" sz="1200" b="0" i="0" u="none" strike="noStrike" kern="1200" baseline="0" dirty="0">
                <a:solidFill>
                  <a:schemeClr val="tx1"/>
                </a:solidFill>
                <a:latin typeface="+mn-lt"/>
                <a:ea typeface="+mn-ea"/>
                <a:cs typeface="+mn-cs"/>
              </a:rPr>
              <a:t>experience (each request is colored by information retrieved from previous interactions). AI agents that are deemed to be intelligent from a consumer point of view typically have some implementation of long-term memory. For example, consider an AI agent that helps you write emails.</a:t>
            </a:r>
          </a:p>
          <a:p>
            <a:r>
              <a:rPr lang="en-US" sz="1200" b="0" i="0" u="none" strike="noStrike" kern="1200" baseline="0" dirty="0">
                <a:solidFill>
                  <a:schemeClr val="tx1"/>
                </a:solidFill>
                <a:latin typeface="+mn-lt"/>
                <a:ea typeface="+mn-ea"/>
                <a:cs typeface="+mn-cs"/>
              </a:rPr>
              <a:t>Mechanically, this is done by the AI agent storing information from interactions in a database, which it can then read later, both of which can be done through a tool interaction. For example, the AI agent may have the following tooling, which enables it to store and recall memories:</a:t>
            </a:r>
            <a:endParaRPr lang="en-PK" dirty="0"/>
          </a:p>
        </p:txBody>
      </p:sp>
      <p:sp>
        <p:nvSpPr>
          <p:cNvPr id="4" name="Slide Number Placeholder 3">
            <a:extLst>
              <a:ext uri="{FF2B5EF4-FFF2-40B4-BE49-F238E27FC236}">
                <a16:creationId xmlns:a16="http://schemas.microsoft.com/office/drawing/2014/main" id="{CE91DAAA-147F-3837-21C9-77C84A220696}"/>
              </a:ext>
            </a:extLst>
          </p:cNvPr>
          <p:cNvSpPr>
            <a:spLocks noGrp="1"/>
          </p:cNvSpPr>
          <p:nvPr>
            <p:ph type="sldNum" sz="quarter" idx="5"/>
          </p:nvPr>
        </p:nvSpPr>
        <p:spPr/>
        <p:txBody>
          <a:bodyPr/>
          <a:lstStyle/>
          <a:p>
            <a:fld id="{1ACBB892-869E-4ED2-83CE-92B8E8F31B50}" type="slidenum">
              <a:rPr lang="en-PK" smtClean="0"/>
              <a:t>30</a:t>
            </a:fld>
            <a:endParaRPr lang="en-PK"/>
          </a:p>
        </p:txBody>
      </p:sp>
    </p:spTree>
    <p:extLst>
      <p:ext uri="{BB962C8B-B14F-4D97-AF65-F5344CB8AC3E}">
        <p14:creationId xmlns:p14="http://schemas.microsoft.com/office/powerpoint/2010/main" val="19471057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A7321-D15A-0D3F-CD58-600E9D1AA5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C5795D-CE68-BC6C-8F1C-0A62A6B7AB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E2970B-5837-3919-E58A-607D76E58BD2}"/>
              </a:ext>
            </a:extLst>
          </p:cNvPr>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implementation of </a:t>
            </a:r>
            <a:r>
              <a:rPr lang="en-US" sz="1200" b="1" i="0" u="none" strike="noStrike" kern="1200" baseline="0" dirty="0">
                <a:solidFill>
                  <a:schemeClr val="tx1"/>
                </a:solidFill>
                <a:latin typeface="+mn-lt"/>
                <a:ea typeface="+mn-ea"/>
                <a:cs typeface="+mn-cs"/>
              </a:rPr>
              <a:t>memory and knowledge differ</a:t>
            </a:r>
            <a:r>
              <a:rPr lang="en-US" sz="1200" b="0" i="0" u="none" strike="noStrike" kern="1200" baseline="0" dirty="0">
                <a:solidFill>
                  <a:schemeClr val="tx1"/>
                </a:solidFill>
                <a:latin typeface="+mn-lt"/>
                <a:ea typeface="+mn-ea"/>
                <a:cs typeface="+mn-cs"/>
              </a:rPr>
              <a:t> based on the </a:t>
            </a:r>
            <a:r>
              <a:rPr lang="en-US" sz="1200" b="1" i="0" u="none" strike="noStrike" kern="1200" baseline="0" dirty="0">
                <a:solidFill>
                  <a:schemeClr val="tx1"/>
                </a:solidFill>
                <a:latin typeface="+mn-lt"/>
                <a:ea typeface="+mn-ea"/>
                <a:cs typeface="+mn-cs"/>
              </a:rPr>
              <a:t>agentic framework </a:t>
            </a:r>
            <a:r>
              <a:rPr lang="en-US" sz="1200" b="0" i="0" u="none" strike="noStrike" kern="1200" baseline="0" dirty="0">
                <a:solidFill>
                  <a:schemeClr val="tx1"/>
                </a:solidFill>
                <a:latin typeface="+mn-lt"/>
                <a:ea typeface="+mn-ea"/>
                <a:cs typeface="+mn-cs"/>
              </a:rPr>
              <a:t>and the model chosen. In most circumstances, working memory and training knowledge are typical </a:t>
            </a:r>
            <a:r>
              <a:rPr lang="en-US" sz="1200" b="1" i="0" u="none" strike="noStrike" kern="1200" baseline="0" dirty="0">
                <a:solidFill>
                  <a:schemeClr val="tx1"/>
                </a:solidFill>
                <a:latin typeface="+mn-lt"/>
                <a:ea typeface="+mn-ea"/>
                <a:cs typeface="+mn-cs"/>
              </a:rPr>
              <a:t>– no extra functionality </a:t>
            </a:r>
            <a:r>
              <a:rPr lang="en-US" sz="1200" b="0" i="0" u="none" strike="noStrike" kern="1200" baseline="0" dirty="0">
                <a:solidFill>
                  <a:schemeClr val="tx1"/>
                </a:solidFill>
                <a:latin typeface="+mn-lt"/>
                <a:ea typeface="+mn-ea"/>
                <a:cs typeface="+mn-cs"/>
              </a:rPr>
              <a:t>is required to enable these components. Long-term memory or relevant knowledge, however, does require dedicated tooling, which can increase the complexity of AI agents. These aspects will be discussed in a dedicated chapter.</a:t>
            </a:r>
            <a:endParaRPr lang="en-PK" dirty="0"/>
          </a:p>
        </p:txBody>
      </p:sp>
      <p:sp>
        <p:nvSpPr>
          <p:cNvPr id="4" name="Slide Number Placeholder 3">
            <a:extLst>
              <a:ext uri="{FF2B5EF4-FFF2-40B4-BE49-F238E27FC236}">
                <a16:creationId xmlns:a16="http://schemas.microsoft.com/office/drawing/2014/main" id="{6A0116D2-C501-EDE6-7DFF-2B7B15C2BBEC}"/>
              </a:ext>
            </a:extLst>
          </p:cNvPr>
          <p:cNvSpPr>
            <a:spLocks noGrp="1"/>
          </p:cNvSpPr>
          <p:nvPr>
            <p:ph type="sldNum" sz="quarter" idx="5"/>
          </p:nvPr>
        </p:nvSpPr>
        <p:spPr/>
        <p:txBody>
          <a:bodyPr/>
          <a:lstStyle/>
          <a:p>
            <a:fld id="{1ACBB892-869E-4ED2-83CE-92B8E8F31B50}" type="slidenum">
              <a:rPr lang="en-PK" smtClean="0"/>
              <a:t>31</a:t>
            </a:fld>
            <a:endParaRPr lang="en-PK"/>
          </a:p>
        </p:txBody>
      </p:sp>
    </p:spTree>
    <p:extLst>
      <p:ext uri="{BB962C8B-B14F-4D97-AF65-F5344CB8AC3E}">
        <p14:creationId xmlns:p14="http://schemas.microsoft.com/office/powerpoint/2010/main" val="22662554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corpora(a collection of written texts, especially the entire works of a particular author or a body of writing on a particular subject)</a:t>
            </a:r>
          </a:p>
          <a:p>
            <a:r>
              <a:rPr lang="en-US" dirty="0">
                <a:effectLst/>
              </a:rPr>
              <a:t>A </a:t>
            </a:r>
          </a:p>
          <a:p>
            <a:r>
              <a:rPr lang="en-US" b="1" dirty="0"/>
              <a:t>corpus</a:t>
            </a:r>
            <a:r>
              <a:rPr lang="en-US" dirty="0"/>
              <a:t> is a large, principled collection of texts or language data used for research, analysis, and language study, while </a:t>
            </a:r>
            <a:r>
              <a:rPr lang="en-US" b="1" dirty="0"/>
              <a:t>corpora</a:t>
            </a:r>
            <a:r>
              <a:rPr lang="en-US" dirty="0"/>
              <a:t> is its plural form. These collections can range from small, like a class's essays, to massive, like the entire internet, and are frequently stored in machine-readable databases for quantitative analysis of language use</a:t>
            </a:r>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33</a:t>
            </a:fld>
            <a:endParaRPr lang="en-PK"/>
          </a:p>
        </p:txBody>
      </p:sp>
    </p:spTree>
    <p:extLst>
      <p:ext uri="{BB962C8B-B14F-4D97-AF65-F5344CB8AC3E}">
        <p14:creationId xmlns:p14="http://schemas.microsoft.com/office/powerpoint/2010/main" val="22766409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knowledge refers to information that is inherently stored in the model through its training data. For example, all LLMs can easily answer the question How big is the sun? as the information to answer that question exists in the corpus of text on which the LLM was trained. This is also referred to as general knowledge. It’s the “baked-in” knowledge that an LLM has consequent to how it was trained.</a:t>
            </a:r>
          </a:p>
          <a:p>
            <a:r>
              <a:rPr lang="en-US" dirty="0"/>
              <a:t>An LLM’s training knowledge is often its source of greatest benefit – being able to recall terabytes of useful general knowledge in a few seconds and adapt it to the user’s request is powerful. From an AI agent’s point of view, however, this is not that helpful. An AI agent is typically not meant to recall general knowledge; an LLM connected to a chat interaction can serve that purpose much better. In addition, an LLM cannot recall information past its training knowledge cut-off date, nor can it recall information that is not publicly available – two elements that are needed to build effective and impactful AI agents. In fact, we generally purposely instruct the model to ignore any of its training knowledge when generating a response.</a:t>
            </a:r>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34</a:t>
            </a:fld>
            <a:endParaRPr lang="en-PK"/>
          </a:p>
        </p:txBody>
      </p:sp>
    </p:spTree>
    <p:extLst>
      <p:ext uri="{BB962C8B-B14F-4D97-AF65-F5344CB8AC3E}">
        <p14:creationId xmlns:p14="http://schemas.microsoft.com/office/powerpoint/2010/main" val="22753711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Retrieved knowledge refers to information that is retrieved in real time from a knowledge store based on the user’s request. Unlike training knowledge, which is static and fixed at the time the model was trained, retrieved knowledge is dynamic and adaptable. The knowledge store can be documents, databases, and more. The important factor here is that only the relevant information based on the user’s context is retrieved and added to the model during the AI agent runtime.</a:t>
            </a:r>
          </a:p>
          <a:p>
            <a:r>
              <a:rPr lang="en-US" dirty="0"/>
              <a:t>Mechanically, this is achieved through tooling similar to long-term memory. The tooling enables the AI agent with retrieval mechanisms such as a vector database (using the RAG pattern), structured APIs, file repository searches such as SharePoint or Google Drive, and web search. The AI agent uses the user’s input to search these sources for relevant documents or records, which are then supplied as context to the model for response generation.</a:t>
            </a:r>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35</a:t>
            </a:fld>
            <a:endParaRPr lang="en-PK"/>
          </a:p>
        </p:txBody>
      </p:sp>
    </p:spTree>
    <p:extLst>
      <p:ext uri="{BB962C8B-B14F-4D97-AF65-F5344CB8AC3E}">
        <p14:creationId xmlns:p14="http://schemas.microsoft.com/office/powerpoint/2010/main" val="29737954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type of relevant knowledge is crucial for making AI agents useful and impactful. Consider an AI agent that serves as the HR role for an organization. The only way it can answer questions about the organization’s vacation policy, benefits, sick time, and so on is by a method of knowledge retrieval. A sales AI agent may search through a company’s customer relationship management (CRM) system to find notes on a customer the user is asking about.</a:t>
            </a:r>
          </a:p>
          <a:p>
            <a:r>
              <a:rPr lang="en-US" dirty="0"/>
              <a:t>Now that we understand the anatomy of an AI agent, we can distinguish between different design and implementation patterns in terms of how they tackle the model, the tooling interface, and the memory and knowledge components.</a:t>
            </a:r>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38</a:t>
            </a:fld>
            <a:endParaRPr lang="en-PK"/>
          </a:p>
        </p:txBody>
      </p:sp>
    </p:spTree>
    <p:extLst>
      <p:ext uri="{BB962C8B-B14F-4D97-AF65-F5344CB8AC3E}">
        <p14:creationId xmlns:p14="http://schemas.microsoft.com/office/powerpoint/2010/main" val="31222460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CoT</a:t>
            </a:r>
            <a:r>
              <a:rPr lang="en-US" dirty="0"/>
              <a:t> simply encourages the model to produce a step-by-step reasoning trace before generating a final answer. A literal interpretation of it would be to tell someone to think about a problem, create a plan on how they are going to solve it, and then take the steps to solve it. One limitation of </a:t>
            </a:r>
            <a:r>
              <a:rPr lang="en-US" dirty="0" err="1"/>
              <a:t>CoT</a:t>
            </a:r>
            <a:r>
              <a:rPr lang="en-US" dirty="0"/>
              <a:t> is that it’s unable to take action and, more importantly, unable to adapt its plan based on the results of actions.</a:t>
            </a:r>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41</a:t>
            </a:fld>
            <a:endParaRPr lang="en-PK"/>
          </a:p>
        </p:txBody>
      </p:sp>
    </p:spTree>
    <p:extLst>
      <p:ext uri="{BB962C8B-B14F-4D97-AF65-F5344CB8AC3E}">
        <p14:creationId xmlns:p14="http://schemas.microsoft.com/office/powerpoint/2010/main" val="17581666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Note</a:t>
            </a: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These patterns are not mutually exclusive. In fact, most real-world agents, especially those built with the frameworks briefly discussed next, tend to blend these approaches depending on the complexity of the task and the tools available. The OpenAI Agents SDK framework, for example, combined </a:t>
            </a:r>
            <a:r>
              <a:rPr lang="en-US" sz="1200" b="0" i="0" u="none" strike="noStrike" kern="1200" baseline="0" dirty="0" err="1">
                <a:solidFill>
                  <a:schemeClr val="tx1"/>
                </a:solidFill>
                <a:latin typeface="+mn-lt"/>
                <a:ea typeface="+mn-ea"/>
                <a:cs typeface="+mn-cs"/>
              </a:rPr>
              <a:t>ReAct</a:t>
            </a:r>
            <a:r>
              <a:rPr lang="en-US" sz="1200" b="0" i="0" u="none" strike="noStrike" kern="1200" baseline="0" dirty="0">
                <a:solidFill>
                  <a:schemeClr val="tx1"/>
                </a:solidFill>
                <a:latin typeface="+mn-lt"/>
                <a:ea typeface="+mn-ea"/>
                <a:cs typeface="+mn-cs"/>
              </a:rPr>
              <a:t> and hierarchical/multi-agent patterns.</a:t>
            </a:r>
          </a:p>
          <a:p>
            <a:r>
              <a:rPr lang="en-US" sz="1200" b="0" i="0" u="none" strike="noStrike" kern="1200" baseline="0" dirty="0">
                <a:solidFill>
                  <a:schemeClr val="tx1"/>
                </a:solidFill>
                <a:latin typeface="+mn-lt"/>
                <a:ea typeface="+mn-ea"/>
                <a:cs typeface="+mn-cs"/>
              </a:rPr>
              <a:t>In this chapter, we learned about AI agents, their practical applications, and their build methodology.</a:t>
            </a:r>
          </a:p>
          <a:p>
            <a:r>
              <a:rPr lang="en-US" sz="1200" b="0" i="0" u="none" strike="noStrike" kern="1200" baseline="0" dirty="0">
                <a:solidFill>
                  <a:schemeClr val="tx1"/>
                </a:solidFill>
                <a:latin typeface="+mn-lt"/>
                <a:ea typeface="+mn-ea"/>
                <a:cs typeface="+mn-cs"/>
              </a:rPr>
              <a:t>AI agents are intelligent systems capable of independently achieving goals by reasoning, planning, and interacting with the world through tools. Unlike traditional automation systems that require rigid, predefined instructions, AI agents can handle ambiguity and dynamically adjust their steps and actions based on the overall goal.</a:t>
            </a:r>
          </a:p>
          <a:p>
            <a:r>
              <a:rPr lang="en-US" sz="1200" b="0" i="0" u="none" strike="noStrike" kern="1200" baseline="0" dirty="0">
                <a:solidFill>
                  <a:schemeClr val="tx1"/>
                </a:solidFill>
                <a:latin typeface="+mn-lt"/>
                <a:ea typeface="+mn-ea"/>
                <a:cs typeface="+mn-cs"/>
              </a:rPr>
              <a:t>AI agents help organizations work faster by augmenting or replacing work traditionally done by humans. They also enable individuals to directly interact with tools and data without friction. Finally, organizations are creating entirely new businesses by leveraging the AI agent architecture.</a:t>
            </a:r>
          </a:p>
          <a:p>
            <a:r>
              <a:rPr lang="en-US" sz="1200" b="0" i="0" u="none" strike="noStrike" kern="1200" baseline="0" dirty="0">
                <a:solidFill>
                  <a:schemeClr val="tx1"/>
                </a:solidFill>
                <a:latin typeface="+mn-lt"/>
                <a:ea typeface="+mn-ea"/>
                <a:cs typeface="+mn-cs"/>
              </a:rPr>
              <a:t>The core anatomy of an AI agent consists of the following: the model, the tooling interface, and its memory and knowledge component. Design patterns guide how these components work together. For instance, </a:t>
            </a:r>
            <a:r>
              <a:rPr lang="en-US" sz="1200" b="0" i="0" u="none" strike="noStrike" kern="1200" baseline="0" dirty="0" err="1">
                <a:solidFill>
                  <a:schemeClr val="tx1"/>
                </a:solidFill>
                <a:latin typeface="+mn-lt"/>
                <a:ea typeface="+mn-ea"/>
                <a:cs typeface="+mn-cs"/>
              </a:rPr>
              <a:t>ReAct</a:t>
            </a:r>
            <a:r>
              <a:rPr lang="en-US" sz="1200" b="0" i="0" u="none" strike="noStrike" kern="1200" baseline="0" dirty="0">
                <a:solidFill>
                  <a:schemeClr val="tx1"/>
                </a:solidFill>
                <a:latin typeface="+mn-lt"/>
                <a:ea typeface="+mn-ea"/>
                <a:cs typeface="+mn-cs"/>
              </a:rPr>
              <a:t> allows agents to reason and adapt with each action step, while multi-agent systems distribute tasks across specialized sub-agents for efficiency. Various frameworks implement these concepts differently.</a:t>
            </a:r>
          </a:p>
          <a:p>
            <a:r>
              <a:rPr lang="en-US" sz="1200" b="0" i="0" u="none" strike="noStrike" kern="1200" baseline="0" dirty="0">
                <a:solidFill>
                  <a:schemeClr val="tx1"/>
                </a:solidFill>
                <a:latin typeface="+mn-lt"/>
                <a:ea typeface="+mn-ea"/>
                <a:cs typeface="+mn-cs"/>
              </a:rPr>
              <a:t>Among these frameworks, OpenAI Agents SDK stands out for its minimal, extensible architecture, built-in observability, and enterprise-grade features, making it a robust choice for building production-grade AI agents.</a:t>
            </a:r>
            <a:endParaRPr lang="en-PK" dirty="0"/>
          </a:p>
        </p:txBody>
      </p:sp>
      <p:sp>
        <p:nvSpPr>
          <p:cNvPr id="4" name="Slide Number Placeholder 3"/>
          <p:cNvSpPr>
            <a:spLocks noGrp="1"/>
          </p:cNvSpPr>
          <p:nvPr>
            <p:ph type="sldNum" sz="quarter" idx="5"/>
          </p:nvPr>
        </p:nvSpPr>
        <p:spPr/>
        <p:txBody>
          <a:bodyPr/>
          <a:lstStyle/>
          <a:p>
            <a:fld id="{1ACBB892-869E-4ED2-83CE-92B8E8F31B50}" type="slidenum">
              <a:rPr lang="en-PK" smtClean="0"/>
              <a:t>46</a:t>
            </a:fld>
            <a:endParaRPr lang="en-PK"/>
          </a:p>
        </p:txBody>
      </p:sp>
    </p:spTree>
    <p:extLst>
      <p:ext uri="{BB962C8B-B14F-4D97-AF65-F5344CB8AC3E}">
        <p14:creationId xmlns:p14="http://schemas.microsoft.com/office/powerpoint/2010/main" val="36859966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2FFCC-7643-9B4A-80FA-D448599A28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1D22DB-50F5-D7D9-B4A0-C337A8FB64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F92712-7566-0CD1-4603-6928197F1426}"/>
              </a:ext>
            </a:extLst>
          </p:cNvPr>
          <p:cNvSpPr>
            <a:spLocks noGrp="1"/>
          </p:cNvSpPr>
          <p:nvPr>
            <p:ph type="body" idx="1"/>
          </p:nvPr>
        </p:nvSpPr>
        <p:spPr/>
        <p:txBody>
          <a:bodyPr/>
          <a:lstStyle/>
          <a:p>
            <a:endParaRPr lang="en-PK"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Note</a:t>
            </a:r>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These patterns are not mutually exclusive. In fact, most real-world agents, especially those built with the frameworks briefly discussed next, tend to blend these approaches depending on the complexity of the task and the tools available. The OpenAI Agents SDK framework, for example, combined </a:t>
            </a:r>
            <a:r>
              <a:rPr lang="en-US" sz="1200" b="0" i="0" u="none" strike="noStrike" kern="1200" baseline="0" dirty="0" err="1">
                <a:solidFill>
                  <a:schemeClr val="tx1"/>
                </a:solidFill>
                <a:latin typeface="+mn-lt"/>
                <a:ea typeface="+mn-ea"/>
                <a:cs typeface="+mn-cs"/>
              </a:rPr>
              <a:t>ReAct</a:t>
            </a:r>
            <a:r>
              <a:rPr lang="en-US" sz="1200" b="0" i="0" u="none" strike="noStrike" kern="1200" baseline="0" dirty="0">
                <a:solidFill>
                  <a:schemeClr val="tx1"/>
                </a:solidFill>
                <a:latin typeface="+mn-lt"/>
                <a:ea typeface="+mn-ea"/>
                <a:cs typeface="+mn-cs"/>
              </a:rPr>
              <a:t> and hierarchical/multi-agent patterns.</a:t>
            </a:r>
          </a:p>
          <a:p>
            <a:r>
              <a:rPr lang="en-US" sz="1200" b="0" i="0" u="none" strike="noStrike" kern="1200" baseline="0" dirty="0">
                <a:solidFill>
                  <a:schemeClr val="tx1"/>
                </a:solidFill>
                <a:latin typeface="+mn-lt"/>
                <a:ea typeface="+mn-ea"/>
                <a:cs typeface="+mn-cs"/>
              </a:rPr>
              <a:t>In this chapter, we learned about AI agents, their practical applications, and their build methodology.</a:t>
            </a:r>
          </a:p>
          <a:p>
            <a:r>
              <a:rPr lang="en-US" sz="1200" b="0" i="0" u="none" strike="noStrike" kern="1200" baseline="0" dirty="0">
                <a:solidFill>
                  <a:schemeClr val="tx1"/>
                </a:solidFill>
                <a:latin typeface="+mn-lt"/>
                <a:ea typeface="+mn-ea"/>
                <a:cs typeface="+mn-cs"/>
              </a:rPr>
              <a:t>AI agents are intelligent systems capable of independently achieving goals by reasoning, planning, and interacting with the world through tools. Unlike traditional automation systems that require rigid, predefined instructions, AI agents can handle ambiguity and dynamically adjust their steps and actions based on the overall goal.</a:t>
            </a:r>
          </a:p>
          <a:p>
            <a:r>
              <a:rPr lang="en-US" sz="1200" b="0" i="0" u="none" strike="noStrike" kern="1200" baseline="0" dirty="0">
                <a:solidFill>
                  <a:schemeClr val="tx1"/>
                </a:solidFill>
                <a:latin typeface="+mn-lt"/>
                <a:ea typeface="+mn-ea"/>
                <a:cs typeface="+mn-cs"/>
              </a:rPr>
              <a:t>AI agents help organizations work faster by augmenting or replacing work traditionally done by humans. They also enable individuals to directly interact with tools and data without friction. Finally, organizations are creating entirely new businesses by leveraging the AI agent architecture.</a:t>
            </a:r>
          </a:p>
          <a:p>
            <a:r>
              <a:rPr lang="en-US" sz="1200" b="0" i="0" u="none" strike="noStrike" kern="1200" baseline="0" dirty="0">
                <a:solidFill>
                  <a:schemeClr val="tx1"/>
                </a:solidFill>
                <a:latin typeface="+mn-lt"/>
                <a:ea typeface="+mn-ea"/>
                <a:cs typeface="+mn-cs"/>
              </a:rPr>
              <a:t>The core anatomy of an AI agent consists of the following: the model, the tooling interface, and its memory and knowledge component. Design patterns guide how these components work together. For instance, </a:t>
            </a:r>
            <a:r>
              <a:rPr lang="en-US" sz="1200" b="0" i="0" u="none" strike="noStrike" kern="1200" baseline="0" dirty="0" err="1">
                <a:solidFill>
                  <a:schemeClr val="tx1"/>
                </a:solidFill>
                <a:latin typeface="+mn-lt"/>
                <a:ea typeface="+mn-ea"/>
                <a:cs typeface="+mn-cs"/>
              </a:rPr>
              <a:t>ReAct</a:t>
            </a:r>
            <a:r>
              <a:rPr lang="en-US" sz="1200" b="0" i="0" u="none" strike="noStrike" kern="1200" baseline="0" dirty="0">
                <a:solidFill>
                  <a:schemeClr val="tx1"/>
                </a:solidFill>
                <a:latin typeface="+mn-lt"/>
                <a:ea typeface="+mn-ea"/>
                <a:cs typeface="+mn-cs"/>
              </a:rPr>
              <a:t> allows agents to reason and adapt with each action step, while multi-agent systems distribute tasks across specialized sub-agents for efficiency. Various frameworks implement these concepts differently.</a:t>
            </a:r>
          </a:p>
          <a:p>
            <a:r>
              <a:rPr lang="en-US" sz="1200" b="0" i="0" u="none" strike="noStrike" kern="1200" baseline="0" dirty="0">
                <a:solidFill>
                  <a:schemeClr val="tx1"/>
                </a:solidFill>
                <a:latin typeface="+mn-lt"/>
                <a:ea typeface="+mn-ea"/>
                <a:cs typeface="+mn-cs"/>
              </a:rPr>
              <a:t>Among these frameworks, OpenAI Agents SDK stands out for its minimal, extensible architecture, built-in observability, and enterprise-grade features, making it a robust choice for building production-grade AI agents.</a:t>
            </a:r>
            <a:endParaRPr lang="en-PK" dirty="0"/>
          </a:p>
        </p:txBody>
      </p:sp>
      <p:sp>
        <p:nvSpPr>
          <p:cNvPr id="4" name="Slide Number Placeholder 3">
            <a:extLst>
              <a:ext uri="{FF2B5EF4-FFF2-40B4-BE49-F238E27FC236}">
                <a16:creationId xmlns:a16="http://schemas.microsoft.com/office/drawing/2014/main" id="{322AB517-9F3D-26F1-79D2-642401A88237}"/>
              </a:ext>
            </a:extLst>
          </p:cNvPr>
          <p:cNvSpPr>
            <a:spLocks noGrp="1"/>
          </p:cNvSpPr>
          <p:nvPr>
            <p:ph type="sldNum" sz="quarter" idx="5"/>
          </p:nvPr>
        </p:nvSpPr>
        <p:spPr/>
        <p:txBody>
          <a:bodyPr/>
          <a:lstStyle/>
          <a:p>
            <a:fld id="{1ACBB892-869E-4ED2-83CE-92B8E8F31B50}" type="slidenum">
              <a:rPr lang="en-PK" smtClean="0"/>
              <a:t>47</a:t>
            </a:fld>
            <a:endParaRPr lang="en-PK"/>
          </a:p>
        </p:txBody>
      </p:sp>
    </p:spTree>
    <p:extLst>
      <p:ext uri="{BB962C8B-B14F-4D97-AF65-F5344CB8AC3E}">
        <p14:creationId xmlns:p14="http://schemas.microsoft.com/office/powerpoint/2010/main" val="634387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B90B4-B79A-8166-CD36-2526B93C6A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8BCA2DEE-894E-4932-E06F-70C3797B2D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1BFDC8E8-3CD7-E701-70D4-F15E482EB4E9}"/>
              </a:ext>
            </a:extLst>
          </p:cNvPr>
          <p:cNvSpPr>
            <a:spLocks noGrp="1"/>
          </p:cNvSpPr>
          <p:nvPr>
            <p:ph type="dt" sz="half" idx="10"/>
          </p:nvPr>
        </p:nvSpPr>
        <p:spPr/>
        <p:txBody>
          <a:bodyPr/>
          <a:lstStyle/>
          <a:p>
            <a:fld id="{100C84A3-4185-49DF-9F52-511655501CF7}" type="datetimeFigureOut">
              <a:rPr lang="en-PK" smtClean="0"/>
              <a:t>18/11/2025</a:t>
            </a:fld>
            <a:endParaRPr lang="en-PK"/>
          </a:p>
        </p:txBody>
      </p:sp>
      <p:sp>
        <p:nvSpPr>
          <p:cNvPr id="5" name="Footer Placeholder 4">
            <a:extLst>
              <a:ext uri="{FF2B5EF4-FFF2-40B4-BE49-F238E27FC236}">
                <a16:creationId xmlns:a16="http://schemas.microsoft.com/office/drawing/2014/main" id="{ED549056-843E-6FA3-AC09-A97E75708B2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26E72E3-F200-40FD-5B20-4BA77F2F96CD}"/>
              </a:ext>
            </a:extLst>
          </p:cNvPr>
          <p:cNvSpPr>
            <a:spLocks noGrp="1"/>
          </p:cNvSpPr>
          <p:nvPr>
            <p:ph type="sldNum" sz="quarter" idx="12"/>
          </p:nvPr>
        </p:nvSpPr>
        <p:spPr/>
        <p:txBody>
          <a:bodyPr/>
          <a:lstStyle/>
          <a:p>
            <a:fld id="{AD448409-D098-425D-90A8-6D4B6AD1A2DC}" type="slidenum">
              <a:rPr lang="en-PK" smtClean="0"/>
              <a:t>‹#›</a:t>
            </a:fld>
            <a:endParaRPr lang="en-PK"/>
          </a:p>
        </p:txBody>
      </p:sp>
    </p:spTree>
    <p:extLst>
      <p:ext uri="{BB962C8B-B14F-4D97-AF65-F5344CB8AC3E}">
        <p14:creationId xmlns:p14="http://schemas.microsoft.com/office/powerpoint/2010/main" val="3939227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BC374-C019-813B-9D13-6B235A3FF5B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1F1A02C4-4B9A-7D07-39A9-6F397EB383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AFAFC01-6BDE-A9C2-60A0-50198688A569}"/>
              </a:ext>
            </a:extLst>
          </p:cNvPr>
          <p:cNvSpPr>
            <a:spLocks noGrp="1"/>
          </p:cNvSpPr>
          <p:nvPr>
            <p:ph type="dt" sz="half" idx="10"/>
          </p:nvPr>
        </p:nvSpPr>
        <p:spPr/>
        <p:txBody>
          <a:bodyPr/>
          <a:lstStyle/>
          <a:p>
            <a:fld id="{100C84A3-4185-49DF-9F52-511655501CF7}" type="datetimeFigureOut">
              <a:rPr lang="en-PK" smtClean="0"/>
              <a:t>18/11/2025</a:t>
            </a:fld>
            <a:endParaRPr lang="en-PK"/>
          </a:p>
        </p:txBody>
      </p:sp>
      <p:sp>
        <p:nvSpPr>
          <p:cNvPr id="5" name="Footer Placeholder 4">
            <a:extLst>
              <a:ext uri="{FF2B5EF4-FFF2-40B4-BE49-F238E27FC236}">
                <a16:creationId xmlns:a16="http://schemas.microsoft.com/office/drawing/2014/main" id="{4CA82F98-1EF8-BFAB-0CB4-8AAC52DE21C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E75811C-B409-B0B3-4C76-63FEFDB475BA}"/>
              </a:ext>
            </a:extLst>
          </p:cNvPr>
          <p:cNvSpPr>
            <a:spLocks noGrp="1"/>
          </p:cNvSpPr>
          <p:nvPr>
            <p:ph type="sldNum" sz="quarter" idx="12"/>
          </p:nvPr>
        </p:nvSpPr>
        <p:spPr/>
        <p:txBody>
          <a:bodyPr/>
          <a:lstStyle/>
          <a:p>
            <a:fld id="{AD448409-D098-425D-90A8-6D4B6AD1A2DC}" type="slidenum">
              <a:rPr lang="en-PK" smtClean="0"/>
              <a:t>‹#›</a:t>
            </a:fld>
            <a:endParaRPr lang="en-PK"/>
          </a:p>
        </p:txBody>
      </p:sp>
    </p:spTree>
    <p:extLst>
      <p:ext uri="{BB962C8B-B14F-4D97-AF65-F5344CB8AC3E}">
        <p14:creationId xmlns:p14="http://schemas.microsoft.com/office/powerpoint/2010/main" val="324035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1ACC8-FE3C-5219-B283-A06FCBFC17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421BC55D-0DE8-5CB2-7384-3E11179DBF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1DD700-B739-EF2B-C6FB-4905418FBF8E}"/>
              </a:ext>
            </a:extLst>
          </p:cNvPr>
          <p:cNvSpPr>
            <a:spLocks noGrp="1"/>
          </p:cNvSpPr>
          <p:nvPr>
            <p:ph type="dt" sz="half" idx="10"/>
          </p:nvPr>
        </p:nvSpPr>
        <p:spPr/>
        <p:txBody>
          <a:bodyPr/>
          <a:lstStyle/>
          <a:p>
            <a:fld id="{100C84A3-4185-49DF-9F52-511655501CF7}" type="datetimeFigureOut">
              <a:rPr lang="en-PK" smtClean="0"/>
              <a:t>18/11/2025</a:t>
            </a:fld>
            <a:endParaRPr lang="en-PK"/>
          </a:p>
        </p:txBody>
      </p:sp>
      <p:sp>
        <p:nvSpPr>
          <p:cNvPr id="5" name="Footer Placeholder 4">
            <a:extLst>
              <a:ext uri="{FF2B5EF4-FFF2-40B4-BE49-F238E27FC236}">
                <a16:creationId xmlns:a16="http://schemas.microsoft.com/office/drawing/2014/main" id="{03257207-5DA1-2E44-310D-6EF5A926E2F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E04CD33-6481-B3E9-054E-2B6EDF685EF9}"/>
              </a:ext>
            </a:extLst>
          </p:cNvPr>
          <p:cNvSpPr>
            <a:spLocks noGrp="1"/>
          </p:cNvSpPr>
          <p:nvPr>
            <p:ph type="sldNum" sz="quarter" idx="12"/>
          </p:nvPr>
        </p:nvSpPr>
        <p:spPr/>
        <p:txBody>
          <a:bodyPr/>
          <a:lstStyle/>
          <a:p>
            <a:fld id="{AD448409-D098-425D-90A8-6D4B6AD1A2DC}" type="slidenum">
              <a:rPr lang="en-PK" smtClean="0"/>
              <a:t>‹#›</a:t>
            </a:fld>
            <a:endParaRPr lang="en-PK"/>
          </a:p>
        </p:txBody>
      </p:sp>
    </p:spTree>
    <p:extLst>
      <p:ext uri="{BB962C8B-B14F-4D97-AF65-F5344CB8AC3E}">
        <p14:creationId xmlns:p14="http://schemas.microsoft.com/office/powerpoint/2010/main" val="4036990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78151-7868-7941-8439-9E2B67B6ECB4}"/>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962ED4EC-2F54-EAB9-886B-1798B3233A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C2619B6D-940D-7544-8305-DABFC238B7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CFD855ED-A837-5C1E-DC70-4F52C6C2F1C2}"/>
              </a:ext>
            </a:extLst>
          </p:cNvPr>
          <p:cNvSpPr>
            <a:spLocks noGrp="1"/>
          </p:cNvSpPr>
          <p:nvPr>
            <p:ph type="dt" sz="half" idx="10"/>
          </p:nvPr>
        </p:nvSpPr>
        <p:spPr/>
        <p:txBody>
          <a:bodyPr/>
          <a:lstStyle/>
          <a:p>
            <a:fld id="{100C84A3-4185-49DF-9F52-511655501CF7}" type="datetimeFigureOut">
              <a:rPr lang="en-PK" smtClean="0"/>
              <a:t>18/11/2025</a:t>
            </a:fld>
            <a:endParaRPr lang="en-PK"/>
          </a:p>
        </p:txBody>
      </p:sp>
      <p:sp>
        <p:nvSpPr>
          <p:cNvPr id="6" name="Footer Placeholder 5">
            <a:extLst>
              <a:ext uri="{FF2B5EF4-FFF2-40B4-BE49-F238E27FC236}">
                <a16:creationId xmlns:a16="http://schemas.microsoft.com/office/drawing/2014/main" id="{97D4E192-D17A-430D-78F0-3F921642450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DDDFDB6C-5869-09B5-098F-84ECD95AC258}"/>
              </a:ext>
            </a:extLst>
          </p:cNvPr>
          <p:cNvSpPr>
            <a:spLocks noGrp="1"/>
          </p:cNvSpPr>
          <p:nvPr>
            <p:ph type="sldNum" sz="quarter" idx="12"/>
          </p:nvPr>
        </p:nvSpPr>
        <p:spPr/>
        <p:txBody>
          <a:bodyPr/>
          <a:lstStyle/>
          <a:p>
            <a:fld id="{AD448409-D098-425D-90A8-6D4B6AD1A2DC}" type="slidenum">
              <a:rPr lang="en-PK" smtClean="0"/>
              <a:t>‹#›</a:t>
            </a:fld>
            <a:endParaRPr lang="en-PK"/>
          </a:p>
        </p:txBody>
      </p:sp>
    </p:spTree>
    <p:extLst>
      <p:ext uri="{BB962C8B-B14F-4D97-AF65-F5344CB8AC3E}">
        <p14:creationId xmlns:p14="http://schemas.microsoft.com/office/powerpoint/2010/main" val="2529830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51614-CCCF-BE0A-2BCC-4FC99D27EF7E}"/>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3A6A959E-039B-DE2A-9AC9-1C84AB179E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492226-4194-99D0-E0B2-3078038ABE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DC4757D7-A50A-F922-3A24-A0CC4F4B84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ED6C07-6D6F-3343-9025-56CB776CE7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C07A94C9-3F93-3AEC-FEDC-E6A16BDFBDA8}"/>
              </a:ext>
            </a:extLst>
          </p:cNvPr>
          <p:cNvSpPr>
            <a:spLocks noGrp="1"/>
          </p:cNvSpPr>
          <p:nvPr>
            <p:ph type="dt" sz="half" idx="10"/>
          </p:nvPr>
        </p:nvSpPr>
        <p:spPr/>
        <p:txBody>
          <a:bodyPr/>
          <a:lstStyle/>
          <a:p>
            <a:fld id="{100C84A3-4185-49DF-9F52-511655501CF7}" type="datetimeFigureOut">
              <a:rPr lang="en-PK" smtClean="0"/>
              <a:t>18/11/2025</a:t>
            </a:fld>
            <a:endParaRPr lang="en-PK"/>
          </a:p>
        </p:txBody>
      </p:sp>
      <p:sp>
        <p:nvSpPr>
          <p:cNvPr id="8" name="Footer Placeholder 7">
            <a:extLst>
              <a:ext uri="{FF2B5EF4-FFF2-40B4-BE49-F238E27FC236}">
                <a16:creationId xmlns:a16="http://schemas.microsoft.com/office/drawing/2014/main" id="{826E2E25-DE6B-2A80-AB9A-9FEAC72DD1B4}"/>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FF812286-8F3E-FC9F-FF5B-9C7558B590F2}"/>
              </a:ext>
            </a:extLst>
          </p:cNvPr>
          <p:cNvSpPr>
            <a:spLocks noGrp="1"/>
          </p:cNvSpPr>
          <p:nvPr>
            <p:ph type="sldNum" sz="quarter" idx="12"/>
          </p:nvPr>
        </p:nvSpPr>
        <p:spPr/>
        <p:txBody>
          <a:bodyPr/>
          <a:lstStyle/>
          <a:p>
            <a:fld id="{AD448409-D098-425D-90A8-6D4B6AD1A2DC}" type="slidenum">
              <a:rPr lang="en-PK" smtClean="0"/>
              <a:t>‹#›</a:t>
            </a:fld>
            <a:endParaRPr lang="en-PK"/>
          </a:p>
        </p:txBody>
      </p:sp>
    </p:spTree>
    <p:extLst>
      <p:ext uri="{BB962C8B-B14F-4D97-AF65-F5344CB8AC3E}">
        <p14:creationId xmlns:p14="http://schemas.microsoft.com/office/powerpoint/2010/main" val="126324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7AB9F-726C-F7FC-76E8-7082E94574AD}"/>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D7ECD2E2-B56C-F6A9-1130-E5703E68C701}"/>
              </a:ext>
            </a:extLst>
          </p:cNvPr>
          <p:cNvSpPr>
            <a:spLocks noGrp="1"/>
          </p:cNvSpPr>
          <p:nvPr>
            <p:ph type="dt" sz="half" idx="10"/>
          </p:nvPr>
        </p:nvSpPr>
        <p:spPr/>
        <p:txBody>
          <a:bodyPr/>
          <a:lstStyle/>
          <a:p>
            <a:fld id="{100C84A3-4185-49DF-9F52-511655501CF7}" type="datetimeFigureOut">
              <a:rPr lang="en-PK" smtClean="0"/>
              <a:t>18/11/2025</a:t>
            </a:fld>
            <a:endParaRPr lang="en-PK"/>
          </a:p>
        </p:txBody>
      </p:sp>
      <p:sp>
        <p:nvSpPr>
          <p:cNvPr id="4" name="Footer Placeholder 3">
            <a:extLst>
              <a:ext uri="{FF2B5EF4-FFF2-40B4-BE49-F238E27FC236}">
                <a16:creationId xmlns:a16="http://schemas.microsoft.com/office/drawing/2014/main" id="{4C8652E5-8A64-3B3C-469E-4BCADF0974B3}"/>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654FAA71-D62D-1ACC-97E5-D914681B8803}"/>
              </a:ext>
            </a:extLst>
          </p:cNvPr>
          <p:cNvSpPr>
            <a:spLocks noGrp="1"/>
          </p:cNvSpPr>
          <p:nvPr>
            <p:ph type="sldNum" sz="quarter" idx="12"/>
          </p:nvPr>
        </p:nvSpPr>
        <p:spPr/>
        <p:txBody>
          <a:bodyPr/>
          <a:lstStyle/>
          <a:p>
            <a:fld id="{AD448409-D098-425D-90A8-6D4B6AD1A2DC}" type="slidenum">
              <a:rPr lang="en-PK" smtClean="0"/>
              <a:t>‹#›</a:t>
            </a:fld>
            <a:endParaRPr lang="en-PK"/>
          </a:p>
        </p:txBody>
      </p:sp>
    </p:spTree>
    <p:extLst>
      <p:ext uri="{BB962C8B-B14F-4D97-AF65-F5344CB8AC3E}">
        <p14:creationId xmlns:p14="http://schemas.microsoft.com/office/powerpoint/2010/main" val="2926721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B269F6-565E-955D-786B-EC76906DBB4B}"/>
              </a:ext>
            </a:extLst>
          </p:cNvPr>
          <p:cNvSpPr>
            <a:spLocks noGrp="1"/>
          </p:cNvSpPr>
          <p:nvPr>
            <p:ph type="dt" sz="half" idx="10"/>
          </p:nvPr>
        </p:nvSpPr>
        <p:spPr/>
        <p:txBody>
          <a:bodyPr/>
          <a:lstStyle/>
          <a:p>
            <a:fld id="{100C84A3-4185-49DF-9F52-511655501CF7}" type="datetimeFigureOut">
              <a:rPr lang="en-PK" smtClean="0"/>
              <a:t>18/11/2025</a:t>
            </a:fld>
            <a:endParaRPr lang="en-PK"/>
          </a:p>
        </p:txBody>
      </p:sp>
      <p:sp>
        <p:nvSpPr>
          <p:cNvPr id="3" name="Footer Placeholder 2">
            <a:extLst>
              <a:ext uri="{FF2B5EF4-FFF2-40B4-BE49-F238E27FC236}">
                <a16:creationId xmlns:a16="http://schemas.microsoft.com/office/drawing/2014/main" id="{450BA7C1-6EF0-43EA-9494-57B38D9A0742}"/>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B5EE089E-E7D8-805A-8DE9-CB609532B037}"/>
              </a:ext>
            </a:extLst>
          </p:cNvPr>
          <p:cNvSpPr>
            <a:spLocks noGrp="1"/>
          </p:cNvSpPr>
          <p:nvPr>
            <p:ph type="sldNum" sz="quarter" idx="12"/>
          </p:nvPr>
        </p:nvSpPr>
        <p:spPr/>
        <p:txBody>
          <a:bodyPr/>
          <a:lstStyle/>
          <a:p>
            <a:fld id="{AD448409-D098-425D-90A8-6D4B6AD1A2DC}" type="slidenum">
              <a:rPr lang="en-PK" smtClean="0"/>
              <a:t>‹#›</a:t>
            </a:fld>
            <a:endParaRPr lang="en-PK"/>
          </a:p>
        </p:txBody>
      </p:sp>
    </p:spTree>
    <p:extLst>
      <p:ext uri="{BB962C8B-B14F-4D97-AF65-F5344CB8AC3E}">
        <p14:creationId xmlns:p14="http://schemas.microsoft.com/office/powerpoint/2010/main" val="1019408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FE255-A0CB-FCEC-7BBD-66F240C765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99030673-6418-6945-4563-EEBBAFAC86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8C28CB12-2FAD-B5F2-9A2D-50F876B51D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593B61-8C5E-8725-4CC5-4B9A36C1528A}"/>
              </a:ext>
            </a:extLst>
          </p:cNvPr>
          <p:cNvSpPr>
            <a:spLocks noGrp="1"/>
          </p:cNvSpPr>
          <p:nvPr>
            <p:ph type="dt" sz="half" idx="10"/>
          </p:nvPr>
        </p:nvSpPr>
        <p:spPr/>
        <p:txBody>
          <a:bodyPr/>
          <a:lstStyle/>
          <a:p>
            <a:fld id="{100C84A3-4185-49DF-9F52-511655501CF7}" type="datetimeFigureOut">
              <a:rPr lang="en-PK" smtClean="0"/>
              <a:t>18/11/2025</a:t>
            </a:fld>
            <a:endParaRPr lang="en-PK"/>
          </a:p>
        </p:txBody>
      </p:sp>
      <p:sp>
        <p:nvSpPr>
          <p:cNvPr id="6" name="Footer Placeholder 5">
            <a:extLst>
              <a:ext uri="{FF2B5EF4-FFF2-40B4-BE49-F238E27FC236}">
                <a16:creationId xmlns:a16="http://schemas.microsoft.com/office/drawing/2014/main" id="{D90923AB-8865-8B96-4605-6D594D6AED3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234F4C2E-9461-FF2D-F15E-79650FD6F72E}"/>
              </a:ext>
            </a:extLst>
          </p:cNvPr>
          <p:cNvSpPr>
            <a:spLocks noGrp="1"/>
          </p:cNvSpPr>
          <p:nvPr>
            <p:ph type="sldNum" sz="quarter" idx="12"/>
          </p:nvPr>
        </p:nvSpPr>
        <p:spPr/>
        <p:txBody>
          <a:bodyPr/>
          <a:lstStyle/>
          <a:p>
            <a:fld id="{AD448409-D098-425D-90A8-6D4B6AD1A2DC}" type="slidenum">
              <a:rPr lang="en-PK" smtClean="0"/>
              <a:t>‹#›</a:t>
            </a:fld>
            <a:endParaRPr lang="en-PK"/>
          </a:p>
        </p:txBody>
      </p:sp>
    </p:spTree>
    <p:extLst>
      <p:ext uri="{BB962C8B-B14F-4D97-AF65-F5344CB8AC3E}">
        <p14:creationId xmlns:p14="http://schemas.microsoft.com/office/powerpoint/2010/main" val="2492070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FACDA-B005-7348-3C0B-C1388DCB0C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471E2033-2F56-8D34-10ED-D4B78E5730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97BA2390-F151-E225-80D4-EB948B5865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64D5B7-B781-B5AC-DCB4-2AC6D6B48831}"/>
              </a:ext>
            </a:extLst>
          </p:cNvPr>
          <p:cNvSpPr>
            <a:spLocks noGrp="1"/>
          </p:cNvSpPr>
          <p:nvPr>
            <p:ph type="dt" sz="half" idx="10"/>
          </p:nvPr>
        </p:nvSpPr>
        <p:spPr/>
        <p:txBody>
          <a:bodyPr/>
          <a:lstStyle/>
          <a:p>
            <a:fld id="{100C84A3-4185-49DF-9F52-511655501CF7}" type="datetimeFigureOut">
              <a:rPr lang="en-PK" smtClean="0"/>
              <a:t>18/11/2025</a:t>
            </a:fld>
            <a:endParaRPr lang="en-PK"/>
          </a:p>
        </p:txBody>
      </p:sp>
      <p:sp>
        <p:nvSpPr>
          <p:cNvPr id="6" name="Footer Placeholder 5">
            <a:extLst>
              <a:ext uri="{FF2B5EF4-FFF2-40B4-BE49-F238E27FC236}">
                <a16:creationId xmlns:a16="http://schemas.microsoft.com/office/drawing/2014/main" id="{5A794B83-1748-34E6-99B0-C3EA9CE8D94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C0ED8C0-EBC5-E112-BE97-DA420C269756}"/>
              </a:ext>
            </a:extLst>
          </p:cNvPr>
          <p:cNvSpPr>
            <a:spLocks noGrp="1"/>
          </p:cNvSpPr>
          <p:nvPr>
            <p:ph type="sldNum" sz="quarter" idx="12"/>
          </p:nvPr>
        </p:nvSpPr>
        <p:spPr/>
        <p:txBody>
          <a:bodyPr/>
          <a:lstStyle/>
          <a:p>
            <a:fld id="{AD448409-D098-425D-90A8-6D4B6AD1A2DC}" type="slidenum">
              <a:rPr lang="en-PK" smtClean="0"/>
              <a:t>‹#›</a:t>
            </a:fld>
            <a:endParaRPr lang="en-PK"/>
          </a:p>
        </p:txBody>
      </p:sp>
    </p:spTree>
    <p:extLst>
      <p:ext uri="{BB962C8B-B14F-4D97-AF65-F5344CB8AC3E}">
        <p14:creationId xmlns:p14="http://schemas.microsoft.com/office/powerpoint/2010/main" val="1391607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85C2A-57BC-F5A5-D8B9-606ADECCE812}"/>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EB274171-EDEC-3571-AB57-45E4CEFDBD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CE6AC26-D417-EDB7-3247-5B9DF323144D}"/>
              </a:ext>
            </a:extLst>
          </p:cNvPr>
          <p:cNvSpPr>
            <a:spLocks noGrp="1"/>
          </p:cNvSpPr>
          <p:nvPr>
            <p:ph type="dt" sz="half" idx="10"/>
          </p:nvPr>
        </p:nvSpPr>
        <p:spPr/>
        <p:txBody>
          <a:bodyPr/>
          <a:lstStyle/>
          <a:p>
            <a:fld id="{100C84A3-4185-49DF-9F52-511655501CF7}" type="datetimeFigureOut">
              <a:rPr lang="en-PK" smtClean="0"/>
              <a:t>18/11/2025</a:t>
            </a:fld>
            <a:endParaRPr lang="en-PK"/>
          </a:p>
        </p:txBody>
      </p:sp>
      <p:sp>
        <p:nvSpPr>
          <p:cNvPr id="5" name="Footer Placeholder 4">
            <a:extLst>
              <a:ext uri="{FF2B5EF4-FFF2-40B4-BE49-F238E27FC236}">
                <a16:creationId xmlns:a16="http://schemas.microsoft.com/office/drawing/2014/main" id="{1E7BC364-B0B6-404B-1890-A78DCCEFC32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C8065F7-D7FC-5CF4-FFAA-99981085BEA6}"/>
              </a:ext>
            </a:extLst>
          </p:cNvPr>
          <p:cNvSpPr>
            <a:spLocks noGrp="1"/>
          </p:cNvSpPr>
          <p:nvPr>
            <p:ph type="sldNum" sz="quarter" idx="12"/>
          </p:nvPr>
        </p:nvSpPr>
        <p:spPr/>
        <p:txBody>
          <a:bodyPr/>
          <a:lstStyle/>
          <a:p>
            <a:fld id="{AD448409-D098-425D-90A8-6D4B6AD1A2DC}" type="slidenum">
              <a:rPr lang="en-PK" smtClean="0"/>
              <a:t>‹#›</a:t>
            </a:fld>
            <a:endParaRPr lang="en-PK"/>
          </a:p>
        </p:txBody>
      </p:sp>
    </p:spTree>
    <p:extLst>
      <p:ext uri="{BB962C8B-B14F-4D97-AF65-F5344CB8AC3E}">
        <p14:creationId xmlns:p14="http://schemas.microsoft.com/office/powerpoint/2010/main" val="2393671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565BD8-E99D-FB4E-B60B-0EAF1E712D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A9659268-F7E1-C843-E8B7-0560A33722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28BD591D-D0FD-B397-768C-54BB2FDE6B2F}"/>
              </a:ext>
            </a:extLst>
          </p:cNvPr>
          <p:cNvSpPr>
            <a:spLocks noGrp="1"/>
          </p:cNvSpPr>
          <p:nvPr>
            <p:ph type="dt" sz="half" idx="10"/>
          </p:nvPr>
        </p:nvSpPr>
        <p:spPr/>
        <p:txBody>
          <a:bodyPr/>
          <a:lstStyle/>
          <a:p>
            <a:fld id="{100C84A3-4185-49DF-9F52-511655501CF7}" type="datetimeFigureOut">
              <a:rPr lang="en-PK" smtClean="0"/>
              <a:t>18/11/2025</a:t>
            </a:fld>
            <a:endParaRPr lang="en-PK"/>
          </a:p>
        </p:txBody>
      </p:sp>
      <p:sp>
        <p:nvSpPr>
          <p:cNvPr id="5" name="Footer Placeholder 4">
            <a:extLst>
              <a:ext uri="{FF2B5EF4-FFF2-40B4-BE49-F238E27FC236}">
                <a16:creationId xmlns:a16="http://schemas.microsoft.com/office/drawing/2014/main" id="{EBB1CFF0-9609-4C6E-FDBE-D2AA1CC2296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999DDB7-E954-7FAD-D74B-CA76C9AB3D24}"/>
              </a:ext>
            </a:extLst>
          </p:cNvPr>
          <p:cNvSpPr>
            <a:spLocks noGrp="1"/>
          </p:cNvSpPr>
          <p:nvPr>
            <p:ph type="sldNum" sz="quarter" idx="12"/>
          </p:nvPr>
        </p:nvSpPr>
        <p:spPr/>
        <p:txBody>
          <a:bodyPr/>
          <a:lstStyle/>
          <a:p>
            <a:fld id="{AD448409-D098-425D-90A8-6D4B6AD1A2DC}" type="slidenum">
              <a:rPr lang="en-PK" smtClean="0"/>
              <a:t>‹#›</a:t>
            </a:fld>
            <a:endParaRPr lang="en-PK"/>
          </a:p>
        </p:txBody>
      </p:sp>
    </p:spTree>
    <p:extLst>
      <p:ext uri="{BB962C8B-B14F-4D97-AF65-F5344CB8AC3E}">
        <p14:creationId xmlns:p14="http://schemas.microsoft.com/office/powerpoint/2010/main" val="2121938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A15347-D747-24F1-99E0-71B03A0C40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316EBDA4-7D4A-E27E-8FC9-E3BD2D0268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294D29BA-C7E5-9A93-BF17-45D9E99818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0C84A3-4185-49DF-9F52-511655501CF7}" type="datetimeFigureOut">
              <a:rPr lang="en-PK" smtClean="0"/>
              <a:t>18/11/2025</a:t>
            </a:fld>
            <a:endParaRPr lang="en-PK"/>
          </a:p>
        </p:txBody>
      </p:sp>
      <p:sp>
        <p:nvSpPr>
          <p:cNvPr id="5" name="Footer Placeholder 4">
            <a:extLst>
              <a:ext uri="{FF2B5EF4-FFF2-40B4-BE49-F238E27FC236}">
                <a16:creationId xmlns:a16="http://schemas.microsoft.com/office/drawing/2014/main" id="{6431359B-375E-4E6C-3DE7-FA4C94378B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766A7F51-4080-D618-4FE9-46107C7F62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D448409-D098-425D-90A8-6D4B6AD1A2DC}" type="slidenum">
              <a:rPr lang="en-PK" smtClean="0"/>
              <a:t>‹#›</a:t>
            </a:fld>
            <a:endParaRPr lang="en-PK"/>
          </a:p>
        </p:txBody>
      </p:sp>
    </p:spTree>
    <p:extLst>
      <p:ext uri="{BB962C8B-B14F-4D97-AF65-F5344CB8AC3E}">
        <p14:creationId xmlns:p14="http://schemas.microsoft.com/office/powerpoint/2010/main" val="1940676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51552-6236-6281-A707-6FA72F719C96}"/>
              </a:ext>
            </a:extLst>
          </p:cNvPr>
          <p:cNvSpPr>
            <a:spLocks noGrp="1"/>
          </p:cNvSpPr>
          <p:nvPr>
            <p:ph type="ctrTitle"/>
          </p:nvPr>
        </p:nvSpPr>
        <p:spPr/>
        <p:txBody>
          <a:bodyPr/>
          <a:lstStyle/>
          <a:p>
            <a:r>
              <a:rPr lang="en-US" dirty="0"/>
              <a:t>Introduction to AI Agents</a:t>
            </a:r>
            <a:endParaRPr lang="en-PK" dirty="0"/>
          </a:p>
        </p:txBody>
      </p:sp>
      <p:sp>
        <p:nvSpPr>
          <p:cNvPr id="3" name="Subtitle 2">
            <a:extLst>
              <a:ext uri="{FF2B5EF4-FFF2-40B4-BE49-F238E27FC236}">
                <a16:creationId xmlns:a16="http://schemas.microsoft.com/office/drawing/2014/main" id="{8806A037-1687-797F-27AE-EC2E7728B2EE}"/>
              </a:ext>
            </a:extLst>
          </p:cNvPr>
          <p:cNvSpPr>
            <a:spLocks noGrp="1"/>
          </p:cNvSpPr>
          <p:nvPr>
            <p:ph type="subTitle" idx="1"/>
          </p:nvPr>
        </p:nvSpPr>
        <p:spPr/>
        <p:txBody>
          <a:bodyPr/>
          <a:lstStyle/>
          <a:p>
            <a:r>
              <a:rPr lang="en-US" dirty="0"/>
              <a:t>Prepared by: Muhammad Abdul Qayum</a:t>
            </a:r>
          </a:p>
          <a:p>
            <a:r>
              <a:rPr lang="en-US" dirty="0"/>
              <a:t>National Textile University, Faisalabad</a:t>
            </a:r>
            <a:endParaRPr lang="en-PK" dirty="0"/>
          </a:p>
        </p:txBody>
      </p:sp>
      <p:sp>
        <p:nvSpPr>
          <p:cNvPr id="4" name="TextBox 3">
            <a:extLst>
              <a:ext uri="{FF2B5EF4-FFF2-40B4-BE49-F238E27FC236}">
                <a16:creationId xmlns:a16="http://schemas.microsoft.com/office/drawing/2014/main" id="{8F688D5F-1827-5327-4583-0A71CE2DB4CC}"/>
              </a:ext>
            </a:extLst>
          </p:cNvPr>
          <p:cNvSpPr txBox="1"/>
          <p:nvPr/>
        </p:nvSpPr>
        <p:spPr>
          <a:xfrm>
            <a:off x="2733964" y="5876637"/>
            <a:ext cx="7259782" cy="369332"/>
          </a:xfrm>
          <a:prstGeom prst="rect">
            <a:avLst/>
          </a:prstGeom>
          <a:noFill/>
        </p:spPr>
        <p:txBody>
          <a:bodyPr wrap="square" rtlCol="0">
            <a:spAutoFit/>
          </a:bodyPr>
          <a:lstStyle/>
          <a:p>
            <a:r>
              <a:rPr lang="en-US" dirty="0"/>
              <a:t>Ref: Book </a:t>
            </a:r>
            <a:r>
              <a:rPr lang="en-US" b="1" dirty="0"/>
              <a:t>Building Agents with OpenAI Agents SDK  by Henry Habib </a:t>
            </a:r>
            <a:endParaRPr lang="en-PK" dirty="0"/>
          </a:p>
        </p:txBody>
      </p:sp>
    </p:spTree>
    <p:extLst>
      <p:ext uri="{BB962C8B-B14F-4D97-AF65-F5344CB8AC3E}">
        <p14:creationId xmlns:p14="http://schemas.microsoft.com/office/powerpoint/2010/main" val="24554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7CBBD-CFE4-2478-FD72-70C07F04D405}"/>
              </a:ext>
            </a:extLst>
          </p:cNvPr>
          <p:cNvSpPr>
            <a:spLocks noGrp="1"/>
          </p:cNvSpPr>
          <p:nvPr>
            <p:ph type="title"/>
          </p:nvPr>
        </p:nvSpPr>
        <p:spPr/>
        <p:txBody>
          <a:bodyPr/>
          <a:lstStyle/>
          <a:p>
            <a:r>
              <a:rPr lang="en-US" dirty="0"/>
              <a:t>Cover in this first chapter</a:t>
            </a:r>
            <a:endParaRPr lang="en-PK" dirty="0"/>
          </a:p>
        </p:txBody>
      </p:sp>
      <p:sp>
        <p:nvSpPr>
          <p:cNvPr id="3" name="Content Placeholder 2">
            <a:extLst>
              <a:ext uri="{FF2B5EF4-FFF2-40B4-BE49-F238E27FC236}">
                <a16:creationId xmlns:a16="http://schemas.microsoft.com/office/drawing/2014/main" id="{ACF472B5-6A37-3515-731A-17578BE33B76}"/>
              </a:ext>
            </a:extLst>
          </p:cNvPr>
          <p:cNvSpPr>
            <a:spLocks noGrp="1"/>
          </p:cNvSpPr>
          <p:nvPr>
            <p:ph idx="1"/>
          </p:nvPr>
        </p:nvSpPr>
        <p:spPr/>
        <p:txBody>
          <a:bodyPr/>
          <a:lstStyle/>
          <a:p>
            <a:r>
              <a:rPr lang="en-US" dirty="0"/>
              <a:t>Overview of the AI agent system and its strengths and weaknesses compared to more traditional systems</a:t>
            </a:r>
          </a:p>
          <a:p>
            <a:r>
              <a:rPr lang="en-US" dirty="0"/>
              <a:t>Practical applications of AI agents</a:t>
            </a:r>
          </a:p>
          <a:p>
            <a:r>
              <a:rPr lang="en-US" dirty="0"/>
              <a:t>How AI agents are built, by understanding their anatomy and different design/framework patterns used to build them</a:t>
            </a:r>
          </a:p>
          <a:p>
            <a:endParaRPr lang="en-PK" dirty="0"/>
          </a:p>
        </p:txBody>
      </p:sp>
    </p:spTree>
    <p:extLst>
      <p:ext uri="{BB962C8B-B14F-4D97-AF65-F5344CB8AC3E}">
        <p14:creationId xmlns:p14="http://schemas.microsoft.com/office/powerpoint/2010/main" val="3521233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0F108-9039-775C-3FAC-B2CDD7DE492B}"/>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3125159B-DAE9-742C-2D0E-92F33B509171}"/>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7CA21FFE-F100-6F77-8219-40D49EA383C9}"/>
              </a:ext>
            </a:extLst>
          </p:cNvPr>
          <p:cNvPicPr>
            <a:picLocks noChangeAspect="1"/>
          </p:cNvPicPr>
          <p:nvPr/>
        </p:nvPicPr>
        <p:blipFill>
          <a:blip r:embed="rId3"/>
          <a:stretch>
            <a:fillRect/>
          </a:stretch>
        </p:blipFill>
        <p:spPr>
          <a:xfrm>
            <a:off x="2397513" y="75732"/>
            <a:ext cx="7248292" cy="6706536"/>
          </a:xfrm>
          <a:prstGeom prst="rect">
            <a:avLst/>
          </a:prstGeom>
        </p:spPr>
      </p:pic>
    </p:spTree>
    <p:extLst>
      <p:ext uri="{BB962C8B-B14F-4D97-AF65-F5344CB8AC3E}">
        <p14:creationId xmlns:p14="http://schemas.microsoft.com/office/powerpoint/2010/main" val="401800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7D9D5-174D-E7F6-CFCF-4D92468A5B0F}"/>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00DB9955-D601-065A-D5FE-34790C4975BD}"/>
              </a:ext>
            </a:extLst>
          </p:cNvPr>
          <p:cNvSpPr>
            <a:spLocks noGrp="1"/>
          </p:cNvSpPr>
          <p:nvPr>
            <p:ph idx="1"/>
          </p:nvPr>
        </p:nvSpPr>
        <p:spPr/>
        <p:txBody>
          <a:bodyPr/>
          <a:lstStyle/>
          <a:p>
            <a:endParaRPr lang="en-PK" dirty="0"/>
          </a:p>
        </p:txBody>
      </p:sp>
      <p:pic>
        <p:nvPicPr>
          <p:cNvPr id="4" name="Picture 3">
            <a:extLst>
              <a:ext uri="{FF2B5EF4-FFF2-40B4-BE49-F238E27FC236}">
                <a16:creationId xmlns:a16="http://schemas.microsoft.com/office/drawing/2014/main" id="{CBDCFCED-1A05-AFC2-3F06-0ED1E8322C8E}"/>
              </a:ext>
            </a:extLst>
          </p:cNvPr>
          <p:cNvPicPr>
            <a:picLocks noChangeAspect="1"/>
          </p:cNvPicPr>
          <p:nvPr/>
        </p:nvPicPr>
        <p:blipFill>
          <a:blip r:embed="rId2"/>
          <a:stretch>
            <a:fillRect/>
          </a:stretch>
        </p:blipFill>
        <p:spPr>
          <a:xfrm>
            <a:off x="2542478" y="400050"/>
            <a:ext cx="7437863" cy="6457950"/>
          </a:xfrm>
          <a:prstGeom prst="rect">
            <a:avLst/>
          </a:prstGeom>
        </p:spPr>
      </p:pic>
    </p:spTree>
    <p:extLst>
      <p:ext uri="{BB962C8B-B14F-4D97-AF65-F5344CB8AC3E}">
        <p14:creationId xmlns:p14="http://schemas.microsoft.com/office/powerpoint/2010/main" val="3746455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F00A2-FDEE-34B4-7D48-AD2E52484C34}"/>
              </a:ext>
            </a:extLst>
          </p:cNvPr>
          <p:cNvSpPr>
            <a:spLocks noGrp="1"/>
          </p:cNvSpPr>
          <p:nvPr>
            <p:ph type="title"/>
          </p:nvPr>
        </p:nvSpPr>
        <p:spPr/>
        <p:txBody>
          <a:bodyPr/>
          <a:lstStyle/>
          <a:p>
            <a:r>
              <a:rPr lang="en-US" dirty="0"/>
              <a:t>AI Agents: Transforming the Future of Work</a:t>
            </a:r>
            <a:endParaRPr lang="en-PK" dirty="0"/>
          </a:p>
        </p:txBody>
      </p:sp>
      <p:sp>
        <p:nvSpPr>
          <p:cNvPr id="4" name="Rectangle 1">
            <a:extLst>
              <a:ext uri="{FF2B5EF4-FFF2-40B4-BE49-F238E27FC236}">
                <a16:creationId xmlns:a16="http://schemas.microsoft.com/office/drawing/2014/main" id="{9552AB8D-4E94-6855-D01F-DB538D8B260F}"/>
              </a:ext>
            </a:extLst>
          </p:cNvPr>
          <p:cNvSpPr>
            <a:spLocks noGrp="1" noChangeArrowheads="1"/>
          </p:cNvSpPr>
          <p:nvPr>
            <p:ph idx="1"/>
          </p:nvPr>
        </p:nvSpPr>
        <p:spPr bwMode="auto">
          <a:xfrm>
            <a:off x="838200" y="1496378"/>
            <a:ext cx="10661073" cy="5009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rial" panose="020B0604020202020204" pitchFamily="34" charset="0"/>
              </a:rPr>
              <a:t>Traditional software is deterministic and rigid (</a:t>
            </a:r>
            <a:r>
              <a:rPr kumimoji="0" lang="en-PK" altLang="en-PK" sz="2400" b="0" i="1" u="none" strike="noStrike" cap="none" normalizeH="0" baseline="0" dirty="0">
                <a:ln>
                  <a:noFill/>
                </a:ln>
                <a:solidFill>
                  <a:schemeClr val="tx1"/>
                </a:solidFill>
                <a:effectLst/>
                <a:latin typeface="Arial" panose="020B0604020202020204" pitchFamily="34" charset="0"/>
              </a:rPr>
              <a:t>if X → Y</a:t>
            </a:r>
            <a:r>
              <a:rPr kumimoji="0" lang="en-PK" altLang="en-PK"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rial" panose="020B0604020202020204" pitchFamily="34" charset="0"/>
              </a:rPr>
              <a:t>Cannot handle ambiguity or adapt to changing goals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rial" panose="020B0604020202020204" pitchFamily="34" charset="0"/>
              </a:rPr>
              <a:t>Large Language Models (LLMs) enable AI agents to reason and take actions independently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rial" panose="020B0604020202020204" pitchFamily="34" charset="0"/>
              </a:rPr>
              <a:t>AI agents complete tasks that were once thought uniquely human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rial" panose="020B0604020202020204" pitchFamily="34" charset="0"/>
              </a:rPr>
              <a:t>Handle multi-step reasoning and goal-oriented actions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rial" panose="020B0604020202020204" pitchFamily="34" charset="0"/>
              </a:rPr>
              <a:t>Redefining work: humans and AI collaborate, focusing on creativity and higher-level thinking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rial" panose="020B0604020202020204" pitchFamily="34" charset="0"/>
              </a:rPr>
              <a:t>Adoption of AI agents is growing and shaping the future of work</a:t>
            </a:r>
          </a:p>
        </p:txBody>
      </p:sp>
    </p:spTree>
    <p:extLst>
      <p:ext uri="{BB962C8B-B14F-4D97-AF65-F5344CB8AC3E}">
        <p14:creationId xmlns:p14="http://schemas.microsoft.com/office/powerpoint/2010/main" val="499785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576DE-80A6-198F-CBA9-002949E0F98C}"/>
              </a:ext>
            </a:extLst>
          </p:cNvPr>
          <p:cNvSpPr>
            <a:spLocks noGrp="1"/>
          </p:cNvSpPr>
          <p:nvPr>
            <p:ph type="title"/>
          </p:nvPr>
        </p:nvSpPr>
        <p:spPr/>
        <p:txBody>
          <a:bodyPr/>
          <a:lstStyle/>
          <a:p>
            <a:r>
              <a:rPr lang="en-US" dirty="0"/>
              <a:t>Technical requirements</a:t>
            </a:r>
            <a:endParaRPr lang="en-PK" dirty="0"/>
          </a:p>
        </p:txBody>
      </p:sp>
      <p:sp>
        <p:nvSpPr>
          <p:cNvPr id="3" name="Content Placeholder 2">
            <a:extLst>
              <a:ext uri="{FF2B5EF4-FFF2-40B4-BE49-F238E27FC236}">
                <a16:creationId xmlns:a16="http://schemas.microsoft.com/office/drawing/2014/main" id="{104B5DFE-908E-CB80-4C3C-97634BE998FB}"/>
              </a:ext>
            </a:extLst>
          </p:cNvPr>
          <p:cNvSpPr>
            <a:spLocks noGrp="1"/>
          </p:cNvSpPr>
          <p:nvPr>
            <p:ph idx="1"/>
          </p:nvPr>
        </p:nvSpPr>
        <p:spPr/>
        <p:txBody>
          <a:bodyPr>
            <a:normAutofit/>
          </a:bodyPr>
          <a:lstStyle/>
          <a:p>
            <a:r>
              <a:rPr lang="en-US" sz="2800" b="1" i="0" u="none" strike="noStrike" baseline="0" dirty="0">
                <a:solidFill>
                  <a:srgbClr val="000000"/>
                </a:solidFill>
                <a:latin typeface="Crimson Pro SemiBold"/>
              </a:rPr>
              <a:t>Operating system</a:t>
            </a:r>
            <a:r>
              <a:rPr lang="en-US" sz="2800" b="0" i="0" u="none" strike="noStrike" baseline="0" dirty="0">
                <a:solidFill>
                  <a:srgbClr val="000000"/>
                </a:solidFill>
                <a:latin typeface="Crimson Pro ExtraLight"/>
              </a:rPr>
              <a:t>: Windows 10/11, macOS, or Linux-based distribution (Ubuntu recommended).</a:t>
            </a:r>
          </a:p>
          <a:p>
            <a:r>
              <a:rPr lang="en-US" sz="2800" b="1" i="0" u="none" strike="noStrike" baseline="0" dirty="0">
                <a:solidFill>
                  <a:srgbClr val="000000"/>
                </a:solidFill>
                <a:latin typeface="Crimson Pro SemiBold"/>
              </a:rPr>
              <a:t>Python version</a:t>
            </a:r>
            <a:r>
              <a:rPr lang="en-US" sz="2800" b="0" i="0" u="none" strike="noStrike" baseline="0" dirty="0">
                <a:solidFill>
                  <a:srgbClr val="000000"/>
                </a:solidFill>
                <a:latin typeface="Crimson Pro ExtraLight"/>
              </a:rPr>
              <a:t>: Python 3.8 or later. You can verify your Python version by running </a:t>
            </a:r>
            <a:r>
              <a:rPr lang="en-US" sz="2400" b="0" i="0" u="none" strike="noStrike" baseline="0" dirty="0">
                <a:solidFill>
                  <a:srgbClr val="000000"/>
                </a:solidFill>
                <a:latin typeface="Consolas" panose="020B0609020204030204" pitchFamily="49" charset="0"/>
              </a:rPr>
              <a:t>python --version </a:t>
            </a:r>
            <a:r>
              <a:rPr lang="en-US" sz="2800" b="0" i="0" u="none" strike="noStrike" baseline="0" dirty="0">
                <a:solidFill>
                  <a:srgbClr val="000000"/>
                </a:solidFill>
                <a:latin typeface="Crimson Pro ExtraLight"/>
              </a:rPr>
              <a:t>in your terminal or Command Prompt.</a:t>
            </a:r>
          </a:p>
          <a:p>
            <a:r>
              <a:rPr lang="en-US" sz="2800" b="1" i="0" u="none" strike="noStrike" baseline="0" dirty="0">
                <a:solidFill>
                  <a:srgbClr val="000000"/>
                </a:solidFill>
                <a:latin typeface="Crimson Pro SemiBold"/>
              </a:rPr>
              <a:t>OpenAI account</a:t>
            </a:r>
            <a:r>
              <a:rPr lang="en-US" sz="2800" b="0" i="0" u="none" strike="noStrike" baseline="0" dirty="0">
                <a:solidFill>
                  <a:srgbClr val="000000"/>
                </a:solidFill>
                <a:latin typeface="Crimson Pro ExtraLight"/>
              </a:rPr>
              <a:t>: Sign up at </a:t>
            </a:r>
            <a:r>
              <a:rPr lang="en-US" sz="2400" b="0" i="0" u="none" strike="noStrike" baseline="0" dirty="0">
                <a:solidFill>
                  <a:srgbClr val="000000"/>
                </a:solidFill>
                <a:latin typeface="Consolas" panose="020B0609020204030204" pitchFamily="49" charset="0"/>
              </a:rPr>
              <a:t>https://platform.openai.com/signup</a:t>
            </a:r>
            <a:r>
              <a:rPr lang="en-US" sz="2800" b="0" i="0" u="none" strike="noStrike" baseline="0" dirty="0">
                <a:solidFill>
                  <a:srgbClr val="000000"/>
                </a:solidFill>
                <a:latin typeface="Crimson Pro ExtraLight"/>
              </a:rPr>
              <a:t>.</a:t>
            </a:r>
          </a:p>
          <a:p>
            <a:r>
              <a:rPr lang="en-US" sz="2800" b="1" i="0" u="none" strike="noStrike" baseline="0" dirty="0">
                <a:solidFill>
                  <a:srgbClr val="000000"/>
                </a:solidFill>
                <a:latin typeface="Crimson Pro SemiBold"/>
              </a:rPr>
              <a:t>OpenAI API key</a:t>
            </a:r>
            <a:r>
              <a:rPr lang="en-US" sz="2800" b="0" i="0" u="none" strike="noStrike" baseline="0" dirty="0">
                <a:solidFill>
                  <a:srgbClr val="000000"/>
                </a:solidFill>
                <a:latin typeface="Crimson Pro ExtraLight"/>
              </a:rPr>
              <a:t>: Obtained by creating an account with OpenAI. You will require this to utilize OpenAI Agents SDK.</a:t>
            </a:r>
          </a:p>
          <a:p>
            <a:r>
              <a:rPr lang="en-US" sz="2800" b="1" i="0" u="none" strike="noStrike" baseline="0" dirty="0">
                <a:solidFill>
                  <a:srgbClr val="000000"/>
                </a:solidFill>
                <a:latin typeface="Crimson Pro SemiBold"/>
              </a:rPr>
              <a:t>Code editor</a:t>
            </a:r>
            <a:r>
              <a:rPr lang="en-US" sz="2800" b="0" i="0" u="none" strike="noStrike" baseline="0" dirty="0">
                <a:solidFill>
                  <a:srgbClr val="000000"/>
                </a:solidFill>
                <a:latin typeface="Crimson Pro ExtraLight"/>
              </a:rPr>
              <a:t>: VS Code, PyCharm, or any IDE/editor you prefer.</a:t>
            </a:r>
          </a:p>
          <a:p>
            <a:endParaRPr lang="en-PK" dirty="0"/>
          </a:p>
        </p:txBody>
      </p:sp>
    </p:spTree>
    <p:extLst>
      <p:ext uri="{BB962C8B-B14F-4D97-AF65-F5344CB8AC3E}">
        <p14:creationId xmlns:p14="http://schemas.microsoft.com/office/powerpoint/2010/main" val="137090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A9FB6-0E35-1C3B-FE59-D47904D432A2}"/>
              </a:ext>
            </a:extLst>
          </p:cNvPr>
          <p:cNvSpPr>
            <a:spLocks noGrp="1"/>
          </p:cNvSpPr>
          <p:nvPr>
            <p:ph type="title"/>
          </p:nvPr>
        </p:nvSpPr>
        <p:spPr/>
        <p:txBody>
          <a:bodyPr/>
          <a:lstStyle/>
          <a:p>
            <a:r>
              <a:rPr lang="en-US" dirty="0"/>
              <a:t>What is an AI agent?</a:t>
            </a:r>
            <a:endParaRPr lang="en-PK" dirty="0"/>
          </a:p>
        </p:txBody>
      </p:sp>
      <p:sp>
        <p:nvSpPr>
          <p:cNvPr id="3" name="Content Placeholder 2">
            <a:extLst>
              <a:ext uri="{FF2B5EF4-FFF2-40B4-BE49-F238E27FC236}">
                <a16:creationId xmlns:a16="http://schemas.microsoft.com/office/drawing/2014/main" id="{1DE39526-078F-FD2A-7F42-52B3DF179579}"/>
              </a:ext>
            </a:extLst>
          </p:cNvPr>
          <p:cNvSpPr>
            <a:spLocks noGrp="1"/>
          </p:cNvSpPr>
          <p:nvPr>
            <p:ph idx="1"/>
          </p:nvPr>
        </p:nvSpPr>
        <p:spPr/>
        <p:txBody>
          <a:bodyPr/>
          <a:lstStyle/>
          <a:p>
            <a:pPr algn="just"/>
            <a:r>
              <a:rPr lang="en-US" dirty="0"/>
              <a:t>An </a:t>
            </a:r>
            <a:r>
              <a:rPr lang="en-US" b="1" dirty="0"/>
              <a:t>AI agent </a:t>
            </a:r>
            <a:r>
              <a:rPr lang="en-US" dirty="0"/>
              <a:t>is an </a:t>
            </a:r>
            <a:r>
              <a:rPr lang="en-US" i="1" dirty="0"/>
              <a:t>intelligent system that can operate </a:t>
            </a:r>
            <a:r>
              <a:rPr lang="en-US" i="1" u="sng" dirty="0"/>
              <a:t>independently to accomplish a specific goal by perceiving the world around it and taking action</a:t>
            </a:r>
            <a:r>
              <a:rPr lang="en-US" dirty="0"/>
              <a:t>. </a:t>
            </a:r>
          </a:p>
          <a:p>
            <a:pPr algn="just"/>
            <a:r>
              <a:rPr lang="en-US" dirty="0"/>
              <a:t>Key distinguishing features of an AI agent include its </a:t>
            </a:r>
            <a:r>
              <a:rPr lang="en-US" u="sng" dirty="0"/>
              <a:t>ability to think and reason </a:t>
            </a:r>
            <a:r>
              <a:rPr lang="en-US" dirty="0"/>
              <a:t>from a broad and sometimes </a:t>
            </a:r>
            <a:r>
              <a:rPr lang="en-US" u="sng" dirty="0"/>
              <a:t>ambiguous goal</a:t>
            </a:r>
            <a:r>
              <a:rPr lang="en-US" dirty="0"/>
              <a:t>, </a:t>
            </a:r>
          </a:p>
          <a:p>
            <a:pPr algn="just"/>
            <a:r>
              <a:rPr lang="en-US" dirty="0"/>
              <a:t>its ability to </a:t>
            </a:r>
            <a:r>
              <a:rPr lang="en-US" u="sng" dirty="0"/>
              <a:t>create a plan </a:t>
            </a:r>
            <a:r>
              <a:rPr lang="en-US" dirty="0"/>
              <a:t>to accomplish that goal, and </a:t>
            </a:r>
          </a:p>
          <a:p>
            <a:pPr algn="just"/>
            <a:r>
              <a:rPr lang="en-US" dirty="0"/>
              <a:t>its ability to </a:t>
            </a:r>
            <a:r>
              <a:rPr lang="en-US" u="sng" dirty="0"/>
              <a:t>autonomously </a:t>
            </a:r>
            <a:r>
              <a:rPr lang="en-US" dirty="0"/>
              <a:t>complete that goal </a:t>
            </a:r>
            <a:r>
              <a:rPr lang="en-US" u="sng" dirty="0"/>
              <a:t>using a set of tools </a:t>
            </a:r>
            <a:r>
              <a:rPr lang="en-US" dirty="0"/>
              <a:t>at its disposal that interact with the world.</a:t>
            </a:r>
            <a:endParaRPr lang="en-PK" dirty="0"/>
          </a:p>
        </p:txBody>
      </p:sp>
    </p:spTree>
    <p:extLst>
      <p:ext uri="{BB962C8B-B14F-4D97-AF65-F5344CB8AC3E}">
        <p14:creationId xmlns:p14="http://schemas.microsoft.com/office/powerpoint/2010/main" val="3058978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2367F-5104-C504-9412-73B979119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C6375-9C80-183F-926A-C1D8749C4509}"/>
              </a:ext>
            </a:extLst>
          </p:cNvPr>
          <p:cNvSpPr>
            <a:spLocks noGrp="1"/>
          </p:cNvSpPr>
          <p:nvPr>
            <p:ph type="title"/>
          </p:nvPr>
        </p:nvSpPr>
        <p:spPr>
          <a:xfrm>
            <a:off x="644236" y="266164"/>
            <a:ext cx="10515600" cy="1325563"/>
          </a:xfrm>
        </p:spPr>
        <p:txBody>
          <a:bodyPr/>
          <a:lstStyle/>
          <a:p>
            <a:r>
              <a:rPr lang="en-US" dirty="0"/>
              <a:t>What is an AI agent?</a:t>
            </a:r>
            <a:endParaRPr lang="en-PK" dirty="0"/>
          </a:p>
        </p:txBody>
      </p:sp>
      <p:sp>
        <p:nvSpPr>
          <p:cNvPr id="3" name="Content Placeholder 2">
            <a:extLst>
              <a:ext uri="{FF2B5EF4-FFF2-40B4-BE49-F238E27FC236}">
                <a16:creationId xmlns:a16="http://schemas.microsoft.com/office/drawing/2014/main" id="{01F620B1-D651-2965-76EF-F47AB534D402}"/>
              </a:ext>
            </a:extLst>
          </p:cNvPr>
          <p:cNvSpPr>
            <a:spLocks noGrp="1"/>
          </p:cNvSpPr>
          <p:nvPr>
            <p:ph idx="1"/>
          </p:nvPr>
        </p:nvSpPr>
        <p:spPr>
          <a:xfrm>
            <a:off x="914400" y="1956254"/>
            <a:ext cx="10515600" cy="4351338"/>
          </a:xfrm>
        </p:spPr>
        <p:txBody>
          <a:bodyPr/>
          <a:lstStyle/>
          <a:p>
            <a:r>
              <a:rPr lang="en-US" dirty="0"/>
              <a:t>This is in direct </a:t>
            </a:r>
            <a:r>
              <a:rPr lang="en-US" b="1" dirty="0"/>
              <a:t>contrast </a:t>
            </a:r>
            <a:r>
              <a:rPr lang="en-US" dirty="0"/>
              <a:t>to other </a:t>
            </a:r>
            <a:r>
              <a:rPr lang="en-US" b="1" dirty="0"/>
              <a:t>conventional software </a:t>
            </a:r>
            <a:r>
              <a:rPr lang="en-US" dirty="0"/>
              <a:t>systems that are </a:t>
            </a:r>
            <a:r>
              <a:rPr lang="en-US" b="1" dirty="0"/>
              <a:t>deterministic</a:t>
            </a:r>
            <a:r>
              <a:rPr lang="en-US" dirty="0"/>
              <a:t> (i.e., they follow a </a:t>
            </a:r>
            <a:r>
              <a:rPr lang="en-US" b="1" dirty="0"/>
              <a:t>strict set of instructions </a:t>
            </a:r>
            <a:r>
              <a:rPr lang="en-US" dirty="0"/>
              <a:t>based on a </a:t>
            </a:r>
            <a:r>
              <a:rPr lang="en-US" b="1" dirty="0"/>
              <a:t>predefined plan</a:t>
            </a:r>
            <a:r>
              <a:rPr lang="en-US" dirty="0"/>
              <a:t>) and </a:t>
            </a:r>
          </a:p>
          <a:p>
            <a:r>
              <a:rPr lang="en-US" b="1" dirty="0"/>
              <a:t>cannot reason </a:t>
            </a:r>
            <a:r>
              <a:rPr lang="en-US" dirty="0"/>
              <a:t>if situations outside of that plan are encountered. AI agents, on the other hand, can </a:t>
            </a:r>
            <a:r>
              <a:rPr lang="en-US" b="1" dirty="0"/>
              <a:t>observe </a:t>
            </a:r>
            <a:r>
              <a:rPr lang="en-US" dirty="0"/>
              <a:t>their environment, </a:t>
            </a:r>
            <a:r>
              <a:rPr lang="en-US" b="1" dirty="0"/>
              <a:t>reason </a:t>
            </a:r>
            <a:r>
              <a:rPr lang="en-US" dirty="0"/>
              <a:t>about what needs to be done, and </a:t>
            </a:r>
            <a:r>
              <a:rPr lang="en-US" b="1" dirty="0"/>
              <a:t>act </a:t>
            </a:r>
            <a:r>
              <a:rPr lang="en-US" dirty="0"/>
              <a:t>upon it in a continuous manner</a:t>
            </a:r>
            <a:endParaRPr lang="en-PK" dirty="0"/>
          </a:p>
        </p:txBody>
      </p:sp>
    </p:spTree>
    <p:extLst>
      <p:ext uri="{BB962C8B-B14F-4D97-AF65-F5344CB8AC3E}">
        <p14:creationId xmlns:p14="http://schemas.microsoft.com/office/powerpoint/2010/main" val="3875822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DDF2B-8298-5780-01BF-EFE77EBBD230}"/>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E4F64EBD-F281-65BC-7DD4-1147BEAAB5DD}"/>
              </a:ext>
            </a:extLst>
          </p:cNvPr>
          <p:cNvSpPr>
            <a:spLocks noGrp="1"/>
          </p:cNvSpPr>
          <p:nvPr>
            <p:ph idx="1"/>
          </p:nvPr>
        </p:nvSpPr>
        <p:spPr/>
        <p:txBody>
          <a:bodyPr/>
          <a:lstStyle/>
          <a:p>
            <a:r>
              <a:rPr lang="en-US" dirty="0"/>
              <a:t>AI agent may hallucinate and perform nonsensical actions.</a:t>
            </a:r>
            <a:endParaRPr lang="en-PK" dirty="0"/>
          </a:p>
        </p:txBody>
      </p:sp>
    </p:spTree>
    <p:extLst>
      <p:ext uri="{BB962C8B-B14F-4D97-AF65-F5344CB8AC3E}">
        <p14:creationId xmlns:p14="http://schemas.microsoft.com/office/powerpoint/2010/main" val="1361291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604A7-F12C-E0E4-D647-33AE86CE6ECA}"/>
              </a:ext>
            </a:extLst>
          </p:cNvPr>
          <p:cNvSpPr>
            <a:spLocks noGrp="1"/>
          </p:cNvSpPr>
          <p:nvPr>
            <p:ph type="title"/>
          </p:nvPr>
        </p:nvSpPr>
        <p:spPr/>
        <p:txBody>
          <a:bodyPr/>
          <a:lstStyle/>
          <a:p>
            <a:r>
              <a:rPr lang="en-US" sz="4400" b="1" i="0" u="none" strike="noStrike" baseline="0" dirty="0">
                <a:solidFill>
                  <a:srgbClr val="000000"/>
                </a:solidFill>
                <a:latin typeface="Jost*"/>
              </a:rPr>
              <a:t>Practical applications of AI agents</a:t>
            </a:r>
            <a:endParaRPr lang="en-PK" dirty="0"/>
          </a:p>
        </p:txBody>
      </p:sp>
      <p:sp>
        <p:nvSpPr>
          <p:cNvPr id="3" name="Content Placeholder 2">
            <a:extLst>
              <a:ext uri="{FF2B5EF4-FFF2-40B4-BE49-F238E27FC236}">
                <a16:creationId xmlns:a16="http://schemas.microsoft.com/office/drawing/2014/main" id="{7D7F2CDE-4B50-562B-D563-99C5E5CAFE3B}"/>
              </a:ext>
            </a:extLst>
          </p:cNvPr>
          <p:cNvSpPr>
            <a:spLocks noGrp="1"/>
          </p:cNvSpPr>
          <p:nvPr>
            <p:ph idx="1"/>
          </p:nvPr>
        </p:nvSpPr>
        <p:spPr/>
        <p:txBody>
          <a:bodyPr/>
          <a:lstStyle/>
          <a:p>
            <a:r>
              <a:rPr lang="en-US" b="1" dirty="0"/>
              <a:t>Productivity gains</a:t>
            </a:r>
          </a:p>
          <a:p>
            <a:pPr lvl="1"/>
            <a:r>
              <a:rPr lang="en-US" dirty="0"/>
              <a:t>AI agents is improved productivity, primarily through replacing or augmenting human work that traditional software systems cannot replace</a:t>
            </a:r>
          </a:p>
          <a:p>
            <a:r>
              <a:rPr lang="en-US" b="1" dirty="0"/>
              <a:t>Better interactivity</a:t>
            </a:r>
          </a:p>
          <a:p>
            <a:pPr lvl="1"/>
            <a:r>
              <a:rPr lang="en-US" dirty="0"/>
              <a:t>AI agents </a:t>
            </a:r>
            <a:r>
              <a:rPr lang="en-US" u="sng" dirty="0"/>
              <a:t>receive user requests </a:t>
            </a:r>
            <a:r>
              <a:rPr lang="en-US" dirty="0"/>
              <a:t>through </a:t>
            </a:r>
            <a:r>
              <a:rPr lang="en-US" u="sng" dirty="0"/>
              <a:t>natural language </a:t>
            </a:r>
            <a:r>
              <a:rPr lang="en-US" dirty="0"/>
              <a:t>and contain the </a:t>
            </a:r>
            <a:r>
              <a:rPr lang="en-US" u="sng" dirty="0"/>
              <a:t>necessary tooling </a:t>
            </a:r>
            <a:r>
              <a:rPr lang="en-US" dirty="0"/>
              <a:t>to perform SQL queries</a:t>
            </a:r>
            <a:endParaRPr lang="en-US" b="1" dirty="0"/>
          </a:p>
          <a:p>
            <a:r>
              <a:rPr lang="en-US" b="1" dirty="0"/>
              <a:t>New businesses</a:t>
            </a:r>
          </a:p>
          <a:p>
            <a:pPr lvl="1"/>
            <a:r>
              <a:rPr lang="en-US" dirty="0"/>
              <a:t>entire new businesses and strategies are being built from AI agents.</a:t>
            </a:r>
            <a:endParaRPr lang="en-PK" dirty="0"/>
          </a:p>
        </p:txBody>
      </p:sp>
    </p:spTree>
    <p:extLst>
      <p:ext uri="{BB962C8B-B14F-4D97-AF65-F5344CB8AC3E}">
        <p14:creationId xmlns:p14="http://schemas.microsoft.com/office/powerpoint/2010/main" val="19466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BBA59-F96E-6947-E45E-35E4A34988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B9884B-D07E-F1B6-D850-88B75E683DB6}"/>
              </a:ext>
            </a:extLst>
          </p:cNvPr>
          <p:cNvSpPr>
            <a:spLocks noGrp="1"/>
          </p:cNvSpPr>
          <p:nvPr>
            <p:ph type="title"/>
          </p:nvPr>
        </p:nvSpPr>
        <p:spPr/>
        <p:txBody>
          <a:bodyPr/>
          <a:lstStyle/>
          <a:p>
            <a:r>
              <a:rPr lang="en-US" sz="4400" b="1" i="0" u="none" strike="noStrike" baseline="0" dirty="0">
                <a:solidFill>
                  <a:srgbClr val="000000"/>
                </a:solidFill>
                <a:latin typeface="Jost*"/>
              </a:rPr>
              <a:t>Practical applications of AI agents</a:t>
            </a:r>
            <a:endParaRPr lang="en-PK" dirty="0"/>
          </a:p>
        </p:txBody>
      </p:sp>
      <p:sp>
        <p:nvSpPr>
          <p:cNvPr id="3" name="Content Placeholder 2">
            <a:extLst>
              <a:ext uri="{FF2B5EF4-FFF2-40B4-BE49-F238E27FC236}">
                <a16:creationId xmlns:a16="http://schemas.microsoft.com/office/drawing/2014/main" id="{CDDAF7E6-7098-9864-EDB6-439BC85F10BA}"/>
              </a:ext>
            </a:extLst>
          </p:cNvPr>
          <p:cNvSpPr>
            <a:spLocks noGrp="1"/>
          </p:cNvSpPr>
          <p:nvPr>
            <p:ph idx="1"/>
          </p:nvPr>
        </p:nvSpPr>
        <p:spPr/>
        <p:txBody>
          <a:bodyPr/>
          <a:lstStyle/>
          <a:p>
            <a:r>
              <a:rPr lang="en-US" dirty="0"/>
              <a:t>Customer support as an</a:t>
            </a:r>
            <a:r>
              <a:rPr lang="en-US" u="sng" dirty="0"/>
              <a:t> example</a:t>
            </a:r>
            <a:r>
              <a:rPr lang="en-US" dirty="0"/>
              <a:t>. Traditionally, a </a:t>
            </a:r>
            <a:r>
              <a:rPr lang="en-US" u="sng" dirty="0"/>
              <a:t>customer support center</a:t>
            </a:r>
            <a:r>
              <a:rPr lang="en-US" dirty="0"/>
              <a:t> might require </a:t>
            </a:r>
            <a:r>
              <a:rPr lang="en-US" u="sng" dirty="0"/>
              <a:t>dozens or hundreds of human </a:t>
            </a:r>
            <a:r>
              <a:rPr lang="en-US" dirty="0"/>
              <a:t>agents to handle queries.</a:t>
            </a:r>
          </a:p>
          <a:p>
            <a:r>
              <a:rPr lang="en-US" dirty="0"/>
              <a:t>Software development is also a </a:t>
            </a:r>
            <a:r>
              <a:rPr lang="en-US" u="sng" dirty="0"/>
              <a:t>typical function </a:t>
            </a:r>
            <a:r>
              <a:rPr lang="en-US" dirty="0"/>
              <a:t>where AI agents are swarming. It is well known that </a:t>
            </a:r>
            <a:r>
              <a:rPr lang="en-US" u="sng" dirty="0"/>
              <a:t>AI coding assistants </a:t>
            </a:r>
            <a:r>
              <a:rPr lang="en-US" dirty="0"/>
              <a:t>such as GitHub Copilot have been proven to help developers complete tasks 55% faster</a:t>
            </a:r>
          </a:p>
          <a:p>
            <a:r>
              <a:rPr lang="en-US" dirty="0"/>
              <a:t>HR, AI agents can </a:t>
            </a:r>
            <a:r>
              <a:rPr lang="en-US" u="sng" dirty="0"/>
              <a:t>automate candidate screening</a:t>
            </a:r>
            <a:r>
              <a:rPr lang="en-US" dirty="0"/>
              <a:t>, predict employee attrition, and personalize onboarding processes</a:t>
            </a:r>
            <a:endParaRPr lang="en-PK" dirty="0"/>
          </a:p>
        </p:txBody>
      </p:sp>
    </p:spTree>
    <p:extLst>
      <p:ext uri="{BB962C8B-B14F-4D97-AF65-F5344CB8AC3E}">
        <p14:creationId xmlns:p14="http://schemas.microsoft.com/office/powerpoint/2010/main" val="2710963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BF6A24D-8387-CD20-9F15-18F629445106}"/>
              </a:ext>
            </a:extLst>
          </p:cNvPr>
          <p:cNvSpPr>
            <a:spLocks noGrp="1"/>
          </p:cNvSpPr>
          <p:nvPr>
            <p:ph type="ctrTitle"/>
          </p:nvPr>
        </p:nvSpPr>
        <p:spPr/>
        <p:txBody>
          <a:bodyPr/>
          <a:lstStyle/>
          <a:p>
            <a:r>
              <a:rPr lang="en-US" dirty="0"/>
              <a:t>Build methodology of AI agents</a:t>
            </a:r>
            <a:endParaRPr lang="en-PK" dirty="0"/>
          </a:p>
        </p:txBody>
      </p:sp>
      <p:sp>
        <p:nvSpPr>
          <p:cNvPr id="5" name="Subtitle 4">
            <a:extLst>
              <a:ext uri="{FF2B5EF4-FFF2-40B4-BE49-F238E27FC236}">
                <a16:creationId xmlns:a16="http://schemas.microsoft.com/office/drawing/2014/main" id="{D248E3C7-EAE9-F987-2E15-E53D483AA602}"/>
              </a:ext>
            </a:extLst>
          </p:cNvPr>
          <p:cNvSpPr>
            <a:spLocks noGrp="1"/>
          </p:cNvSpPr>
          <p:nvPr>
            <p:ph type="subTitle" idx="1"/>
          </p:nvPr>
        </p:nvSpPr>
        <p:spPr/>
        <p:txBody>
          <a:bodyPr/>
          <a:lstStyle/>
          <a:p>
            <a:endParaRPr lang="en-PK" dirty="0"/>
          </a:p>
        </p:txBody>
      </p:sp>
    </p:spTree>
    <p:extLst>
      <p:ext uri="{BB962C8B-B14F-4D97-AF65-F5344CB8AC3E}">
        <p14:creationId xmlns:p14="http://schemas.microsoft.com/office/powerpoint/2010/main" val="1542694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C7723-5828-E980-F463-744004CC2520}"/>
              </a:ext>
            </a:extLst>
          </p:cNvPr>
          <p:cNvSpPr>
            <a:spLocks noGrp="1"/>
          </p:cNvSpPr>
          <p:nvPr>
            <p:ph type="title"/>
          </p:nvPr>
        </p:nvSpPr>
        <p:spPr/>
        <p:txBody>
          <a:bodyPr/>
          <a:lstStyle/>
          <a:p>
            <a:r>
              <a:rPr lang="en-US" dirty="0"/>
              <a:t>Anatomy of an AI agent</a:t>
            </a:r>
            <a:endParaRPr lang="en-PK" dirty="0"/>
          </a:p>
        </p:txBody>
      </p:sp>
      <p:sp>
        <p:nvSpPr>
          <p:cNvPr id="3" name="Content Placeholder 2">
            <a:extLst>
              <a:ext uri="{FF2B5EF4-FFF2-40B4-BE49-F238E27FC236}">
                <a16:creationId xmlns:a16="http://schemas.microsoft.com/office/drawing/2014/main" id="{EF7ACF88-CD16-4305-9134-F2B5745E34D0}"/>
              </a:ext>
            </a:extLst>
          </p:cNvPr>
          <p:cNvSpPr>
            <a:spLocks noGrp="1"/>
          </p:cNvSpPr>
          <p:nvPr>
            <p:ph idx="1"/>
          </p:nvPr>
        </p:nvSpPr>
        <p:spPr/>
        <p:txBody>
          <a:bodyPr>
            <a:normAutofit/>
          </a:bodyPr>
          <a:lstStyle/>
          <a:p>
            <a:r>
              <a:rPr lang="en-US" dirty="0"/>
              <a:t>AI agents follow a typical pattern and can be broken down into three fundamental components.</a:t>
            </a:r>
          </a:p>
          <a:p>
            <a:r>
              <a:rPr lang="en-US" sz="2800" b="1" i="0" u="none" strike="noStrike" baseline="0" dirty="0">
                <a:solidFill>
                  <a:srgbClr val="000000"/>
                </a:solidFill>
                <a:latin typeface="Crimson Pro SemiBold"/>
              </a:rPr>
              <a:t>Model</a:t>
            </a:r>
            <a:r>
              <a:rPr lang="en-US" sz="2800" b="0" i="0" u="none" strike="noStrike" baseline="0" dirty="0">
                <a:solidFill>
                  <a:srgbClr val="000000"/>
                </a:solidFill>
                <a:latin typeface="Crimson Pro ExtraLight"/>
              </a:rPr>
              <a:t>: This is the </a:t>
            </a:r>
            <a:r>
              <a:rPr lang="en-US" sz="2800" b="0" i="1" u="sng" strike="noStrike" baseline="0" dirty="0">
                <a:solidFill>
                  <a:srgbClr val="000000"/>
                </a:solidFill>
                <a:latin typeface="Crimson Pro ExtraLight"/>
              </a:rPr>
              <a:t>brain</a:t>
            </a:r>
            <a:r>
              <a:rPr lang="en-US" sz="2800" b="0" i="1" u="none" strike="noStrike" baseline="0" dirty="0">
                <a:solidFill>
                  <a:srgbClr val="000000"/>
                </a:solidFill>
                <a:latin typeface="Crimson Pro ExtraLight"/>
              </a:rPr>
              <a:t> </a:t>
            </a:r>
            <a:r>
              <a:rPr lang="en-US" sz="2800" b="0" i="0" u="none" strike="noStrike" baseline="0" dirty="0">
                <a:solidFill>
                  <a:srgbClr val="000000"/>
                </a:solidFill>
                <a:latin typeface="Crimson Pro ExtraLight"/>
              </a:rPr>
              <a:t>of the operations. It interprets input, reasons about actions, and generates outputs.</a:t>
            </a:r>
          </a:p>
          <a:p>
            <a:r>
              <a:rPr lang="en-US" sz="2800" b="1" i="0" u="none" strike="noStrike" baseline="0" dirty="0">
                <a:solidFill>
                  <a:srgbClr val="000000"/>
                </a:solidFill>
                <a:latin typeface="Crimson Pro SemiBold"/>
              </a:rPr>
              <a:t>Tooling interface</a:t>
            </a:r>
            <a:r>
              <a:rPr lang="en-US" sz="2800" b="0" i="0" u="none" strike="noStrike" baseline="0" dirty="0">
                <a:solidFill>
                  <a:srgbClr val="000000"/>
                </a:solidFill>
                <a:latin typeface="Crimson Pro ExtraLight"/>
              </a:rPr>
              <a:t>: This is the </a:t>
            </a:r>
            <a:r>
              <a:rPr lang="en-US" sz="2800" b="0" i="1" u="sng" strike="noStrike" baseline="0" dirty="0">
                <a:solidFill>
                  <a:srgbClr val="000000"/>
                </a:solidFill>
                <a:latin typeface="Crimson Pro ExtraLight"/>
              </a:rPr>
              <a:t>hands and eyes</a:t>
            </a:r>
            <a:r>
              <a:rPr lang="en-US" sz="2800" b="0" i="0" u="none" strike="noStrike" baseline="0" dirty="0">
                <a:solidFill>
                  <a:srgbClr val="000000"/>
                </a:solidFill>
                <a:latin typeface="Crimson Pro ExtraLight"/>
              </a:rPr>
              <a:t>. It provides the agent with the ability to act, such as sending emails or searching the web via APIs or local function calls.</a:t>
            </a:r>
          </a:p>
          <a:p>
            <a:r>
              <a:rPr lang="en-US" sz="2800" b="1" i="0" u="none" strike="noStrike" baseline="0" dirty="0">
                <a:solidFill>
                  <a:srgbClr val="000000"/>
                </a:solidFill>
                <a:latin typeface="Crimson Pro SemiBold"/>
              </a:rPr>
              <a:t>Memory and knowledge</a:t>
            </a:r>
            <a:r>
              <a:rPr lang="en-US" sz="2800" b="0" i="0" u="none" strike="noStrike" baseline="0" dirty="0">
                <a:solidFill>
                  <a:srgbClr val="000000"/>
                </a:solidFill>
                <a:latin typeface="Crimson Pro ExtraLight"/>
              </a:rPr>
              <a:t>: This is the </a:t>
            </a:r>
            <a:r>
              <a:rPr lang="en-US" sz="2800" b="0" i="1" u="sng" strike="noStrike" baseline="0" dirty="0">
                <a:solidFill>
                  <a:srgbClr val="000000"/>
                </a:solidFill>
                <a:latin typeface="Crimson Pro ExtraLight"/>
              </a:rPr>
              <a:t>reference textbook</a:t>
            </a:r>
            <a:r>
              <a:rPr lang="en-US" sz="2800" b="0" i="0" u="none" strike="noStrike" baseline="0" dirty="0">
                <a:solidFill>
                  <a:srgbClr val="000000"/>
                </a:solidFill>
                <a:latin typeface="Crimson Pro ExtraLight"/>
              </a:rPr>
              <a:t>. It contains information that helps the AI agent perform its tasks, such as databases, documents, and so on.</a:t>
            </a:r>
          </a:p>
          <a:p>
            <a:endParaRPr lang="en-US" sz="2800" b="0" i="0" u="none" strike="noStrike" baseline="0" dirty="0">
              <a:solidFill>
                <a:srgbClr val="000000"/>
              </a:solidFill>
              <a:latin typeface="Crimson Pro ExtraLight"/>
            </a:endParaRPr>
          </a:p>
          <a:p>
            <a:endParaRPr lang="en-PK" dirty="0"/>
          </a:p>
        </p:txBody>
      </p:sp>
    </p:spTree>
    <p:extLst>
      <p:ext uri="{BB962C8B-B14F-4D97-AF65-F5344CB8AC3E}">
        <p14:creationId xmlns:p14="http://schemas.microsoft.com/office/powerpoint/2010/main" val="3279775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8396-2095-C655-7ECE-AE136D879A68}"/>
              </a:ext>
            </a:extLst>
          </p:cNvPr>
          <p:cNvSpPr>
            <a:spLocks noGrp="1"/>
          </p:cNvSpPr>
          <p:nvPr>
            <p:ph type="title"/>
          </p:nvPr>
        </p:nvSpPr>
        <p:spPr/>
        <p:txBody>
          <a:bodyPr/>
          <a:lstStyle/>
          <a:p>
            <a:r>
              <a:rPr lang="en-US" dirty="0"/>
              <a:t>Model</a:t>
            </a:r>
            <a:endParaRPr lang="en-PK" dirty="0"/>
          </a:p>
        </p:txBody>
      </p:sp>
      <p:sp>
        <p:nvSpPr>
          <p:cNvPr id="3" name="Content Placeholder 2">
            <a:extLst>
              <a:ext uri="{FF2B5EF4-FFF2-40B4-BE49-F238E27FC236}">
                <a16:creationId xmlns:a16="http://schemas.microsoft.com/office/drawing/2014/main" id="{9FAA809B-6C6B-1A16-22A8-497415AF91D5}"/>
              </a:ext>
            </a:extLst>
          </p:cNvPr>
          <p:cNvSpPr>
            <a:spLocks noGrp="1"/>
          </p:cNvSpPr>
          <p:nvPr>
            <p:ph idx="1"/>
          </p:nvPr>
        </p:nvSpPr>
        <p:spPr/>
        <p:txBody>
          <a:bodyPr>
            <a:normAutofit/>
          </a:bodyPr>
          <a:lstStyle/>
          <a:p>
            <a:r>
              <a:rPr lang="en-US" dirty="0"/>
              <a:t>AI agents are powered by an underlying model that enables them to </a:t>
            </a:r>
            <a:r>
              <a:rPr lang="en-US" i="1" u="sng" dirty="0"/>
              <a:t>understand inputs</a:t>
            </a:r>
            <a:r>
              <a:rPr lang="en-US" dirty="0"/>
              <a:t>, </a:t>
            </a:r>
            <a:r>
              <a:rPr lang="en-US" i="1" u="sng" dirty="0"/>
              <a:t>create action</a:t>
            </a:r>
            <a:r>
              <a:rPr lang="en-US" dirty="0"/>
              <a:t>, </a:t>
            </a:r>
            <a:r>
              <a:rPr lang="en-US" i="1" u="sng" dirty="0"/>
              <a:t>generate action inputs</a:t>
            </a:r>
            <a:r>
              <a:rPr lang="en-US" dirty="0"/>
              <a:t>, review action responses, and iterate that process until its </a:t>
            </a:r>
            <a:r>
              <a:rPr lang="en-US" i="1" u="sng" dirty="0"/>
              <a:t>goal is achieved</a:t>
            </a:r>
            <a:r>
              <a:rPr lang="en-US" dirty="0"/>
              <a:t>. The core model </a:t>
            </a:r>
            <a:r>
              <a:rPr lang="en-US" b="1" dirty="0"/>
              <a:t>does not </a:t>
            </a:r>
            <a:r>
              <a:rPr lang="en-US" dirty="0"/>
              <a:t>technically need to be an </a:t>
            </a:r>
            <a:r>
              <a:rPr lang="en-US" b="1" dirty="0"/>
              <a:t>LLM</a:t>
            </a:r>
          </a:p>
          <a:p>
            <a:r>
              <a:rPr lang="en-US" sz="2800" b="1" i="0" u="none" strike="noStrike" baseline="0" dirty="0">
                <a:solidFill>
                  <a:srgbClr val="000000"/>
                </a:solidFill>
                <a:latin typeface="Crimson Pro SemiBold"/>
              </a:rPr>
              <a:t>Cost</a:t>
            </a:r>
            <a:r>
              <a:rPr lang="en-US" sz="2800" b="0" i="0" u="none" strike="noStrike" baseline="0" dirty="0">
                <a:solidFill>
                  <a:srgbClr val="000000"/>
                </a:solidFill>
                <a:latin typeface="Crimson Pro ExtraLight"/>
              </a:rPr>
              <a:t>: LLMs vary significantly in their cost.</a:t>
            </a:r>
          </a:p>
          <a:p>
            <a:r>
              <a:rPr lang="en-US" sz="2800" b="1" i="0" u="none" strike="noStrike" baseline="0" dirty="0">
                <a:solidFill>
                  <a:srgbClr val="000000"/>
                </a:solidFill>
                <a:latin typeface="Crimson Pro SemiBold"/>
              </a:rPr>
              <a:t>Latency</a:t>
            </a:r>
            <a:r>
              <a:rPr lang="en-US" sz="2800" b="0" i="0" u="none" strike="noStrike" baseline="0" dirty="0">
                <a:solidFill>
                  <a:srgbClr val="000000"/>
                </a:solidFill>
                <a:latin typeface="Crimson Pro ExtraLight"/>
              </a:rPr>
              <a:t>: LLMs vary in their speed to respond.</a:t>
            </a:r>
          </a:p>
          <a:p>
            <a:pPr algn="l"/>
            <a:r>
              <a:rPr lang="en-US" sz="2800" b="1" i="0" u="none" strike="noStrike" baseline="0" dirty="0">
                <a:solidFill>
                  <a:srgbClr val="000000"/>
                </a:solidFill>
                <a:latin typeface="Crimson Pro SemiBold"/>
              </a:rPr>
              <a:t>Performance</a:t>
            </a:r>
            <a:r>
              <a:rPr lang="en-US" sz="2800" b="0" i="0" u="none" strike="noStrike" baseline="0" dirty="0">
                <a:solidFill>
                  <a:srgbClr val="000000"/>
                </a:solidFill>
                <a:latin typeface="Crimson Pro ExtraLight"/>
              </a:rPr>
              <a:t>: Certain LLMs are great at coding tasks, creative exercises. Certain LLMs are multi-modal.</a:t>
            </a:r>
          </a:p>
          <a:p>
            <a:r>
              <a:rPr lang="en-US" b="1" dirty="0"/>
              <a:t>Bias</a:t>
            </a:r>
            <a:r>
              <a:rPr lang="en-US" dirty="0"/>
              <a:t>: LLMs also differ in their knowledge and leanings </a:t>
            </a:r>
          </a:p>
          <a:p>
            <a:pPr algn="l"/>
            <a:endParaRPr lang="en-US" sz="2800" b="0" i="0" u="none" strike="noStrike" baseline="0" dirty="0">
              <a:solidFill>
                <a:srgbClr val="000000"/>
              </a:solidFill>
              <a:latin typeface="Crimson Pro ExtraLight"/>
            </a:endParaRPr>
          </a:p>
          <a:p>
            <a:endParaRPr lang="en-US" sz="2800" b="0" i="0" u="none" strike="noStrike" baseline="0" dirty="0">
              <a:solidFill>
                <a:srgbClr val="000000"/>
              </a:solidFill>
              <a:latin typeface="Crimson Pro ExtraLight"/>
            </a:endParaRPr>
          </a:p>
          <a:p>
            <a:endParaRPr lang="en-PK" b="1" dirty="0"/>
          </a:p>
        </p:txBody>
      </p:sp>
    </p:spTree>
    <p:extLst>
      <p:ext uri="{BB962C8B-B14F-4D97-AF65-F5344CB8AC3E}">
        <p14:creationId xmlns:p14="http://schemas.microsoft.com/office/powerpoint/2010/main" val="1647132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11373-B449-79FD-ADD5-FC66F43C3C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E3BA7-140B-C402-EDB6-C47A461273EC}"/>
              </a:ext>
            </a:extLst>
          </p:cNvPr>
          <p:cNvSpPr>
            <a:spLocks noGrp="1"/>
          </p:cNvSpPr>
          <p:nvPr>
            <p:ph type="title"/>
          </p:nvPr>
        </p:nvSpPr>
        <p:spPr/>
        <p:txBody>
          <a:bodyPr/>
          <a:lstStyle/>
          <a:p>
            <a:r>
              <a:rPr lang="en-US" dirty="0"/>
              <a:t>Model</a:t>
            </a:r>
            <a:endParaRPr lang="en-PK" dirty="0"/>
          </a:p>
        </p:txBody>
      </p:sp>
      <p:sp>
        <p:nvSpPr>
          <p:cNvPr id="3" name="Content Placeholder 2">
            <a:extLst>
              <a:ext uri="{FF2B5EF4-FFF2-40B4-BE49-F238E27FC236}">
                <a16:creationId xmlns:a16="http://schemas.microsoft.com/office/drawing/2014/main" id="{BD6924E7-F81B-7F4C-7A8B-78888BEDF0FE}"/>
              </a:ext>
            </a:extLst>
          </p:cNvPr>
          <p:cNvSpPr>
            <a:spLocks noGrp="1"/>
          </p:cNvSpPr>
          <p:nvPr>
            <p:ph idx="1"/>
          </p:nvPr>
        </p:nvSpPr>
        <p:spPr/>
        <p:txBody>
          <a:bodyPr>
            <a:normAutofit/>
          </a:bodyPr>
          <a:lstStyle/>
          <a:p>
            <a:r>
              <a:rPr lang="en-US" dirty="0"/>
              <a:t>AI agents are powered by an underlying model that enables them to understand inputs, create action, generate action inputs, review action responses, and iterate that process until its goal is achieved. The core model </a:t>
            </a:r>
            <a:r>
              <a:rPr lang="en-US" b="1" dirty="0"/>
              <a:t>does not </a:t>
            </a:r>
            <a:r>
              <a:rPr lang="en-US" dirty="0"/>
              <a:t>technically need to be an </a:t>
            </a:r>
            <a:r>
              <a:rPr lang="en-US" b="1" dirty="0"/>
              <a:t>LLM</a:t>
            </a:r>
          </a:p>
          <a:p>
            <a:r>
              <a:rPr lang="en-US" sz="2800" b="1" i="0" u="none" strike="noStrike" baseline="0" dirty="0">
                <a:solidFill>
                  <a:srgbClr val="000000"/>
                </a:solidFill>
                <a:latin typeface="Crimson Pro SemiBold"/>
              </a:rPr>
              <a:t>Cost</a:t>
            </a:r>
            <a:r>
              <a:rPr lang="en-US" sz="2800" b="0" i="0" u="none" strike="noStrike" baseline="0" dirty="0">
                <a:solidFill>
                  <a:srgbClr val="000000"/>
                </a:solidFill>
                <a:latin typeface="Crimson Pro ExtraLight"/>
              </a:rPr>
              <a:t>: LLMs vary significantly in their cost.</a:t>
            </a:r>
          </a:p>
          <a:p>
            <a:r>
              <a:rPr lang="en-US" sz="2800" b="1" i="0" u="none" strike="noStrike" baseline="0" dirty="0">
                <a:solidFill>
                  <a:srgbClr val="000000"/>
                </a:solidFill>
                <a:latin typeface="Crimson Pro SemiBold"/>
              </a:rPr>
              <a:t>Latency</a:t>
            </a:r>
            <a:r>
              <a:rPr lang="en-US" sz="2800" b="0" i="0" u="none" strike="noStrike" baseline="0" dirty="0">
                <a:solidFill>
                  <a:srgbClr val="000000"/>
                </a:solidFill>
                <a:latin typeface="Crimson Pro ExtraLight"/>
              </a:rPr>
              <a:t>: LLMs vary in their speed to respond.</a:t>
            </a:r>
          </a:p>
          <a:p>
            <a:pPr algn="l"/>
            <a:r>
              <a:rPr lang="en-US" sz="2800" b="1" i="0" u="none" strike="noStrike" baseline="0" dirty="0">
                <a:solidFill>
                  <a:srgbClr val="000000"/>
                </a:solidFill>
                <a:latin typeface="Crimson Pro SemiBold"/>
              </a:rPr>
              <a:t>Performance</a:t>
            </a:r>
            <a:r>
              <a:rPr lang="en-US" sz="2800" b="0" i="0" u="none" strike="noStrike" baseline="0" dirty="0">
                <a:solidFill>
                  <a:srgbClr val="000000"/>
                </a:solidFill>
                <a:latin typeface="Crimson Pro ExtraLight"/>
              </a:rPr>
              <a:t>: Certain LLMs are great at coding tasks, creative exercises. Certain LLMs are multi-modal.</a:t>
            </a:r>
          </a:p>
          <a:p>
            <a:r>
              <a:rPr lang="en-US" b="1" dirty="0"/>
              <a:t>Bias</a:t>
            </a:r>
            <a:r>
              <a:rPr lang="en-US" dirty="0"/>
              <a:t>: LLMs also differ in their knowledge and leanings </a:t>
            </a:r>
          </a:p>
          <a:p>
            <a:pPr algn="l"/>
            <a:endParaRPr lang="en-US" sz="2800" b="0" i="0" u="none" strike="noStrike" baseline="0" dirty="0">
              <a:solidFill>
                <a:srgbClr val="000000"/>
              </a:solidFill>
              <a:latin typeface="Crimson Pro ExtraLight"/>
            </a:endParaRPr>
          </a:p>
          <a:p>
            <a:endParaRPr lang="en-US" sz="2800" b="0" i="0" u="none" strike="noStrike" baseline="0" dirty="0">
              <a:solidFill>
                <a:srgbClr val="000000"/>
              </a:solidFill>
              <a:latin typeface="Crimson Pro ExtraLight"/>
            </a:endParaRPr>
          </a:p>
          <a:p>
            <a:endParaRPr lang="en-PK" b="1" dirty="0"/>
          </a:p>
        </p:txBody>
      </p:sp>
    </p:spTree>
    <p:extLst>
      <p:ext uri="{BB962C8B-B14F-4D97-AF65-F5344CB8AC3E}">
        <p14:creationId xmlns:p14="http://schemas.microsoft.com/office/powerpoint/2010/main" val="785208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A4BBC-9AEC-1F10-9439-890D68E5D671}"/>
              </a:ext>
            </a:extLst>
          </p:cNvPr>
          <p:cNvSpPr>
            <a:spLocks noGrp="1"/>
          </p:cNvSpPr>
          <p:nvPr>
            <p:ph type="title"/>
          </p:nvPr>
        </p:nvSpPr>
        <p:spPr/>
        <p:txBody>
          <a:bodyPr/>
          <a:lstStyle/>
          <a:p>
            <a:r>
              <a:rPr lang="en-US" dirty="0"/>
              <a:t>Model</a:t>
            </a:r>
            <a:endParaRPr lang="en-PK" dirty="0"/>
          </a:p>
        </p:txBody>
      </p:sp>
      <p:sp>
        <p:nvSpPr>
          <p:cNvPr id="3" name="Content Placeholder 2">
            <a:extLst>
              <a:ext uri="{FF2B5EF4-FFF2-40B4-BE49-F238E27FC236}">
                <a16:creationId xmlns:a16="http://schemas.microsoft.com/office/drawing/2014/main" id="{1B51D36B-E2E9-3F3E-2B09-6BE31C82FFB3}"/>
              </a:ext>
            </a:extLst>
          </p:cNvPr>
          <p:cNvSpPr>
            <a:spLocks noGrp="1"/>
          </p:cNvSpPr>
          <p:nvPr>
            <p:ph idx="1"/>
          </p:nvPr>
        </p:nvSpPr>
        <p:spPr/>
        <p:txBody>
          <a:bodyPr/>
          <a:lstStyle/>
          <a:p>
            <a:r>
              <a:rPr lang="en-US" dirty="0"/>
              <a:t>models </a:t>
            </a:r>
            <a:r>
              <a:rPr lang="en-US" i="1" u="sng" dirty="0"/>
              <a:t>used to power AI agents </a:t>
            </a:r>
            <a:r>
              <a:rPr lang="en-US" dirty="0"/>
              <a:t>are </a:t>
            </a:r>
            <a:r>
              <a:rPr lang="en-US" i="1" u="sng" dirty="0"/>
              <a:t>not purpose-built </a:t>
            </a:r>
            <a:r>
              <a:rPr lang="en-US" dirty="0"/>
              <a:t>or </a:t>
            </a:r>
            <a:r>
              <a:rPr lang="en-US" i="1" u="sng" dirty="0"/>
              <a:t>trained </a:t>
            </a:r>
            <a:r>
              <a:rPr lang="en-US" dirty="0"/>
              <a:t>for each AI agent</a:t>
            </a:r>
          </a:p>
          <a:p>
            <a:r>
              <a:rPr lang="en-US" dirty="0"/>
              <a:t>Instead, these are </a:t>
            </a:r>
            <a:r>
              <a:rPr lang="en-US" i="1" u="sng" dirty="0"/>
              <a:t>general-purpose pre-trained models </a:t>
            </a:r>
          </a:p>
          <a:p>
            <a:r>
              <a:rPr lang="en-US" dirty="0"/>
              <a:t>just given </a:t>
            </a:r>
            <a:r>
              <a:rPr lang="en-US" i="1" u="sng" dirty="0"/>
              <a:t>special instructions </a:t>
            </a:r>
            <a:r>
              <a:rPr lang="en-US" dirty="0"/>
              <a:t>to </a:t>
            </a:r>
            <a:r>
              <a:rPr lang="en-US" i="1" u="sng" dirty="0"/>
              <a:t>behave like agents</a:t>
            </a:r>
            <a:r>
              <a:rPr lang="en-US" dirty="0"/>
              <a:t>.</a:t>
            </a:r>
          </a:p>
          <a:p>
            <a:r>
              <a:rPr lang="en-US" dirty="0"/>
              <a:t>These “instructions” are provided to the model by defining a </a:t>
            </a:r>
            <a:r>
              <a:rPr lang="en-US" b="1" dirty="0"/>
              <a:t>system prompt </a:t>
            </a:r>
          </a:p>
          <a:p>
            <a:r>
              <a:rPr lang="en-US" dirty="0"/>
              <a:t>A good analogy is when you write a system prompt, you are </a:t>
            </a:r>
            <a:r>
              <a:rPr lang="en-US" i="1" u="sng" dirty="0"/>
              <a:t>defining the model’s identity and purpose </a:t>
            </a:r>
            <a:endParaRPr lang="en-PK" i="1" u="sng" dirty="0"/>
          </a:p>
        </p:txBody>
      </p:sp>
    </p:spTree>
    <p:extLst>
      <p:ext uri="{BB962C8B-B14F-4D97-AF65-F5344CB8AC3E}">
        <p14:creationId xmlns:p14="http://schemas.microsoft.com/office/powerpoint/2010/main" val="1098720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FC7EC-8620-4638-F821-B5CC8B1C5506}"/>
              </a:ext>
            </a:extLst>
          </p:cNvPr>
          <p:cNvSpPr>
            <a:spLocks noGrp="1"/>
          </p:cNvSpPr>
          <p:nvPr>
            <p:ph type="title"/>
          </p:nvPr>
        </p:nvSpPr>
        <p:spPr/>
        <p:txBody>
          <a:bodyPr/>
          <a:lstStyle/>
          <a:p>
            <a:r>
              <a:rPr lang="en-US" dirty="0"/>
              <a:t>Control logic framework</a:t>
            </a:r>
            <a:endParaRPr lang="en-PK" dirty="0"/>
          </a:p>
        </p:txBody>
      </p:sp>
      <p:sp>
        <p:nvSpPr>
          <p:cNvPr id="3" name="Content Placeholder 2">
            <a:extLst>
              <a:ext uri="{FF2B5EF4-FFF2-40B4-BE49-F238E27FC236}">
                <a16:creationId xmlns:a16="http://schemas.microsoft.com/office/drawing/2014/main" id="{7B840B29-AE5A-75EF-4464-AC66C9E35ECF}"/>
              </a:ext>
            </a:extLst>
          </p:cNvPr>
          <p:cNvSpPr>
            <a:spLocks noGrp="1"/>
          </p:cNvSpPr>
          <p:nvPr>
            <p:ph idx="1"/>
          </p:nvPr>
        </p:nvSpPr>
        <p:spPr/>
        <p:txBody>
          <a:bodyPr/>
          <a:lstStyle/>
          <a:p>
            <a:r>
              <a:rPr lang="en-US" dirty="0"/>
              <a:t>An AI agent’s control logic framework enables</a:t>
            </a:r>
          </a:p>
          <a:p>
            <a:r>
              <a:rPr lang="en-US" dirty="0"/>
              <a:t> it to observe, </a:t>
            </a:r>
          </a:p>
          <a:p>
            <a:r>
              <a:rPr lang="en-US" dirty="0"/>
              <a:t>reason, and </a:t>
            </a:r>
          </a:p>
          <a:p>
            <a:r>
              <a:rPr lang="en-US" dirty="0"/>
              <a:t>act repeatedly until it reaches a goal</a:t>
            </a:r>
          </a:p>
          <a:p>
            <a:r>
              <a:rPr lang="en-US" dirty="0"/>
              <a:t>—a process managed by the agentic framework code, not the model itself.</a:t>
            </a:r>
          </a:p>
          <a:p>
            <a:endParaRPr lang="en-PK" dirty="0"/>
          </a:p>
        </p:txBody>
      </p:sp>
    </p:spTree>
    <p:extLst>
      <p:ext uri="{BB962C8B-B14F-4D97-AF65-F5344CB8AC3E}">
        <p14:creationId xmlns:p14="http://schemas.microsoft.com/office/powerpoint/2010/main" val="3114493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15A6D-6624-4C9C-A285-8B65B0FCA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EE623-787D-7E11-F401-AB1C8A6C500A}"/>
              </a:ext>
            </a:extLst>
          </p:cNvPr>
          <p:cNvSpPr>
            <a:spLocks noGrp="1"/>
          </p:cNvSpPr>
          <p:nvPr>
            <p:ph type="title"/>
          </p:nvPr>
        </p:nvSpPr>
        <p:spPr/>
        <p:txBody>
          <a:bodyPr/>
          <a:lstStyle/>
          <a:p>
            <a:r>
              <a:rPr lang="en-US" dirty="0"/>
              <a:t>Control logic framework</a:t>
            </a:r>
            <a:endParaRPr lang="en-PK" dirty="0"/>
          </a:p>
        </p:txBody>
      </p:sp>
      <p:sp>
        <p:nvSpPr>
          <p:cNvPr id="3" name="Content Placeholder 2">
            <a:extLst>
              <a:ext uri="{FF2B5EF4-FFF2-40B4-BE49-F238E27FC236}">
                <a16:creationId xmlns:a16="http://schemas.microsoft.com/office/drawing/2014/main" id="{315F696E-1BEA-EDA6-6440-026164F8950B}"/>
              </a:ext>
            </a:extLst>
          </p:cNvPr>
          <p:cNvSpPr>
            <a:spLocks noGrp="1"/>
          </p:cNvSpPr>
          <p:nvPr>
            <p:ph idx="1"/>
          </p:nvPr>
        </p:nvSpPr>
        <p:spPr/>
        <p:txBody>
          <a:bodyPr>
            <a:normAutofit fontScale="92500" lnSpcReduction="10000"/>
          </a:bodyPr>
          <a:lstStyle/>
          <a:p>
            <a:pPr marL="0" marR="2600" indent="0">
              <a:buNone/>
            </a:pPr>
            <a:r>
              <a:rPr lang="en-US" sz="2800" b="0" i="0" u="none" strike="noStrike" baseline="0" dirty="0">
                <a:solidFill>
                  <a:srgbClr val="373841"/>
                </a:solidFill>
                <a:latin typeface="Consolas" panose="020B0609020204030204" pitchFamily="49" charset="0"/>
              </a:rPr>
              <a:t>Read user's goal </a:t>
            </a:r>
            <a:r>
              <a:rPr lang="en-US" sz="2800" b="0" i="0" u="none" strike="noStrike" baseline="0" dirty="0">
                <a:solidFill>
                  <a:srgbClr val="A624A3"/>
                </a:solidFill>
                <a:latin typeface="Consolas" panose="020B0609020204030204" pitchFamily="49" charset="0"/>
              </a:rPr>
              <a:t>and </a:t>
            </a:r>
            <a:r>
              <a:rPr lang="en-US" sz="2800" b="0" i="0" u="none" strike="noStrike" baseline="0" dirty="0">
                <a:solidFill>
                  <a:srgbClr val="373841"/>
                </a:solidFill>
                <a:latin typeface="Consolas" panose="020B0609020204030204" pitchFamily="49" charset="0"/>
              </a:rPr>
              <a:t>create action plan</a:t>
            </a:r>
          </a:p>
          <a:p>
            <a:pPr marL="0" marR="2600" indent="0">
              <a:buNone/>
            </a:pPr>
            <a:r>
              <a:rPr lang="en-US" sz="2800" b="0" i="0" u="none" strike="noStrike" baseline="0" dirty="0">
                <a:solidFill>
                  <a:srgbClr val="373841"/>
                </a:solidFill>
                <a:latin typeface="Consolas" panose="020B0609020204030204" pitchFamily="49" charset="0"/>
              </a:rPr>
              <a:t>For each step </a:t>
            </a:r>
            <a:r>
              <a:rPr lang="en-US" sz="2800" b="0" i="0" u="none" strike="noStrike" baseline="0" dirty="0">
                <a:solidFill>
                  <a:srgbClr val="A624A3"/>
                </a:solidFill>
                <a:latin typeface="Consolas" panose="020B0609020204030204" pitchFamily="49" charset="0"/>
              </a:rPr>
              <a:t>in </a:t>
            </a:r>
            <a:r>
              <a:rPr lang="en-US" sz="2800" b="0" i="0" u="none" strike="noStrike" baseline="0" dirty="0">
                <a:solidFill>
                  <a:srgbClr val="373841"/>
                </a:solidFill>
                <a:latin typeface="Consolas" panose="020B0609020204030204" pitchFamily="49" charset="0"/>
              </a:rPr>
              <a:t>action plan: </a:t>
            </a:r>
          </a:p>
          <a:p>
            <a:pPr marL="0" marR="2600" indent="0">
              <a:buNone/>
            </a:pPr>
            <a:r>
              <a:rPr lang="en-US" sz="2800" b="0" i="0" u="none" strike="noStrike" baseline="0" dirty="0">
                <a:solidFill>
                  <a:srgbClr val="373841"/>
                </a:solidFill>
                <a:latin typeface="Consolas" panose="020B0609020204030204" pitchFamily="49" charset="0"/>
              </a:rPr>
              <a:t>	Create action inputs </a:t>
            </a:r>
          </a:p>
          <a:p>
            <a:pPr marL="0" marR="2600" indent="0">
              <a:buNone/>
            </a:pPr>
            <a:r>
              <a:rPr lang="en-US" sz="2800" b="0" i="0" u="none" strike="noStrike" baseline="0" dirty="0">
                <a:solidFill>
                  <a:srgbClr val="373841"/>
                </a:solidFill>
                <a:latin typeface="Consolas" panose="020B0609020204030204" pitchFamily="49" charset="0"/>
              </a:rPr>
              <a:t>	Execute action </a:t>
            </a:r>
          </a:p>
          <a:p>
            <a:pPr marL="0" marR="2600" indent="0">
              <a:buNone/>
            </a:pPr>
            <a:r>
              <a:rPr lang="en-US" sz="2800" b="0" i="0" u="none" strike="noStrike" baseline="0" dirty="0">
                <a:solidFill>
                  <a:srgbClr val="373841"/>
                </a:solidFill>
                <a:latin typeface="Consolas" panose="020B0609020204030204" pitchFamily="49" charset="0"/>
              </a:rPr>
              <a:t>	Get result </a:t>
            </a:r>
          </a:p>
          <a:p>
            <a:pPr marL="0" marR="2600" indent="0">
              <a:buNone/>
            </a:pPr>
            <a:r>
              <a:rPr lang="en-US" sz="2800" b="0" i="0" u="none" strike="noStrike" baseline="0" dirty="0">
                <a:solidFill>
                  <a:srgbClr val="373841"/>
                </a:solidFill>
                <a:latin typeface="Consolas" panose="020B0609020204030204" pitchFamily="49" charset="0"/>
              </a:rPr>
              <a:t>	Add result to memory </a:t>
            </a:r>
          </a:p>
          <a:p>
            <a:pPr marL="0" marR="2600" indent="0">
              <a:buNone/>
            </a:pPr>
            <a:r>
              <a:rPr lang="en-US" sz="2800" b="0" i="0" u="none" strike="noStrike" baseline="0" dirty="0">
                <a:solidFill>
                  <a:srgbClr val="373841"/>
                </a:solidFill>
                <a:latin typeface="Consolas" panose="020B0609020204030204" pitchFamily="49" charset="0"/>
              </a:rPr>
              <a:t>	Modify action plan </a:t>
            </a:r>
            <a:r>
              <a:rPr lang="en-US" sz="2800" b="0" i="0" u="none" strike="noStrike" baseline="0" dirty="0">
                <a:solidFill>
                  <a:srgbClr val="A624A3"/>
                </a:solidFill>
                <a:latin typeface="Consolas" panose="020B0609020204030204" pitchFamily="49" charset="0"/>
              </a:rPr>
              <a:t>if </a:t>
            </a:r>
            <a:r>
              <a:rPr lang="en-US" sz="2800" b="0" i="0" u="none" strike="noStrike" baseline="0" dirty="0">
                <a:solidFill>
                  <a:srgbClr val="373841"/>
                </a:solidFill>
                <a:latin typeface="Consolas" panose="020B0609020204030204" pitchFamily="49" charset="0"/>
              </a:rPr>
              <a:t>necessary </a:t>
            </a:r>
            <a:r>
              <a:rPr lang="en-US" sz="2800" b="0" i="0" u="none" strike="noStrike" baseline="0" dirty="0">
                <a:solidFill>
                  <a:srgbClr val="A624A3"/>
                </a:solidFill>
                <a:latin typeface="Consolas" panose="020B0609020204030204" pitchFamily="49" charset="0"/>
              </a:rPr>
              <a:t>or if </a:t>
            </a:r>
            <a:r>
              <a:rPr lang="en-US" sz="2800" b="0" i="0" u="none" strike="noStrike" baseline="0" dirty="0">
                <a:solidFill>
                  <a:srgbClr val="373841"/>
                </a:solidFill>
                <a:latin typeface="Consolas" panose="020B0609020204030204" pitchFamily="49" charset="0"/>
              </a:rPr>
              <a:t>goal </a:t>
            </a:r>
            <a:r>
              <a:rPr lang="en-US" sz="2800" b="0" i="0" u="none" strike="noStrike" baseline="0" dirty="0">
                <a:solidFill>
                  <a:srgbClr val="A624A3"/>
                </a:solidFill>
                <a:latin typeface="Consolas" panose="020B0609020204030204" pitchFamily="49" charset="0"/>
              </a:rPr>
              <a:t>not 	</a:t>
            </a:r>
            <a:r>
              <a:rPr lang="en-US" sz="2800" b="0" i="0" u="none" strike="noStrike" baseline="0" dirty="0">
                <a:solidFill>
                  <a:srgbClr val="373841"/>
                </a:solidFill>
                <a:latin typeface="Consolas" panose="020B0609020204030204" pitchFamily="49" charset="0"/>
              </a:rPr>
              <a:t>achieved </a:t>
            </a:r>
          </a:p>
          <a:p>
            <a:pPr marL="0" marR="2600" indent="0">
              <a:buNone/>
            </a:pPr>
            <a:r>
              <a:rPr lang="en-US" sz="2800" b="0" i="0" u="none" strike="noStrike" baseline="0" dirty="0">
                <a:solidFill>
                  <a:srgbClr val="373841"/>
                </a:solidFill>
                <a:latin typeface="Consolas" panose="020B0609020204030204" pitchFamily="49" charset="0"/>
              </a:rPr>
              <a:t>	If goal </a:t>
            </a:r>
            <a:r>
              <a:rPr lang="en-US" sz="2800" b="0" i="0" u="none" strike="noStrike" baseline="0" dirty="0">
                <a:solidFill>
                  <a:srgbClr val="A624A3"/>
                </a:solidFill>
                <a:latin typeface="Consolas" panose="020B0609020204030204" pitchFamily="49" charset="0"/>
              </a:rPr>
              <a:t>is </a:t>
            </a:r>
            <a:r>
              <a:rPr lang="en-US" sz="2800" b="0" i="0" u="none" strike="noStrike" baseline="0" dirty="0">
                <a:solidFill>
                  <a:srgbClr val="373841"/>
                </a:solidFill>
                <a:latin typeface="Consolas" panose="020B0609020204030204" pitchFamily="49" charset="0"/>
              </a:rPr>
              <a:t>achieved: </a:t>
            </a:r>
          </a:p>
          <a:p>
            <a:pPr marL="0" marR="2600" indent="0">
              <a:buNone/>
            </a:pPr>
            <a:r>
              <a:rPr lang="en-US" sz="2800" b="0" i="0" u="none" strike="noStrike" baseline="0" dirty="0">
                <a:solidFill>
                  <a:srgbClr val="373841"/>
                </a:solidFill>
                <a:latin typeface="Consolas" panose="020B0609020204030204" pitchFamily="49" charset="0"/>
              </a:rPr>
              <a:t>   		Return output to user</a:t>
            </a:r>
            <a:endParaRPr lang="en-PK" dirty="0"/>
          </a:p>
        </p:txBody>
      </p:sp>
    </p:spTree>
    <p:extLst>
      <p:ext uri="{BB962C8B-B14F-4D97-AF65-F5344CB8AC3E}">
        <p14:creationId xmlns:p14="http://schemas.microsoft.com/office/powerpoint/2010/main" val="3024123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42A13-E526-DCA1-B508-77EB52ECE083}"/>
              </a:ext>
            </a:extLst>
          </p:cNvPr>
          <p:cNvSpPr>
            <a:spLocks noGrp="1"/>
          </p:cNvSpPr>
          <p:nvPr>
            <p:ph type="title"/>
          </p:nvPr>
        </p:nvSpPr>
        <p:spPr/>
        <p:txBody>
          <a:bodyPr/>
          <a:lstStyle/>
          <a:p>
            <a:r>
              <a:rPr lang="en-US" dirty="0"/>
              <a:t>Control logic framework</a:t>
            </a:r>
            <a:endParaRPr lang="en-PK" dirty="0"/>
          </a:p>
        </p:txBody>
      </p:sp>
      <p:sp>
        <p:nvSpPr>
          <p:cNvPr id="3" name="Content Placeholder 2">
            <a:extLst>
              <a:ext uri="{FF2B5EF4-FFF2-40B4-BE49-F238E27FC236}">
                <a16:creationId xmlns:a16="http://schemas.microsoft.com/office/drawing/2014/main" id="{AC29F096-203A-02C9-61FD-C6E661B9CB6A}"/>
              </a:ext>
            </a:extLst>
          </p:cNvPr>
          <p:cNvSpPr>
            <a:spLocks noGrp="1"/>
          </p:cNvSpPr>
          <p:nvPr>
            <p:ph idx="1"/>
          </p:nvPr>
        </p:nvSpPr>
        <p:spPr/>
        <p:txBody>
          <a:bodyPr/>
          <a:lstStyle/>
          <a:p>
            <a:r>
              <a:rPr lang="en-US" dirty="0"/>
              <a:t>Agentic frameworks </a:t>
            </a:r>
            <a:r>
              <a:rPr lang="en-US" u="sng" dirty="0"/>
              <a:t>vary in approach </a:t>
            </a:r>
            <a:r>
              <a:rPr lang="en-US" dirty="0"/>
              <a:t>but generally follow a </a:t>
            </a:r>
            <a:r>
              <a:rPr lang="en-US" b="1" dirty="0"/>
              <a:t>plan-and-execute structure</a:t>
            </a:r>
            <a:r>
              <a:rPr lang="en-US" dirty="0"/>
              <a:t>. </a:t>
            </a:r>
          </a:p>
          <a:p>
            <a:r>
              <a:rPr lang="en-US" dirty="0"/>
              <a:t>Common examples include </a:t>
            </a:r>
            <a:r>
              <a:rPr lang="en-US" b="1" dirty="0"/>
              <a:t>Chain-of-Thought (</a:t>
            </a:r>
            <a:r>
              <a:rPr lang="en-US" b="1" dirty="0" err="1"/>
              <a:t>CoT</a:t>
            </a:r>
            <a:r>
              <a:rPr lang="en-US" b="1" dirty="0"/>
              <a:t>)</a:t>
            </a:r>
            <a:r>
              <a:rPr lang="en-US" dirty="0"/>
              <a:t> and </a:t>
            </a:r>
            <a:r>
              <a:rPr lang="en-US" b="1" dirty="0" err="1"/>
              <a:t>ReAct</a:t>
            </a:r>
            <a:r>
              <a:rPr lang="en-US" dirty="0"/>
              <a:t>.</a:t>
            </a:r>
          </a:p>
          <a:p>
            <a:r>
              <a:rPr lang="en-US" dirty="0"/>
              <a:t>Some frameworks even add a </a:t>
            </a:r>
            <a:r>
              <a:rPr lang="en-US" b="1" dirty="0"/>
              <a:t>self-evaluation step</a:t>
            </a:r>
            <a:r>
              <a:rPr lang="en-US" dirty="0"/>
              <a:t>, where the agent first generates an answer and then acts as a </a:t>
            </a:r>
            <a:r>
              <a:rPr lang="en-US" b="1" dirty="0"/>
              <a:t>judge</a:t>
            </a:r>
            <a:r>
              <a:rPr lang="en-US" dirty="0"/>
              <a:t> to assess its own response and reasoning..</a:t>
            </a:r>
            <a:endParaRPr lang="en-PK" dirty="0"/>
          </a:p>
        </p:txBody>
      </p:sp>
    </p:spTree>
    <p:extLst>
      <p:ext uri="{BB962C8B-B14F-4D97-AF65-F5344CB8AC3E}">
        <p14:creationId xmlns:p14="http://schemas.microsoft.com/office/powerpoint/2010/main" val="901525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97E35-C349-8D93-1F93-0FFFC861130F}"/>
              </a:ext>
            </a:extLst>
          </p:cNvPr>
          <p:cNvSpPr>
            <a:spLocks noGrp="1"/>
          </p:cNvSpPr>
          <p:nvPr>
            <p:ph type="title"/>
          </p:nvPr>
        </p:nvSpPr>
        <p:spPr/>
        <p:txBody>
          <a:bodyPr/>
          <a:lstStyle/>
          <a:p>
            <a:r>
              <a:rPr lang="en-US" dirty="0"/>
              <a:t>Tooling interface</a:t>
            </a:r>
            <a:endParaRPr lang="en-PK" dirty="0"/>
          </a:p>
        </p:txBody>
      </p:sp>
      <p:sp>
        <p:nvSpPr>
          <p:cNvPr id="6" name="Rectangle 3">
            <a:extLst>
              <a:ext uri="{FF2B5EF4-FFF2-40B4-BE49-F238E27FC236}">
                <a16:creationId xmlns:a16="http://schemas.microsoft.com/office/drawing/2014/main" id="{BB8F557E-28EA-D0D4-7A47-C1EE98316783}"/>
              </a:ext>
            </a:extLst>
          </p:cNvPr>
          <p:cNvSpPr>
            <a:spLocks noGrp="1" noChangeArrowheads="1"/>
          </p:cNvSpPr>
          <p:nvPr>
            <p:ph idx="1"/>
          </p:nvPr>
        </p:nvSpPr>
        <p:spPr bwMode="auto">
          <a:xfrm>
            <a:off x="838200" y="1882257"/>
            <a:ext cx="1062525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1" u="none" strike="noStrike" cap="none" normalizeH="0" dirty="0">
                <a:ln>
                  <a:noFill/>
                </a:ln>
                <a:solidFill>
                  <a:schemeClr val="tx1"/>
                </a:solidFill>
                <a:effectLst/>
                <a:latin typeface="Arial" panose="020B0604020202020204" pitchFamily="34" charset="0"/>
              </a:rPr>
              <a:t>Definition:</a:t>
            </a:r>
            <a:r>
              <a:rPr kumimoji="0" lang="en-US" altLang="en-PK" sz="2400" b="1" u="none" strike="noStrike" cap="none" normalizeH="0" dirty="0">
                <a:ln>
                  <a:noFill/>
                </a:ln>
                <a:solidFill>
                  <a:schemeClr val="tx1"/>
                </a:solidFill>
                <a:effectLst/>
                <a:latin typeface="Arial" panose="020B0604020202020204" pitchFamily="34" charset="0"/>
              </a:rPr>
              <a:t> </a:t>
            </a:r>
            <a:r>
              <a:rPr kumimoji="0" lang="en-PK" altLang="en-PK" sz="2400" u="none" strike="noStrike" cap="none" normalizeH="0" dirty="0">
                <a:ln>
                  <a:noFill/>
                </a:ln>
                <a:solidFill>
                  <a:schemeClr val="tx1"/>
                </a:solidFill>
                <a:effectLst/>
                <a:latin typeface="Arial" panose="020B0604020202020204" pitchFamily="34" charset="0"/>
              </a:rPr>
              <a:t>The </a:t>
            </a:r>
            <a:r>
              <a:rPr kumimoji="0" lang="en-PK" altLang="en-PK" sz="2400" i="1" u="none" strike="noStrike" cap="none" normalizeH="0" dirty="0">
                <a:ln>
                  <a:noFill/>
                </a:ln>
                <a:solidFill>
                  <a:schemeClr val="tx1"/>
                </a:solidFill>
                <a:effectLst/>
                <a:latin typeface="Arial" panose="020B0604020202020204" pitchFamily="34" charset="0"/>
              </a:rPr>
              <a:t>tooling interface</a:t>
            </a:r>
            <a:r>
              <a:rPr kumimoji="0" lang="en-PK" altLang="en-PK" sz="2400" u="none" strike="noStrike" cap="none" normalizeH="0" dirty="0">
                <a:ln>
                  <a:noFill/>
                </a:ln>
                <a:solidFill>
                  <a:schemeClr val="tx1"/>
                </a:solidFill>
                <a:effectLst/>
                <a:latin typeface="Arial" panose="020B0604020202020204" pitchFamily="34" charset="0"/>
              </a:rPr>
              <a:t> allows an AI agent to interact with the outside world.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1" u="none" strike="noStrike" cap="none" normalizeH="0" dirty="0">
                <a:ln>
                  <a:noFill/>
                </a:ln>
                <a:solidFill>
                  <a:schemeClr val="tx1"/>
                </a:solidFill>
                <a:effectLst/>
                <a:latin typeface="Arial" panose="020B0604020202020204" pitchFamily="34" charset="0"/>
              </a:rPr>
              <a:t>Basic LLM Interaction:</a:t>
            </a:r>
            <a:r>
              <a:rPr kumimoji="0" lang="en-US" altLang="en-PK" sz="2400" b="1" u="none" strike="noStrike" cap="none" normalizeH="0" dirty="0">
                <a:ln>
                  <a:noFill/>
                </a:ln>
                <a:solidFill>
                  <a:schemeClr val="tx1"/>
                </a:solidFill>
                <a:effectLst/>
                <a:latin typeface="Arial" panose="020B0604020202020204" pitchFamily="34" charset="0"/>
              </a:rPr>
              <a:t> </a:t>
            </a:r>
            <a:r>
              <a:rPr kumimoji="0" lang="en-PK" altLang="en-PK" sz="2400" u="none" strike="noStrike" cap="none" normalizeH="0" dirty="0">
                <a:ln>
                  <a:noFill/>
                </a:ln>
                <a:solidFill>
                  <a:schemeClr val="tx1"/>
                </a:solidFill>
                <a:effectLst/>
                <a:latin typeface="Arial" panose="020B0604020202020204" pitchFamily="34" charset="0"/>
              </a:rPr>
              <a:t>Normally, an LLM communicates via </a:t>
            </a:r>
            <a:r>
              <a:rPr kumimoji="0" lang="en-PK" altLang="en-PK" sz="2400" i="1" u="sng" strike="noStrike" cap="none" normalizeH="0" dirty="0">
                <a:ln>
                  <a:noFill/>
                </a:ln>
                <a:solidFill>
                  <a:schemeClr val="tx1"/>
                </a:solidFill>
                <a:effectLst/>
                <a:latin typeface="Arial" panose="020B0604020202020204" pitchFamily="34" charset="0"/>
              </a:rPr>
              <a:t>text, image, or audio outputs</a:t>
            </a:r>
            <a:r>
              <a:rPr kumimoji="0" lang="en-PK" altLang="en-PK" sz="2400" u="none" strike="noStrike" cap="none" normalizeH="0" dirty="0">
                <a:ln>
                  <a:noFill/>
                </a:ln>
                <a:solidFill>
                  <a:schemeClr val="tx1"/>
                </a:solidFill>
                <a:effectLst/>
                <a:latin typeface="Arial" panose="020B0604020202020204" pitchFamily="34" charset="0"/>
              </a:rPr>
              <a:t>, generating tokens through deep neural networks.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1" u="none" strike="noStrike" cap="none" normalizeH="0" dirty="0">
                <a:ln>
                  <a:noFill/>
                </a:ln>
                <a:solidFill>
                  <a:schemeClr val="tx1"/>
                </a:solidFill>
                <a:effectLst/>
                <a:latin typeface="Arial" panose="020B0604020202020204" pitchFamily="34" charset="0"/>
              </a:rPr>
              <a:t>Outside World:</a:t>
            </a:r>
            <a:r>
              <a:rPr kumimoji="0" lang="en-US" altLang="en-PK" sz="2400" b="1" u="none" strike="noStrike" cap="none" normalizeH="0" dirty="0">
                <a:ln>
                  <a:noFill/>
                </a:ln>
                <a:solidFill>
                  <a:schemeClr val="tx1"/>
                </a:solidFill>
                <a:effectLst/>
                <a:latin typeface="Arial" panose="020B0604020202020204" pitchFamily="34" charset="0"/>
              </a:rPr>
              <a:t> </a:t>
            </a:r>
            <a:r>
              <a:rPr kumimoji="0" lang="en-PK" altLang="en-PK" sz="2400" u="none" strike="noStrike" cap="none" normalizeH="0" dirty="0">
                <a:ln>
                  <a:noFill/>
                </a:ln>
                <a:solidFill>
                  <a:schemeClr val="tx1"/>
                </a:solidFill>
                <a:effectLst/>
                <a:latin typeface="Arial" panose="020B0604020202020204" pitchFamily="34" charset="0"/>
              </a:rPr>
              <a:t>Refers to </a:t>
            </a:r>
            <a:r>
              <a:rPr kumimoji="0" lang="en-PK" altLang="en-PK" sz="2400" b="1" u="none" strike="noStrike" cap="none" normalizeH="0" dirty="0">
                <a:ln>
                  <a:noFill/>
                </a:ln>
                <a:solidFill>
                  <a:schemeClr val="tx1"/>
                </a:solidFill>
                <a:effectLst/>
                <a:latin typeface="Arial" panose="020B0604020202020204" pitchFamily="34" charset="0"/>
              </a:rPr>
              <a:t>external applications</a:t>
            </a:r>
            <a:r>
              <a:rPr kumimoji="0" lang="en-PK" altLang="en-PK" sz="2400" u="none" strike="noStrike" cap="none" normalizeH="0" dirty="0">
                <a:ln>
                  <a:noFill/>
                </a:ln>
                <a:solidFill>
                  <a:schemeClr val="tx1"/>
                </a:solidFill>
                <a:effectLst/>
                <a:latin typeface="Arial" panose="020B0604020202020204" pitchFamily="34" charset="0"/>
              </a:rPr>
              <a:t> — such as email, web search, or computer control.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1" u="none" strike="noStrike" cap="none" normalizeH="0" dirty="0">
                <a:ln>
                  <a:noFill/>
                </a:ln>
                <a:solidFill>
                  <a:schemeClr val="tx1"/>
                </a:solidFill>
                <a:effectLst/>
                <a:latin typeface="Arial" panose="020B0604020202020204" pitchFamily="34" charset="0"/>
              </a:rPr>
              <a:t>Purpose:</a:t>
            </a:r>
            <a:r>
              <a:rPr kumimoji="0" lang="en-US" altLang="en-PK" sz="2400" b="1" u="none" strike="noStrike" cap="none" normalizeH="0" dirty="0">
                <a:ln>
                  <a:noFill/>
                </a:ln>
                <a:solidFill>
                  <a:schemeClr val="tx1"/>
                </a:solidFill>
                <a:effectLst/>
                <a:latin typeface="Arial" panose="020B0604020202020204" pitchFamily="34" charset="0"/>
              </a:rPr>
              <a:t> </a:t>
            </a:r>
            <a:r>
              <a:rPr kumimoji="0" lang="en-PK" altLang="en-PK" sz="2400" u="none" strike="noStrike" cap="none" normalizeH="0" dirty="0">
                <a:ln>
                  <a:noFill/>
                </a:ln>
                <a:solidFill>
                  <a:schemeClr val="tx1"/>
                </a:solidFill>
                <a:effectLst/>
                <a:latin typeface="Arial" panose="020B0604020202020204" pitchFamily="34" charset="0"/>
              </a:rPr>
              <a:t>Enables the AI agent to </a:t>
            </a:r>
            <a:r>
              <a:rPr kumimoji="0" lang="en-PK" altLang="en-PK" sz="2400" b="1" u="none" strike="noStrike" cap="none" normalizeH="0" dirty="0">
                <a:ln>
                  <a:noFill/>
                </a:ln>
                <a:solidFill>
                  <a:schemeClr val="tx1"/>
                </a:solidFill>
                <a:effectLst/>
                <a:latin typeface="Arial" panose="020B0604020202020204" pitchFamily="34" charset="0"/>
              </a:rPr>
              <a:t>take actions</a:t>
            </a:r>
            <a:r>
              <a:rPr kumimoji="0" lang="en-PK" altLang="en-PK" sz="2400" u="none" strike="noStrike" cap="none" normalizeH="0" dirty="0">
                <a:ln>
                  <a:noFill/>
                </a:ln>
                <a:solidFill>
                  <a:schemeClr val="tx1"/>
                </a:solidFill>
                <a:effectLst/>
                <a:latin typeface="Arial" panose="020B0604020202020204" pitchFamily="34" charset="0"/>
              </a:rPr>
              <a:t> beyond conversation — acting as its </a:t>
            </a:r>
            <a:r>
              <a:rPr kumimoji="0" lang="en-PK" altLang="en-PK" sz="2400" b="1" u="none" strike="noStrike" cap="none" normalizeH="0" dirty="0">
                <a:ln>
                  <a:noFill/>
                </a:ln>
                <a:solidFill>
                  <a:schemeClr val="tx1"/>
                </a:solidFill>
                <a:effectLst/>
                <a:latin typeface="Arial" panose="020B0604020202020204" pitchFamily="34" charset="0"/>
              </a:rPr>
              <a:t>hands and eyes</a:t>
            </a:r>
            <a:r>
              <a:rPr kumimoji="0" lang="en-PK" altLang="en-PK" sz="2400" u="none" strike="noStrike" cap="none" normalizeH="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1" u="none" strike="noStrike" cap="none" normalizeH="0" dirty="0">
                <a:ln>
                  <a:noFill/>
                </a:ln>
                <a:solidFill>
                  <a:schemeClr val="tx1"/>
                </a:solidFill>
                <a:effectLst/>
                <a:latin typeface="Arial" panose="020B0604020202020204" pitchFamily="34" charset="0"/>
              </a:rPr>
              <a:t>Key Role:</a:t>
            </a:r>
            <a:r>
              <a:rPr kumimoji="0" lang="en-US" altLang="en-PK" sz="2400" b="1" u="none" strike="noStrike" cap="none" normalizeH="0" dirty="0">
                <a:ln>
                  <a:noFill/>
                </a:ln>
                <a:solidFill>
                  <a:schemeClr val="tx1"/>
                </a:solidFill>
                <a:effectLst/>
                <a:latin typeface="Arial" panose="020B0604020202020204" pitchFamily="34" charset="0"/>
              </a:rPr>
              <a:t> </a:t>
            </a:r>
            <a:r>
              <a:rPr kumimoji="0" lang="en-PK" altLang="en-PK" sz="2400" u="none" strike="noStrike" cap="none" normalizeH="0" dirty="0">
                <a:ln>
                  <a:noFill/>
                </a:ln>
                <a:solidFill>
                  <a:schemeClr val="tx1"/>
                </a:solidFill>
                <a:effectLst/>
                <a:latin typeface="Arial" panose="020B0604020202020204" pitchFamily="34" charset="0"/>
              </a:rPr>
              <a:t>Essential for connecting </a:t>
            </a:r>
            <a:r>
              <a:rPr kumimoji="0" lang="en-PK" altLang="en-PK" sz="2400" b="1" u="none" strike="noStrike" cap="none" normalizeH="0" dirty="0">
                <a:ln>
                  <a:noFill/>
                </a:ln>
                <a:solidFill>
                  <a:schemeClr val="tx1"/>
                </a:solidFill>
                <a:effectLst/>
                <a:latin typeface="Arial" panose="020B0604020202020204" pitchFamily="34" charset="0"/>
              </a:rPr>
              <a:t>reasoning (LLM)</a:t>
            </a:r>
            <a:r>
              <a:rPr kumimoji="0" lang="en-PK" altLang="en-PK" sz="2400" u="none" strike="noStrike" cap="none" normalizeH="0" dirty="0">
                <a:ln>
                  <a:noFill/>
                </a:ln>
                <a:solidFill>
                  <a:schemeClr val="tx1"/>
                </a:solidFill>
                <a:effectLst/>
                <a:latin typeface="Arial" panose="020B0604020202020204" pitchFamily="34" charset="0"/>
              </a:rPr>
              <a:t> with </a:t>
            </a:r>
            <a:r>
              <a:rPr kumimoji="0" lang="en-PK" altLang="en-PK" sz="2400" b="1" u="none" strike="noStrike" cap="none" normalizeH="0" dirty="0">
                <a:ln>
                  <a:noFill/>
                </a:ln>
                <a:solidFill>
                  <a:schemeClr val="tx1"/>
                </a:solidFill>
                <a:effectLst/>
                <a:latin typeface="Arial" panose="020B0604020202020204" pitchFamily="34" charset="0"/>
              </a:rPr>
              <a:t>real-world execution (tools)</a:t>
            </a:r>
            <a:r>
              <a:rPr kumimoji="0" lang="en-PK" altLang="en-PK" sz="2400" u="none" strike="noStrike" cap="none" normalizeH="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795683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44DFF-C830-7CC2-F7AC-98461C7CD58F}"/>
              </a:ext>
            </a:extLst>
          </p:cNvPr>
          <p:cNvSpPr>
            <a:spLocks noGrp="1"/>
          </p:cNvSpPr>
          <p:nvPr>
            <p:ph type="title"/>
          </p:nvPr>
        </p:nvSpPr>
        <p:spPr/>
        <p:txBody>
          <a:bodyPr/>
          <a:lstStyle/>
          <a:p>
            <a:r>
              <a:rPr lang="en-US" dirty="0"/>
              <a:t>Tooling interface</a:t>
            </a:r>
            <a:endParaRPr lang="en-PK" dirty="0"/>
          </a:p>
        </p:txBody>
      </p:sp>
      <p:sp>
        <p:nvSpPr>
          <p:cNvPr id="3" name="Content Placeholder 2">
            <a:extLst>
              <a:ext uri="{FF2B5EF4-FFF2-40B4-BE49-F238E27FC236}">
                <a16:creationId xmlns:a16="http://schemas.microsoft.com/office/drawing/2014/main" id="{53320D5C-13B6-1ECF-D89D-C8A8B4188D0E}"/>
              </a:ext>
            </a:extLst>
          </p:cNvPr>
          <p:cNvSpPr>
            <a:spLocks noGrp="1"/>
          </p:cNvSpPr>
          <p:nvPr>
            <p:ph idx="1"/>
          </p:nvPr>
        </p:nvSpPr>
        <p:spPr/>
        <p:txBody>
          <a:bodyPr>
            <a:normAutofit lnSpcReduction="10000"/>
          </a:bodyPr>
          <a:lstStyle/>
          <a:p>
            <a:r>
              <a:rPr lang="en-US" dirty="0"/>
              <a:t>For example, the framework for an AI agent that assists with email tools may include the following actions (again, in pseudocode):</a:t>
            </a:r>
          </a:p>
          <a:p>
            <a:pPr marR="2600"/>
            <a:r>
              <a:rPr lang="en-US" sz="2800" b="0" i="0" u="none" strike="noStrike" baseline="0" dirty="0">
                <a:solidFill>
                  <a:srgbClr val="373841"/>
                </a:solidFill>
                <a:latin typeface="Consolas" panose="020B0609020204030204" pitchFamily="49" charset="0"/>
              </a:rPr>
              <a:t>Action </a:t>
            </a:r>
            <a:r>
              <a:rPr lang="en-US" sz="2800" b="0" i="1" u="none" strike="noStrike" baseline="0" dirty="0">
                <a:solidFill>
                  <a:srgbClr val="9FA0A7"/>
                </a:solidFill>
                <a:latin typeface="Consolas" panose="020B0609020204030204" pitchFamily="49" charset="0"/>
              </a:rPr>
              <a:t>#1: Send an email </a:t>
            </a:r>
            <a:endParaRPr lang="en-US" sz="2800" b="0" i="0" u="none" strike="noStrike" baseline="0" dirty="0">
              <a:solidFill>
                <a:srgbClr val="9FA0A7"/>
              </a:solidFill>
              <a:latin typeface="Consolas" panose="020B0609020204030204" pitchFamily="49" charset="0"/>
            </a:endParaRPr>
          </a:p>
          <a:p>
            <a:pPr marR="2600" lvl="1"/>
            <a:r>
              <a:rPr lang="en-US" b="0" i="0" u="none" strike="noStrike" baseline="0" dirty="0">
                <a:solidFill>
                  <a:srgbClr val="373841"/>
                </a:solidFill>
                <a:latin typeface="Consolas" panose="020B0609020204030204" pitchFamily="49" charset="0"/>
              </a:rPr>
              <a:t>Description: Sends an email to a user </a:t>
            </a:r>
          </a:p>
          <a:p>
            <a:pPr marR="2600" lvl="1"/>
            <a:r>
              <a:rPr lang="en-US" b="0" i="0" u="none" strike="noStrike" baseline="0" dirty="0">
                <a:solidFill>
                  <a:srgbClr val="373841"/>
                </a:solidFill>
                <a:latin typeface="Consolas" panose="020B0609020204030204" pitchFamily="49" charset="0"/>
              </a:rPr>
              <a:t>Parameters: </a:t>
            </a:r>
            <a:r>
              <a:rPr lang="en-US" b="0" i="0" u="none" strike="noStrike" baseline="0" dirty="0" err="1">
                <a:solidFill>
                  <a:srgbClr val="373841"/>
                </a:solidFill>
                <a:latin typeface="Consolas" panose="020B0609020204030204" pitchFamily="49" charset="0"/>
              </a:rPr>
              <a:t>to_email_address</a:t>
            </a:r>
            <a:r>
              <a:rPr lang="en-US" b="0" i="0" u="none" strike="noStrike" baseline="0" dirty="0">
                <a:solidFill>
                  <a:srgbClr val="373841"/>
                </a:solidFill>
                <a:latin typeface="Consolas" panose="020B0609020204030204" pitchFamily="49" charset="0"/>
              </a:rPr>
              <a:t>, </a:t>
            </a:r>
            <a:r>
              <a:rPr lang="en-US" b="0" i="0" u="none" strike="noStrike" baseline="0" dirty="0" err="1">
                <a:solidFill>
                  <a:srgbClr val="373841"/>
                </a:solidFill>
                <a:latin typeface="Consolas" panose="020B0609020204030204" pitchFamily="49" charset="0"/>
              </a:rPr>
              <a:t>email_subject</a:t>
            </a:r>
            <a:r>
              <a:rPr lang="en-US" b="0" i="0" u="none" strike="noStrike" baseline="0" dirty="0">
                <a:solidFill>
                  <a:srgbClr val="373841"/>
                </a:solidFill>
                <a:latin typeface="Consolas" panose="020B0609020204030204" pitchFamily="49" charset="0"/>
              </a:rPr>
              <a:t>, </a:t>
            </a:r>
            <a:r>
              <a:rPr lang="en-US" b="0" i="0" u="none" strike="noStrike" baseline="0" dirty="0" err="1">
                <a:solidFill>
                  <a:srgbClr val="373841"/>
                </a:solidFill>
                <a:latin typeface="Consolas" panose="020B0609020204030204" pitchFamily="49" charset="0"/>
              </a:rPr>
              <a:t>email_body</a:t>
            </a:r>
            <a:endParaRPr lang="en-US" b="0" i="0" u="none" strike="noStrike" baseline="0" dirty="0">
              <a:solidFill>
                <a:srgbClr val="373841"/>
              </a:solidFill>
              <a:latin typeface="Consolas" panose="020B0609020204030204" pitchFamily="49" charset="0"/>
            </a:endParaRPr>
          </a:p>
          <a:p>
            <a:pPr marR="2600"/>
            <a:r>
              <a:rPr lang="en-US" sz="2400" b="0" i="0" u="none" strike="noStrike" baseline="0" dirty="0">
                <a:solidFill>
                  <a:srgbClr val="373841"/>
                </a:solidFill>
                <a:latin typeface="Consolas" panose="020B0609020204030204" pitchFamily="49" charset="0"/>
              </a:rPr>
              <a:t>Action </a:t>
            </a:r>
            <a:r>
              <a:rPr lang="en-US" sz="2400" b="0" i="1" u="none" strike="noStrike" baseline="0" dirty="0">
                <a:solidFill>
                  <a:srgbClr val="9FA0A7"/>
                </a:solidFill>
                <a:latin typeface="Consolas" panose="020B0609020204030204" pitchFamily="49" charset="0"/>
              </a:rPr>
              <a:t>#2: List all emails </a:t>
            </a:r>
            <a:endParaRPr lang="en-US" sz="2400" b="0" i="0" u="none" strike="noStrike" baseline="0" dirty="0">
              <a:solidFill>
                <a:srgbClr val="9FA0A7"/>
              </a:solidFill>
              <a:latin typeface="Consolas" panose="020B0609020204030204" pitchFamily="49" charset="0"/>
            </a:endParaRPr>
          </a:p>
          <a:p>
            <a:pPr marR="2600" lvl="1"/>
            <a:r>
              <a:rPr lang="en-US" sz="2000" b="0" i="0" u="none" strike="noStrike" baseline="0" dirty="0">
                <a:solidFill>
                  <a:srgbClr val="373841"/>
                </a:solidFill>
                <a:latin typeface="Consolas" panose="020B0609020204030204" pitchFamily="49" charset="0"/>
              </a:rPr>
              <a:t>Description: Lists all emails, including </a:t>
            </a:r>
            <a:r>
              <a:rPr lang="en-US" sz="2000" b="0" i="0" u="none" strike="noStrike" baseline="0" dirty="0" err="1">
                <a:solidFill>
                  <a:srgbClr val="373841"/>
                </a:solidFill>
                <a:latin typeface="Consolas" panose="020B0609020204030204" pitchFamily="49" charset="0"/>
              </a:rPr>
              <a:t>email_id</a:t>
            </a:r>
            <a:r>
              <a:rPr lang="en-US" sz="2000" b="0" i="0" u="none" strike="noStrike" baseline="0" dirty="0">
                <a:solidFill>
                  <a:srgbClr val="373841"/>
                </a:solidFill>
                <a:latin typeface="Consolas" panose="020B0609020204030204" pitchFamily="49" charset="0"/>
              </a:rPr>
              <a:t> </a:t>
            </a:r>
          </a:p>
          <a:p>
            <a:pPr marR="2600" lvl="1"/>
            <a:r>
              <a:rPr lang="en-US" sz="2000" b="0" i="0" u="none" strike="noStrike" baseline="0" dirty="0">
                <a:solidFill>
                  <a:srgbClr val="373841"/>
                </a:solidFill>
                <a:latin typeface="Consolas" panose="020B0609020204030204" pitchFamily="49" charset="0"/>
              </a:rPr>
              <a:t>Parameters: </a:t>
            </a:r>
            <a:r>
              <a:rPr lang="en-US" sz="2000" b="0" i="0" u="none" strike="noStrike" baseline="0" dirty="0" err="1">
                <a:solidFill>
                  <a:srgbClr val="373841"/>
                </a:solidFill>
                <a:latin typeface="Consolas" panose="020B0609020204030204" pitchFamily="49" charset="0"/>
              </a:rPr>
              <a:t>search_term</a:t>
            </a:r>
            <a:r>
              <a:rPr lang="en-US" sz="2000" b="0" i="0" u="none" strike="noStrike" baseline="0" dirty="0">
                <a:solidFill>
                  <a:srgbClr val="373841"/>
                </a:solidFill>
                <a:latin typeface="Consolas" panose="020B0609020204030204" pitchFamily="49" charset="0"/>
              </a:rPr>
              <a:t> (optional)</a:t>
            </a:r>
          </a:p>
          <a:p>
            <a:pPr marR="2600"/>
            <a:r>
              <a:rPr lang="en-US" sz="2400" b="0" i="0" u="none" strike="noStrike" baseline="0" dirty="0">
                <a:solidFill>
                  <a:srgbClr val="373841"/>
                </a:solidFill>
                <a:latin typeface="Consolas" panose="020B0609020204030204" pitchFamily="49" charset="0"/>
              </a:rPr>
              <a:t>Action </a:t>
            </a:r>
            <a:r>
              <a:rPr lang="en-US" sz="2400" b="0" i="1" u="none" strike="noStrike" baseline="0" dirty="0">
                <a:solidFill>
                  <a:srgbClr val="9FA0A7"/>
                </a:solidFill>
                <a:latin typeface="Consolas" panose="020B0609020204030204" pitchFamily="49" charset="0"/>
              </a:rPr>
              <a:t>#3: Read an email </a:t>
            </a:r>
            <a:endParaRPr lang="en-US" sz="2400" b="0" i="0" u="none" strike="noStrike" baseline="0" dirty="0">
              <a:solidFill>
                <a:srgbClr val="9FA0A7"/>
              </a:solidFill>
              <a:latin typeface="Consolas" panose="020B0609020204030204" pitchFamily="49" charset="0"/>
            </a:endParaRPr>
          </a:p>
          <a:p>
            <a:pPr marR="2600" lvl="1"/>
            <a:r>
              <a:rPr lang="en-US" sz="2000" b="0" i="0" u="none" strike="noStrike" baseline="0" dirty="0">
                <a:solidFill>
                  <a:srgbClr val="373841"/>
                </a:solidFill>
                <a:latin typeface="Consolas" panose="020B0609020204030204" pitchFamily="49" charset="0"/>
              </a:rPr>
              <a:t>Description: Returns the content of an email </a:t>
            </a:r>
          </a:p>
          <a:p>
            <a:pPr marR="2600" lvl="1"/>
            <a:r>
              <a:rPr lang="en-US" sz="2000" b="0" i="0" u="none" strike="noStrike" baseline="0" dirty="0">
                <a:solidFill>
                  <a:srgbClr val="373841"/>
                </a:solidFill>
                <a:latin typeface="Consolas" panose="020B0609020204030204" pitchFamily="49" charset="0"/>
              </a:rPr>
              <a:t>Parameter: </a:t>
            </a:r>
            <a:r>
              <a:rPr lang="en-US" sz="2000" b="0" i="0" u="none" strike="noStrike" baseline="0" dirty="0" err="1">
                <a:solidFill>
                  <a:srgbClr val="373841"/>
                </a:solidFill>
                <a:latin typeface="Consolas" panose="020B0609020204030204" pitchFamily="49" charset="0"/>
              </a:rPr>
              <a:t>email_id</a:t>
            </a:r>
            <a:endParaRPr lang="en-US" b="0" i="0" u="none" strike="noStrike" baseline="0" dirty="0">
              <a:solidFill>
                <a:srgbClr val="373841"/>
              </a:solidFill>
              <a:latin typeface="Consolas" panose="020B0609020204030204" pitchFamily="49" charset="0"/>
            </a:endParaRPr>
          </a:p>
        </p:txBody>
      </p:sp>
    </p:spTree>
    <p:extLst>
      <p:ext uri="{BB962C8B-B14F-4D97-AF65-F5344CB8AC3E}">
        <p14:creationId xmlns:p14="http://schemas.microsoft.com/office/powerpoint/2010/main" val="701638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2C338-8689-0093-B1BE-28A96B02E832}"/>
              </a:ext>
            </a:extLst>
          </p:cNvPr>
          <p:cNvSpPr>
            <a:spLocks noGrp="1"/>
          </p:cNvSpPr>
          <p:nvPr>
            <p:ph type="title"/>
          </p:nvPr>
        </p:nvSpPr>
        <p:spPr/>
        <p:txBody>
          <a:bodyPr/>
          <a:lstStyle/>
          <a:p>
            <a:r>
              <a:rPr lang="en-US" dirty="0"/>
              <a:t>Tooling interface</a:t>
            </a:r>
            <a:endParaRPr lang="en-PK" dirty="0"/>
          </a:p>
        </p:txBody>
      </p:sp>
      <p:sp>
        <p:nvSpPr>
          <p:cNvPr id="3" name="Content Placeholder 2">
            <a:extLst>
              <a:ext uri="{FF2B5EF4-FFF2-40B4-BE49-F238E27FC236}">
                <a16:creationId xmlns:a16="http://schemas.microsoft.com/office/drawing/2014/main" id="{F33702BA-1008-564D-B00C-0EE873285F93}"/>
              </a:ext>
            </a:extLst>
          </p:cNvPr>
          <p:cNvSpPr>
            <a:spLocks noGrp="1"/>
          </p:cNvSpPr>
          <p:nvPr>
            <p:ph idx="1"/>
          </p:nvPr>
        </p:nvSpPr>
        <p:spPr/>
        <p:txBody>
          <a:bodyPr>
            <a:normAutofit lnSpcReduction="10000"/>
          </a:bodyPr>
          <a:lstStyle/>
          <a:p>
            <a:r>
              <a:rPr lang="en-US" sz="2800" b="0" i="0" u="none" strike="noStrike" baseline="0" dirty="0">
                <a:solidFill>
                  <a:srgbClr val="000000"/>
                </a:solidFill>
                <a:latin typeface="Crimson Pro ExtraLight"/>
              </a:rPr>
              <a:t>When an AI agent is </a:t>
            </a:r>
            <a:r>
              <a:rPr lang="en-US" sz="2800" b="0" i="1" u="sng" strike="noStrike" baseline="0" dirty="0">
                <a:solidFill>
                  <a:srgbClr val="000000"/>
                </a:solidFill>
                <a:latin typeface="Crimson Pro ExtraLight"/>
              </a:rPr>
              <a:t>created with these tools</a:t>
            </a:r>
            <a:r>
              <a:rPr lang="en-US" sz="2800" b="0" i="0" u="none" strike="noStrike" baseline="0" dirty="0">
                <a:solidFill>
                  <a:srgbClr val="000000"/>
                </a:solidFill>
                <a:latin typeface="Crimson Pro ExtraLight"/>
              </a:rPr>
              <a:t>(mentioned in previous slide), its </a:t>
            </a:r>
            <a:r>
              <a:rPr lang="en-US" sz="2800" b="0" i="1" u="sng" strike="noStrike" baseline="0" dirty="0">
                <a:solidFill>
                  <a:srgbClr val="000000"/>
                </a:solidFill>
                <a:latin typeface="Crimson Pro ExtraLight"/>
              </a:rPr>
              <a:t>model and control logic framework decides </a:t>
            </a:r>
            <a:r>
              <a:rPr lang="en-US" sz="2800" b="0" i="0" u="sng" strike="noStrike" baseline="0" dirty="0">
                <a:solidFill>
                  <a:srgbClr val="000000"/>
                </a:solidFill>
                <a:latin typeface="Crimson Pro ExtraLight"/>
              </a:rPr>
              <a:t>when to use these actions</a:t>
            </a:r>
            <a:r>
              <a:rPr lang="en-US" sz="2800" b="0" i="0" u="none" strike="noStrike" baseline="0" dirty="0">
                <a:solidFill>
                  <a:srgbClr val="000000"/>
                </a:solidFill>
                <a:latin typeface="Crimson Pro ExtraLight"/>
              </a:rPr>
              <a:t> and determines the correct inputs for these actions.</a:t>
            </a:r>
          </a:p>
          <a:p>
            <a:r>
              <a:rPr lang="en-US" sz="2800" b="0" i="0" u="none" strike="noStrike" baseline="0" dirty="0">
                <a:solidFill>
                  <a:srgbClr val="000000"/>
                </a:solidFill>
                <a:latin typeface="Crimson Pro ExtraLight"/>
              </a:rPr>
              <a:t>For example, an AI agent may be given the </a:t>
            </a:r>
            <a:r>
              <a:rPr lang="en-US" sz="2800" b="0" i="0" u="sng" strike="noStrike" baseline="0" dirty="0">
                <a:solidFill>
                  <a:srgbClr val="000000"/>
                </a:solidFill>
                <a:latin typeface="Crimson Pro ExtraLight"/>
              </a:rPr>
              <a:t>task </a:t>
            </a:r>
            <a:r>
              <a:rPr lang="en-US" sz="2800" b="0" i="0" u="none" strike="noStrike" baseline="0" dirty="0">
                <a:solidFill>
                  <a:srgbClr val="000000"/>
                </a:solidFill>
                <a:latin typeface="Crimson Pro ExtraLight"/>
              </a:rPr>
              <a:t>of </a:t>
            </a:r>
            <a:r>
              <a:rPr lang="en-US" sz="2800" b="0" i="0" u="sng" strike="noStrike" baseline="0" dirty="0">
                <a:solidFill>
                  <a:srgbClr val="000000"/>
                </a:solidFill>
                <a:latin typeface="Crimson Pro ExtraLight"/>
              </a:rPr>
              <a:t>finding all emails related to </a:t>
            </a:r>
            <a:r>
              <a:rPr lang="en-US" sz="2800" b="0" i="0" u="none" strike="noStrike" baseline="0" dirty="0">
                <a:solidFill>
                  <a:srgbClr val="000000"/>
                </a:solidFill>
                <a:latin typeface="Crimson Pro ExtraLight"/>
              </a:rPr>
              <a:t>the </a:t>
            </a:r>
            <a:r>
              <a:rPr lang="en-US" sz="2800" b="0" i="1" u="none" strike="noStrike" baseline="0" dirty="0">
                <a:solidFill>
                  <a:srgbClr val="000000"/>
                </a:solidFill>
                <a:latin typeface="Crimson Pro ExtraLight"/>
              </a:rPr>
              <a:t>coffee expansion proposal</a:t>
            </a:r>
            <a:r>
              <a:rPr lang="en-US" sz="2800" b="0" i="0" u="none" strike="noStrike" baseline="0" dirty="0">
                <a:solidFill>
                  <a:srgbClr val="000000"/>
                </a:solidFill>
                <a:latin typeface="Crimson Pro ExtraLight"/>
              </a:rPr>
              <a:t>, </a:t>
            </a:r>
            <a:r>
              <a:rPr lang="en-US" sz="2800" b="0" i="0" u="sng" strike="noStrike" baseline="0" dirty="0">
                <a:solidFill>
                  <a:srgbClr val="000000"/>
                </a:solidFill>
                <a:latin typeface="Crimson Pro ExtraLight"/>
              </a:rPr>
              <a:t>summarizing them</a:t>
            </a:r>
            <a:r>
              <a:rPr lang="en-US" sz="2800" b="0" i="0" u="none" strike="noStrike" baseline="0" dirty="0">
                <a:solidFill>
                  <a:srgbClr val="000000"/>
                </a:solidFill>
                <a:latin typeface="Crimson Pro ExtraLight"/>
              </a:rPr>
              <a:t>, and </a:t>
            </a:r>
            <a:r>
              <a:rPr lang="en-US" sz="2800" b="0" i="0" u="sng" strike="noStrike" baseline="0" dirty="0">
                <a:solidFill>
                  <a:srgbClr val="000000"/>
                </a:solidFill>
                <a:latin typeface="Crimson Pro ExtraLight"/>
              </a:rPr>
              <a:t>sending the summary </a:t>
            </a:r>
            <a:r>
              <a:rPr lang="en-US" sz="2800" b="0" i="0" u="none" strike="noStrike" baseline="0" dirty="0">
                <a:solidFill>
                  <a:srgbClr val="000000"/>
                </a:solidFill>
                <a:latin typeface="Crimson Pro ExtraLight"/>
              </a:rPr>
              <a:t>to the user’s manager. </a:t>
            </a:r>
          </a:p>
          <a:p>
            <a:r>
              <a:rPr lang="en-US" sz="2800" b="0" i="0" u="sng" strike="noStrike" baseline="0" dirty="0">
                <a:solidFill>
                  <a:srgbClr val="000000"/>
                </a:solidFill>
                <a:latin typeface="Crimson Pro ExtraLight"/>
              </a:rPr>
              <a:t>In that case</a:t>
            </a:r>
            <a:r>
              <a:rPr lang="en-US" sz="2800" b="0" i="0" u="none" strike="noStrike" baseline="0" dirty="0">
                <a:solidFill>
                  <a:srgbClr val="000000"/>
                </a:solidFill>
                <a:latin typeface="Crimson Pro ExtraLight"/>
              </a:rPr>
              <a:t>, the AI agent would </a:t>
            </a:r>
            <a:r>
              <a:rPr lang="en-US" sz="2800" b="0" i="1" u="sng" strike="noStrike" baseline="0" dirty="0">
                <a:solidFill>
                  <a:srgbClr val="000000"/>
                </a:solidFill>
                <a:latin typeface="Crimson Pro ExtraLight"/>
              </a:rPr>
              <a:t>first call the </a:t>
            </a:r>
            <a:r>
              <a:rPr lang="en-US" sz="2400" b="0" i="1" u="sng" strike="noStrike" baseline="0" dirty="0">
                <a:solidFill>
                  <a:srgbClr val="000000"/>
                </a:solidFill>
                <a:latin typeface="Consolas" panose="020B0609020204030204" pitchFamily="49" charset="0"/>
              </a:rPr>
              <a:t>List all emails </a:t>
            </a:r>
            <a:r>
              <a:rPr lang="en-US" sz="2800" b="0" i="1" u="sng" strike="noStrike" baseline="0" dirty="0">
                <a:solidFill>
                  <a:srgbClr val="000000"/>
                </a:solidFill>
                <a:latin typeface="Crimson Pro ExtraLight"/>
              </a:rPr>
              <a:t>action </a:t>
            </a:r>
            <a:r>
              <a:rPr lang="en-US" sz="2800" b="0" i="0" u="none" strike="noStrike" baseline="0" dirty="0">
                <a:solidFill>
                  <a:srgbClr val="000000"/>
                </a:solidFill>
                <a:latin typeface="Crimson Pro ExtraLight"/>
              </a:rPr>
              <a:t>with </a:t>
            </a:r>
            <a:r>
              <a:rPr lang="en-US" sz="2800" b="0" i="1" u="sng" strike="noStrike" baseline="0" dirty="0">
                <a:solidFill>
                  <a:srgbClr val="000000"/>
                </a:solidFill>
                <a:latin typeface="Crimson Pro ExtraLight"/>
              </a:rPr>
              <a:t>the search term </a:t>
            </a:r>
            <a:r>
              <a:rPr lang="en-US" sz="2400" b="0" i="1" u="sng" strike="noStrike" baseline="0" dirty="0">
                <a:solidFill>
                  <a:srgbClr val="000000"/>
                </a:solidFill>
                <a:latin typeface="Consolas" panose="020B0609020204030204" pitchFamily="49" charset="0"/>
              </a:rPr>
              <a:t>coffee expansion proposal </a:t>
            </a:r>
            <a:r>
              <a:rPr lang="en-US" sz="2800" b="0" i="0" u="none" strike="noStrike" baseline="0" dirty="0">
                <a:solidFill>
                  <a:srgbClr val="000000"/>
                </a:solidFill>
                <a:latin typeface="Crimson Pro ExtraLight"/>
              </a:rPr>
              <a:t>or something similar, use the </a:t>
            </a:r>
            <a:r>
              <a:rPr lang="en-US" sz="2400" b="0" i="0" u="none" strike="noStrike" baseline="0" dirty="0">
                <a:solidFill>
                  <a:srgbClr val="000000"/>
                </a:solidFill>
                <a:latin typeface="Consolas" panose="020B0609020204030204" pitchFamily="49" charset="0"/>
              </a:rPr>
              <a:t>Read an email </a:t>
            </a:r>
            <a:r>
              <a:rPr lang="en-US" sz="2800" b="0" i="0" u="none" strike="noStrike" baseline="0" dirty="0">
                <a:solidFill>
                  <a:srgbClr val="000000"/>
                </a:solidFill>
                <a:latin typeface="Crimson Pro ExtraLight"/>
              </a:rPr>
              <a:t>action to read them, summarize them using the LLM, and then use the </a:t>
            </a:r>
            <a:r>
              <a:rPr lang="en-US" sz="2400" b="0" i="0" u="none" strike="noStrike" baseline="0" dirty="0">
                <a:solidFill>
                  <a:srgbClr val="000000"/>
                </a:solidFill>
                <a:latin typeface="Consolas" panose="020B0609020204030204" pitchFamily="49" charset="0"/>
              </a:rPr>
              <a:t>Send an email </a:t>
            </a:r>
            <a:r>
              <a:rPr lang="en-US" sz="2800" b="0" i="0" u="none" strike="noStrike" baseline="0" dirty="0">
                <a:solidFill>
                  <a:srgbClr val="000000"/>
                </a:solidFill>
                <a:latin typeface="Crimson Pro ExtraLight"/>
              </a:rPr>
              <a:t>action to send the summary.</a:t>
            </a:r>
            <a:endParaRPr lang="en-PK" dirty="0"/>
          </a:p>
        </p:txBody>
      </p:sp>
    </p:spTree>
    <p:extLst>
      <p:ext uri="{BB962C8B-B14F-4D97-AF65-F5344CB8AC3E}">
        <p14:creationId xmlns:p14="http://schemas.microsoft.com/office/powerpoint/2010/main" val="2380117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C07F0-D35C-4159-5ED2-0AA935B31FB8}"/>
              </a:ext>
            </a:extLst>
          </p:cNvPr>
          <p:cNvSpPr>
            <a:spLocks noGrp="1"/>
          </p:cNvSpPr>
          <p:nvPr>
            <p:ph type="title"/>
          </p:nvPr>
        </p:nvSpPr>
        <p:spPr/>
        <p:txBody>
          <a:bodyPr/>
          <a:lstStyle/>
          <a:p>
            <a:r>
              <a:rPr lang="en-US" dirty="0"/>
              <a:t>Tooling interface</a:t>
            </a:r>
            <a:endParaRPr lang="en-PK" dirty="0"/>
          </a:p>
        </p:txBody>
      </p:sp>
      <p:sp>
        <p:nvSpPr>
          <p:cNvPr id="4" name="Rectangle 1">
            <a:extLst>
              <a:ext uri="{FF2B5EF4-FFF2-40B4-BE49-F238E27FC236}">
                <a16:creationId xmlns:a16="http://schemas.microsoft.com/office/drawing/2014/main" id="{BEFA68D1-F80E-D71F-967F-29030D7B964D}"/>
              </a:ext>
            </a:extLst>
          </p:cNvPr>
          <p:cNvSpPr>
            <a:spLocks noGrp="1" noChangeArrowheads="1"/>
          </p:cNvSpPr>
          <p:nvPr>
            <p:ph idx="1"/>
          </p:nvPr>
        </p:nvSpPr>
        <p:spPr bwMode="auto">
          <a:xfrm>
            <a:off x="838200" y="1800693"/>
            <a:ext cx="1051560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rial" panose="020B0604020202020204" pitchFamily="34" charset="0"/>
              </a:rPr>
              <a:t>They </a:t>
            </a:r>
            <a:r>
              <a:rPr kumimoji="0" lang="en-PK" altLang="en-PK" b="1" i="0" u="none" strike="noStrike" cap="none" normalizeH="0" baseline="0" dirty="0">
                <a:ln>
                  <a:noFill/>
                </a:ln>
                <a:solidFill>
                  <a:schemeClr val="tx1"/>
                </a:solidFill>
                <a:effectLst/>
                <a:latin typeface="Arial" panose="020B0604020202020204" pitchFamily="34" charset="0"/>
              </a:rPr>
              <a:t>recognize available tools</a:t>
            </a:r>
            <a:r>
              <a:rPr kumimoji="0" lang="en-PK" altLang="en-PK" b="0" i="0" u="none" strike="noStrike" cap="none" normalizeH="0" baseline="0" dirty="0">
                <a:ln>
                  <a:noFill/>
                </a:ln>
                <a:solidFill>
                  <a:schemeClr val="tx1"/>
                </a:solidFill>
                <a:effectLst/>
                <a:latin typeface="Arial" panose="020B0604020202020204" pitchFamily="34" charset="0"/>
              </a:rPr>
              <a:t> automatically by including their </a:t>
            </a:r>
            <a:r>
              <a:rPr kumimoji="0" lang="en-PK" altLang="en-PK" b="0" i="0" u="sng" strike="noStrike" cap="none" normalizeH="0" baseline="0" dirty="0">
                <a:ln>
                  <a:noFill/>
                </a:ln>
                <a:solidFill>
                  <a:schemeClr val="tx1"/>
                </a:solidFill>
                <a:effectLst/>
                <a:latin typeface="Arial" panose="020B0604020202020204" pitchFamily="34" charset="0"/>
              </a:rPr>
              <a:t>names</a:t>
            </a:r>
            <a:r>
              <a:rPr kumimoji="0" lang="en-PK" altLang="en-PK" b="0" i="0" u="none" strike="noStrike" cap="none" normalizeH="0" baseline="0" dirty="0">
                <a:ln>
                  <a:noFill/>
                </a:ln>
                <a:solidFill>
                  <a:schemeClr val="tx1"/>
                </a:solidFill>
                <a:effectLst/>
                <a:latin typeface="Arial" panose="020B0604020202020204" pitchFamily="34" charset="0"/>
              </a:rPr>
              <a:t>, </a:t>
            </a:r>
            <a:r>
              <a:rPr kumimoji="0" lang="en-PK" altLang="en-PK" b="0" i="0" u="sng" strike="noStrike" cap="none" normalizeH="0" baseline="0" dirty="0">
                <a:ln>
                  <a:noFill/>
                </a:ln>
                <a:solidFill>
                  <a:schemeClr val="tx1"/>
                </a:solidFill>
                <a:effectLst/>
                <a:latin typeface="Arial" panose="020B0604020202020204" pitchFamily="34" charset="0"/>
              </a:rPr>
              <a:t>definitions</a:t>
            </a:r>
            <a:r>
              <a:rPr kumimoji="0" lang="en-PK" altLang="en-PK" b="0" i="0" u="none" strike="noStrike" cap="none" normalizeH="0" baseline="0" dirty="0">
                <a:ln>
                  <a:noFill/>
                </a:ln>
                <a:solidFill>
                  <a:schemeClr val="tx1"/>
                </a:solidFill>
                <a:effectLst/>
                <a:latin typeface="Arial" panose="020B0604020202020204" pitchFamily="34" charset="0"/>
              </a:rPr>
              <a:t>, and parameters in the system prompt.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rial" panose="020B0604020202020204" pitchFamily="34" charset="0"/>
              </a:rPr>
              <a:t>They </a:t>
            </a:r>
            <a:r>
              <a:rPr kumimoji="0" lang="en-PK" altLang="en-PK" b="1" i="0" u="none" strike="noStrike" cap="none" normalizeH="0" baseline="0" dirty="0">
                <a:ln>
                  <a:noFill/>
                </a:ln>
                <a:solidFill>
                  <a:schemeClr val="tx1"/>
                </a:solidFill>
                <a:effectLst/>
                <a:latin typeface="Arial" panose="020B0604020202020204" pitchFamily="34" charset="0"/>
              </a:rPr>
              <a:t>execute tool actions</a:t>
            </a:r>
            <a:r>
              <a:rPr kumimoji="0" lang="en-PK" altLang="en-PK" b="0" i="0" u="none" strike="noStrike" cap="none" normalizeH="0" baseline="0" dirty="0">
                <a:ln>
                  <a:noFill/>
                </a:ln>
                <a:solidFill>
                  <a:schemeClr val="tx1"/>
                </a:solidFill>
                <a:effectLst/>
                <a:latin typeface="Arial" panose="020B0604020202020204" pitchFamily="34" charset="0"/>
              </a:rPr>
              <a:t> automatically, either locally (function calls on the same machine) or remotely (API calls to a server).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rial" panose="020B0604020202020204" pitchFamily="34" charset="0"/>
              </a:rPr>
              <a:t>They </a:t>
            </a:r>
            <a:r>
              <a:rPr kumimoji="0" lang="en-PK" altLang="en-PK" b="1" i="0" u="none" strike="noStrike" cap="none" normalizeH="0" baseline="0" dirty="0">
                <a:ln>
                  <a:noFill/>
                </a:ln>
                <a:solidFill>
                  <a:schemeClr val="tx1"/>
                </a:solidFill>
                <a:effectLst/>
                <a:latin typeface="Arial" panose="020B0604020202020204" pitchFamily="34" charset="0"/>
              </a:rPr>
              <a:t>receive and forward tool outputs</a:t>
            </a:r>
            <a:r>
              <a:rPr kumimoji="0" lang="en-PK" altLang="en-PK" b="0" i="0" u="none" strike="noStrike" cap="none" normalizeH="0" baseline="0" dirty="0">
                <a:ln>
                  <a:noFill/>
                </a:ln>
                <a:solidFill>
                  <a:schemeClr val="tx1"/>
                </a:solidFill>
                <a:effectLst/>
                <a:latin typeface="Arial" panose="020B0604020202020204" pitchFamily="34" charset="0"/>
              </a:rPr>
              <a:t> back to the model through the agentic framework.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rial" panose="020B0604020202020204" pitchFamily="34" charset="0"/>
              </a:rPr>
              <a:t>Since tools are essential for enabling </a:t>
            </a:r>
            <a:r>
              <a:rPr kumimoji="0" lang="en-PK" altLang="en-PK" b="0" i="0" u="sng" strike="noStrike" cap="none" normalizeH="0" baseline="0" dirty="0">
                <a:ln>
                  <a:noFill/>
                </a:ln>
                <a:solidFill>
                  <a:schemeClr val="tx1"/>
                </a:solidFill>
                <a:effectLst/>
                <a:latin typeface="Arial" panose="020B0604020202020204" pitchFamily="34" charset="0"/>
              </a:rPr>
              <a:t>real-world interactions</a:t>
            </a:r>
            <a:r>
              <a:rPr kumimoji="0" lang="en-PK" altLang="en-PK" b="0" i="0" u="none" strike="noStrike" cap="none" normalizeH="0" baseline="0" dirty="0">
                <a:ln>
                  <a:noFill/>
                </a:ln>
                <a:solidFill>
                  <a:schemeClr val="tx1"/>
                </a:solidFill>
                <a:effectLst/>
                <a:latin typeface="Arial" panose="020B0604020202020204" pitchFamily="34" charset="0"/>
              </a:rPr>
              <a:t>, </a:t>
            </a:r>
            <a:r>
              <a:rPr kumimoji="0" lang="en-PK" altLang="en-PK" b="1" i="0" u="none" strike="noStrike" cap="none" normalizeH="0" baseline="0" dirty="0">
                <a:ln>
                  <a:noFill/>
                </a:ln>
                <a:solidFill>
                  <a:schemeClr val="tx1"/>
                </a:solidFill>
                <a:effectLst/>
                <a:latin typeface="Arial" panose="020B0604020202020204" pitchFamily="34" charset="0"/>
              </a:rPr>
              <a:t>designing and managing tools</a:t>
            </a:r>
            <a:r>
              <a:rPr kumimoji="0" lang="en-PK" altLang="en-PK" b="0" i="0" u="none" strike="noStrike" cap="none" normalizeH="0" baseline="0" dirty="0">
                <a:ln>
                  <a:noFill/>
                </a:ln>
                <a:solidFill>
                  <a:schemeClr val="tx1"/>
                </a:solidFill>
                <a:effectLst/>
                <a:latin typeface="Arial" panose="020B0604020202020204" pitchFamily="34" charset="0"/>
              </a:rPr>
              <a:t>—including their logic, </a:t>
            </a:r>
            <a:r>
              <a:rPr kumimoji="0" lang="en-PK" altLang="en-PK" b="0" i="0" u="sng" strike="noStrike" cap="none" normalizeH="0" baseline="0" dirty="0">
                <a:ln>
                  <a:noFill/>
                </a:ln>
                <a:solidFill>
                  <a:schemeClr val="tx1"/>
                </a:solidFill>
                <a:effectLst/>
                <a:latin typeface="Arial" panose="020B0604020202020204" pitchFamily="34" charset="0"/>
              </a:rPr>
              <a:t>parameters</a:t>
            </a:r>
            <a:r>
              <a:rPr kumimoji="0" lang="en-PK" altLang="en-PK" b="0" i="0" u="none" strike="noStrike" cap="none" normalizeH="0" baseline="0" dirty="0">
                <a:ln>
                  <a:noFill/>
                </a:ln>
                <a:solidFill>
                  <a:schemeClr val="tx1"/>
                </a:solidFill>
                <a:effectLst/>
                <a:latin typeface="Arial" panose="020B0604020202020204" pitchFamily="34" charset="0"/>
              </a:rPr>
              <a:t>, </a:t>
            </a:r>
            <a:r>
              <a:rPr kumimoji="0" lang="en-PK" altLang="en-PK" b="0" i="0" u="sng" strike="noStrike" cap="none" normalizeH="0" baseline="0" dirty="0">
                <a:ln>
                  <a:noFill/>
                </a:ln>
                <a:solidFill>
                  <a:schemeClr val="tx1"/>
                </a:solidFill>
                <a:effectLst/>
                <a:latin typeface="Arial" panose="020B0604020202020204" pitchFamily="34" charset="0"/>
              </a:rPr>
              <a:t>registration, selection</a:t>
            </a:r>
            <a:r>
              <a:rPr kumimoji="0" lang="en-PK" altLang="en-PK" b="0" i="0" u="none" strike="noStrike" cap="none" normalizeH="0" baseline="0" dirty="0">
                <a:ln>
                  <a:noFill/>
                </a:ln>
                <a:solidFill>
                  <a:schemeClr val="tx1"/>
                </a:solidFill>
                <a:effectLst/>
                <a:latin typeface="Arial" panose="020B0604020202020204" pitchFamily="34" charset="0"/>
              </a:rPr>
              <a:t>, and </a:t>
            </a:r>
            <a:r>
              <a:rPr kumimoji="0" lang="en-PK" altLang="en-PK" b="0" i="0" u="sng" strike="noStrike" cap="none" normalizeH="0" baseline="0" dirty="0">
                <a:ln>
                  <a:noFill/>
                </a:ln>
                <a:solidFill>
                  <a:schemeClr val="tx1"/>
                </a:solidFill>
                <a:effectLst/>
                <a:latin typeface="Arial" panose="020B0604020202020204" pitchFamily="34" charset="0"/>
              </a:rPr>
              <a:t>error handling</a:t>
            </a:r>
            <a:r>
              <a:rPr kumimoji="0" lang="en-PK" altLang="en-PK" b="0" i="0" u="none" strike="noStrike" cap="none" normalizeH="0" baseline="0" dirty="0">
                <a:ln>
                  <a:noFill/>
                </a:ln>
                <a:solidFill>
                  <a:schemeClr val="tx1"/>
                </a:solidFill>
                <a:effectLst/>
                <a:latin typeface="Arial" panose="020B0604020202020204" pitchFamily="34" charset="0"/>
              </a:rPr>
              <a:t>—is a core skill in building AI agents and deserves dedicated focus.</a:t>
            </a:r>
          </a:p>
        </p:txBody>
      </p:sp>
    </p:spTree>
    <p:extLst>
      <p:ext uri="{BB962C8B-B14F-4D97-AF65-F5344CB8AC3E}">
        <p14:creationId xmlns:p14="http://schemas.microsoft.com/office/powerpoint/2010/main" val="31465979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9A8F12-D587-3CC8-0562-443E7D1B0544}"/>
              </a:ext>
            </a:extLst>
          </p:cNvPr>
          <p:cNvSpPr>
            <a:spLocks noGrp="1"/>
          </p:cNvSpPr>
          <p:nvPr>
            <p:ph type="ctrTitle"/>
          </p:nvPr>
        </p:nvSpPr>
        <p:spPr/>
        <p:txBody>
          <a:bodyPr/>
          <a:lstStyle/>
          <a:p>
            <a:r>
              <a:rPr lang="en-US" b="1" dirty="0"/>
              <a:t>Memory and knowledge</a:t>
            </a:r>
            <a:endParaRPr lang="en-PK" dirty="0"/>
          </a:p>
        </p:txBody>
      </p:sp>
      <p:sp>
        <p:nvSpPr>
          <p:cNvPr id="5" name="Subtitle 4">
            <a:extLst>
              <a:ext uri="{FF2B5EF4-FFF2-40B4-BE49-F238E27FC236}">
                <a16:creationId xmlns:a16="http://schemas.microsoft.com/office/drawing/2014/main" id="{26D7C7B7-BA90-AC1E-782C-FF1E5CCE7FD5}"/>
              </a:ext>
            </a:extLst>
          </p:cNvPr>
          <p:cNvSpPr>
            <a:spLocks noGrp="1"/>
          </p:cNvSpPr>
          <p:nvPr>
            <p:ph type="subTitle" idx="1"/>
          </p:nvPr>
        </p:nvSpPr>
        <p:spPr/>
        <p:txBody>
          <a:bodyPr/>
          <a:lstStyle/>
          <a:p>
            <a:endParaRPr lang="en-PK"/>
          </a:p>
        </p:txBody>
      </p:sp>
    </p:spTree>
    <p:extLst>
      <p:ext uri="{BB962C8B-B14F-4D97-AF65-F5344CB8AC3E}">
        <p14:creationId xmlns:p14="http://schemas.microsoft.com/office/powerpoint/2010/main" val="40598488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538DE-FA54-EA85-D31B-BF54D6DEC857}"/>
              </a:ext>
            </a:extLst>
          </p:cNvPr>
          <p:cNvSpPr>
            <a:spLocks noGrp="1"/>
          </p:cNvSpPr>
          <p:nvPr>
            <p:ph type="title"/>
          </p:nvPr>
        </p:nvSpPr>
        <p:spPr/>
        <p:txBody>
          <a:bodyPr/>
          <a:lstStyle/>
          <a:p>
            <a:r>
              <a:rPr lang="en-US" dirty="0"/>
              <a:t>Memory and Knowledge in AI Agents</a:t>
            </a:r>
            <a:endParaRPr lang="en-PK" dirty="0"/>
          </a:p>
        </p:txBody>
      </p:sp>
      <p:sp>
        <p:nvSpPr>
          <p:cNvPr id="4" name="Rectangle 1">
            <a:extLst>
              <a:ext uri="{FF2B5EF4-FFF2-40B4-BE49-F238E27FC236}">
                <a16:creationId xmlns:a16="http://schemas.microsoft.com/office/drawing/2014/main" id="{C8AFB2FA-64B8-3B3A-87F6-2D77EEC6E7D1}"/>
              </a:ext>
            </a:extLst>
          </p:cNvPr>
          <p:cNvSpPr>
            <a:spLocks noGrp="1" noChangeArrowheads="1"/>
          </p:cNvSpPr>
          <p:nvPr>
            <p:ph idx="1"/>
          </p:nvPr>
        </p:nvSpPr>
        <p:spPr bwMode="auto">
          <a:xfrm>
            <a:off x="838200" y="1800692"/>
            <a:ext cx="10047514"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1" i="0" u="none" strike="noStrike" cap="none" normalizeH="0" baseline="0" dirty="0">
                <a:ln>
                  <a:noFill/>
                </a:ln>
                <a:solidFill>
                  <a:schemeClr val="tx1"/>
                </a:solidFill>
                <a:effectLst/>
                <a:latin typeface="Aptos" panose="020B0004020202020204" pitchFamily="34" charset="0"/>
              </a:rPr>
              <a:t>Memory</a:t>
            </a:r>
            <a:r>
              <a:rPr kumimoji="0" lang="en-PK" altLang="en-PK" b="0" i="0" u="none" strike="noStrike" cap="none" normalizeH="0" baseline="0" dirty="0">
                <a:ln>
                  <a:noFill/>
                </a:ln>
                <a:solidFill>
                  <a:schemeClr val="tx1"/>
                </a:solidFill>
                <a:effectLst/>
                <a:latin typeface="Aptos" panose="020B0004020202020204" pitchFamily="34" charset="0"/>
              </a:rPr>
              <a:t> and </a:t>
            </a:r>
            <a:r>
              <a:rPr kumimoji="0" lang="en-PK" altLang="en-PK" b="1" i="0" u="none" strike="noStrike" cap="none" normalizeH="0" baseline="0" dirty="0">
                <a:ln>
                  <a:noFill/>
                </a:ln>
                <a:solidFill>
                  <a:schemeClr val="tx1"/>
                </a:solidFill>
                <a:effectLst/>
                <a:latin typeface="Aptos" panose="020B0004020202020204" pitchFamily="34" charset="0"/>
              </a:rPr>
              <a:t>knowledge</a:t>
            </a:r>
            <a:r>
              <a:rPr kumimoji="0" lang="en-PK" altLang="en-PK" b="0" i="0" u="none" strike="noStrike" cap="none" normalizeH="0" baseline="0" dirty="0">
                <a:ln>
                  <a:noFill/>
                </a:ln>
                <a:solidFill>
                  <a:schemeClr val="tx1"/>
                </a:solidFill>
                <a:effectLst/>
                <a:latin typeface="Aptos" panose="020B0004020202020204" pitchFamily="34" charset="0"/>
              </a:rPr>
              <a:t> are separate but related concepts in AI agents.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Both provide </a:t>
            </a:r>
            <a:r>
              <a:rPr kumimoji="0" lang="en-PK" altLang="en-PK" b="1" i="0" u="none" strike="noStrike" cap="none" normalizeH="0" baseline="0" dirty="0">
                <a:ln>
                  <a:noFill/>
                </a:ln>
                <a:solidFill>
                  <a:schemeClr val="tx1"/>
                </a:solidFill>
                <a:effectLst/>
                <a:latin typeface="Aptos" panose="020B0004020202020204" pitchFamily="34" charset="0"/>
              </a:rPr>
              <a:t>relevant context</a:t>
            </a:r>
            <a:r>
              <a:rPr kumimoji="0" lang="en-PK" altLang="en-PK" b="0" i="0" u="none" strike="noStrike" cap="none" normalizeH="0" baseline="0" dirty="0">
                <a:ln>
                  <a:noFill/>
                </a:ln>
                <a:solidFill>
                  <a:schemeClr val="tx1"/>
                </a:solidFill>
                <a:effectLst/>
                <a:latin typeface="Aptos" panose="020B0004020202020204" pitchFamily="34" charset="0"/>
              </a:rPr>
              <a:t> to the model based on the user’s overall request.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This context improves the </a:t>
            </a:r>
            <a:r>
              <a:rPr kumimoji="0" lang="en-PK" altLang="en-PK" b="1" i="0" u="none" strike="noStrike" cap="none" normalizeH="0" baseline="0" dirty="0">
                <a:ln>
                  <a:noFill/>
                </a:ln>
                <a:solidFill>
                  <a:schemeClr val="tx1"/>
                </a:solidFill>
                <a:effectLst/>
                <a:latin typeface="Aptos" panose="020B0004020202020204" pitchFamily="34" charset="0"/>
              </a:rPr>
              <a:t>intelligence and effectiveness</a:t>
            </a:r>
            <a:r>
              <a:rPr kumimoji="0" lang="en-PK" altLang="en-PK" b="0" i="0" u="none" strike="noStrike" cap="none" normalizeH="0" baseline="0" dirty="0">
                <a:ln>
                  <a:noFill/>
                </a:ln>
                <a:solidFill>
                  <a:schemeClr val="tx1"/>
                </a:solidFill>
                <a:effectLst/>
                <a:latin typeface="Aptos" panose="020B0004020202020204" pitchFamily="34" charset="0"/>
              </a:rPr>
              <a:t> of the AI agent.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1" i="0" u="none" strike="noStrike" cap="none" normalizeH="0" baseline="0" dirty="0">
                <a:ln>
                  <a:noFill/>
                </a:ln>
                <a:solidFill>
                  <a:schemeClr val="tx1"/>
                </a:solidFill>
                <a:effectLst/>
                <a:latin typeface="Aptos" panose="020B0004020202020204" pitchFamily="34" charset="0"/>
              </a:rPr>
              <a:t>Memory</a:t>
            </a:r>
            <a:r>
              <a:rPr kumimoji="0" lang="en-PK" altLang="en-PK" b="0" i="0" u="none" strike="noStrike" cap="none" normalizeH="0" baseline="0" dirty="0">
                <a:ln>
                  <a:noFill/>
                </a:ln>
                <a:solidFill>
                  <a:schemeClr val="tx1"/>
                </a:solidFill>
                <a:effectLst/>
                <a:latin typeface="Aptos" panose="020B0004020202020204" pitchFamily="34" charset="0"/>
              </a:rPr>
              <a:t> allows the agent to </a:t>
            </a:r>
            <a:r>
              <a:rPr kumimoji="0" lang="en-PK" altLang="en-PK" b="1" i="0" u="none" strike="noStrike" cap="none" normalizeH="0" baseline="0" dirty="0">
                <a:ln>
                  <a:noFill/>
                </a:ln>
                <a:solidFill>
                  <a:schemeClr val="tx1"/>
                </a:solidFill>
                <a:effectLst/>
                <a:latin typeface="Aptos" panose="020B0004020202020204" pitchFamily="34" charset="0"/>
              </a:rPr>
              <a:t>remember information</a:t>
            </a:r>
            <a:r>
              <a:rPr kumimoji="0" lang="en-PK" altLang="en-PK" b="0" i="0" u="none" strike="noStrike" cap="none" normalizeH="0" baseline="0" dirty="0">
                <a:ln>
                  <a:noFill/>
                </a:ln>
                <a:solidFill>
                  <a:schemeClr val="tx1"/>
                </a:solidFill>
                <a:effectLst/>
                <a:latin typeface="Aptos" panose="020B0004020202020204" pitchFamily="34" charset="0"/>
              </a:rPr>
              <a:t> from current and past interactions.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There are </a:t>
            </a:r>
            <a:r>
              <a:rPr kumimoji="0" lang="en-PK" altLang="en-PK" b="1" i="0" u="none" strike="noStrike" cap="none" normalizeH="0" baseline="0" dirty="0">
                <a:ln>
                  <a:noFill/>
                </a:ln>
                <a:solidFill>
                  <a:schemeClr val="tx1"/>
                </a:solidFill>
                <a:effectLst/>
                <a:latin typeface="Aptos" panose="020B0004020202020204" pitchFamily="34" charset="0"/>
              </a:rPr>
              <a:t>two main types of memory</a:t>
            </a:r>
            <a:r>
              <a:rPr kumimoji="0" lang="en-PK" altLang="en-PK" b="0" i="0" u="none" strike="noStrike" cap="none" normalizeH="0" baseline="0" dirty="0">
                <a:ln>
                  <a:noFill/>
                </a:ln>
                <a:solidFill>
                  <a:schemeClr val="tx1"/>
                </a:solidFill>
                <a:effectLst/>
                <a:latin typeface="Aptos" panose="020B0004020202020204" pitchFamily="34" charset="0"/>
              </a:rPr>
              <a:t>, which are discussed further in later sections.</a:t>
            </a:r>
          </a:p>
        </p:txBody>
      </p:sp>
    </p:spTree>
    <p:extLst>
      <p:ext uri="{BB962C8B-B14F-4D97-AF65-F5344CB8AC3E}">
        <p14:creationId xmlns:p14="http://schemas.microsoft.com/office/powerpoint/2010/main" val="36345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C925F-407C-0CD2-EE26-683BE6752DDE}"/>
              </a:ext>
            </a:extLst>
          </p:cNvPr>
          <p:cNvSpPr>
            <a:spLocks noGrp="1"/>
          </p:cNvSpPr>
          <p:nvPr>
            <p:ph type="title"/>
          </p:nvPr>
        </p:nvSpPr>
        <p:spPr/>
        <p:txBody>
          <a:bodyPr/>
          <a:lstStyle/>
          <a:p>
            <a:r>
              <a:rPr lang="en-US" dirty="0"/>
              <a:t>Working Memory in AI Agents</a:t>
            </a:r>
            <a:endParaRPr lang="en-PK" dirty="0"/>
          </a:p>
        </p:txBody>
      </p:sp>
      <p:sp>
        <p:nvSpPr>
          <p:cNvPr id="4" name="Rectangle 1">
            <a:extLst>
              <a:ext uri="{FF2B5EF4-FFF2-40B4-BE49-F238E27FC236}">
                <a16:creationId xmlns:a16="http://schemas.microsoft.com/office/drawing/2014/main" id="{6941BE2D-A40B-57DE-4EF5-3DA3515B0A80}"/>
              </a:ext>
            </a:extLst>
          </p:cNvPr>
          <p:cNvSpPr>
            <a:spLocks noGrp="1" noChangeArrowheads="1"/>
          </p:cNvSpPr>
          <p:nvPr>
            <p:ph idx="1"/>
          </p:nvPr>
        </p:nvSpPr>
        <p:spPr bwMode="auto">
          <a:xfrm>
            <a:off x="642256" y="1690688"/>
            <a:ext cx="11092543" cy="4739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tabLst>
                <a:tab pos="631825" algn="l"/>
              </a:tabLst>
            </a:pPr>
            <a:r>
              <a:rPr kumimoji="0" lang="en-PK" altLang="en-PK" b="1" i="0" u="none" strike="noStrike" cap="none" normalizeH="0" baseline="0" dirty="0">
                <a:ln>
                  <a:noFill/>
                </a:ln>
                <a:solidFill>
                  <a:schemeClr val="tx1"/>
                </a:solidFill>
                <a:effectLst/>
                <a:latin typeface="Aptos" panose="020B0004020202020204" pitchFamily="34" charset="0"/>
              </a:rPr>
              <a:t>Definition:</a:t>
            </a:r>
            <a:br>
              <a:rPr kumimoji="0" lang="en-PK" altLang="en-PK" b="0" i="0" u="none" strike="noStrike" cap="none" normalizeH="0" baseline="0" dirty="0">
                <a:ln>
                  <a:noFill/>
                </a:ln>
                <a:solidFill>
                  <a:schemeClr val="tx1"/>
                </a:solidFill>
                <a:effectLst/>
                <a:latin typeface="Aptos" panose="020B0004020202020204" pitchFamily="34" charset="0"/>
              </a:rPr>
            </a:br>
            <a:r>
              <a:rPr kumimoji="0" lang="en-PK" altLang="en-PK" b="0" i="0" u="sng" strike="noStrike" cap="none" normalizeH="0" baseline="0" dirty="0">
                <a:ln>
                  <a:noFill/>
                </a:ln>
                <a:solidFill>
                  <a:schemeClr val="tx1"/>
                </a:solidFill>
                <a:effectLst/>
                <a:latin typeface="Aptos" panose="020B0004020202020204" pitchFamily="34" charset="0"/>
              </a:rPr>
              <a:t>Working memory </a:t>
            </a:r>
            <a:r>
              <a:rPr kumimoji="0" lang="en-PK" altLang="en-PK" b="0" i="0" u="none" strike="noStrike" cap="none" normalizeH="0" baseline="0" dirty="0">
                <a:ln>
                  <a:noFill/>
                </a:ln>
                <a:solidFill>
                  <a:schemeClr val="tx1"/>
                </a:solidFill>
                <a:effectLst/>
                <a:latin typeface="Aptos" panose="020B0004020202020204" pitchFamily="34" charset="0"/>
              </a:rPr>
              <a:t>stores information from the </a:t>
            </a:r>
            <a:r>
              <a:rPr kumimoji="0" lang="en-PK" altLang="en-PK" b="1" i="0" u="none" strike="noStrike" cap="none" normalizeH="0" baseline="0" dirty="0">
                <a:ln>
                  <a:noFill/>
                </a:ln>
                <a:solidFill>
                  <a:schemeClr val="tx1"/>
                </a:solidFill>
                <a:effectLst/>
                <a:latin typeface="Aptos" panose="020B0004020202020204" pitchFamily="34" charset="0"/>
              </a:rPr>
              <a:t>current interaction or session</a:t>
            </a:r>
            <a:r>
              <a:rPr kumimoji="0" lang="en-PK" altLang="en-PK" b="0" i="0" u="none" strike="noStrike" cap="none" normalizeH="0" baseline="0" dirty="0">
                <a:ln>
                  <a:noFill/>
                </a:ln>
                <a:solidFill>
                  <a:schemeClr val="tx1"/>
                </a:solidFill>
                <a:effectLst/>
                <a:latin typeface="Aptos" panose="020B0004020202020204" pitchFamily="34" charset="0"/>
              </a:rPr>
              <a:t> of the AI agent.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1" i="0" u="none" strike="noStrike" cap="none" normalizeH="0" baseline="0" dirty="0">
                <a:ln>
                  <a:noFill/>
                </a:ln>
                <a:solidFill>
                  <a:schemeClr val="tx1"/>
                </a:solidFill>
                <a:effectLst/>
                <a:latin typeface="Aptos" panose="020B0004020202020204" pitchFamily="34" charset="0"/>
              </a:rPr>
              <a:t>Example:</a:t>
            </a:r>
            <a:r>
              <a:rPr kumimoji="0" lang="en-US" altLang="en-PK" b="1" i="0" u="none" strike="noStrike" cap="none" normalizeH="0" baseline="0" dirty="0">
                <a:ln>
                  <a:noFill/>
                </a:ln>
                <a:solidFill>
                  <a:schemeClr val="tx1"/>
                </a:solidFill>
                <a:effectLst/>
                <a:latin typeface="Aptos" panose="020B0004020202020204" pitchFamily="34" charset="0"/>
              </a:rPr>
              <a:t> </a:t>
            </a:r>
          </a:p>
          <a:p>
            <a:pPr marL="457200" lvl="1" indent="0" eaLnBrk="0" fontAlgn="base" hangingPunct="0">
              <a:lnSpc>
                <a:spcPct val="100000"/>
              </a:lnSpc>
              <a:spcBef>
                <a:spcPct val="0"/>
              </a:spcBef>
              <a:spcAft>
                <a:spcPct val="0"/>
              </a:spcAft>
              <a:buFontTx/>
              <a:buChar char="•"/>
            </a:pPr>
            <a:r>
              <a:rPr kumimoji="0" lang="en-PK" altLang="en-PK" b="0" i="0" u="none" strike="noStrike" cap="none" normalizeH="0" baseline="0" dirty="0">
                <a:ln>
                  <a:noFill/>
                </a:ln>
                <a:solidFill>
                  <a:schemeClr val="tx1"/>
                </a:solidFill>
                <a:effectLst/>
                <a:latin typeface="Aptos" panose="020B0004020202020204" pitchFamily="34" charset="0"/>
              </a:rPr>
              <a:t>In a chat, if you ask </a:t>
            </a:r>
            <a:r>
              <a:rPr kumimoji="0" lang="en-PK" altLang="en-PK" b="0" i="1" u="none" strike="noStrike" cap="none" normalizeH="0" baseline="0" dirty="0">
                <a:ln>
                  <a:noFill/>
                </a:ln>
                <a:solidFill>
                  <a:schemeClr val="tx1"/>
                </a:solidFill>
                <a:effectLst/>
                <a:latin typeface="Aptos" panose="020B0004020202020204" pitchFamily="34" charset="0"/>
              </a:rPr>
              <a:t>“How hot is the sun?”</a:t>
            </a:r>
            <a:r>
              <a:rPr kumimoji="0" lang="en-PK" altLang="en-PK" b="0" i="0" u="none" strike="noStrike" cap="none" normalizeH="0" baseline="0" dirty="0">
                <a:ln>
                  <a:noFill/>
                </a:ln>
                <a:solidFill>
                  <a:schemeClr val="tx1"/>
                </a:solidFill>
                <a:effectLst/>
                <a:latin typeface="Aptos" panose="020B0004020202020204" pitchFamily="34" charset="0"/>
              </a:rPr>
              <a:t> followed by </a:t>
            </a:r>
            <a:r>
              <a:rPr kumimoji="0" lang="en-PK" altLang="en-PK" b="0" i="1" u="none" strike="noStrike" cap="none" normalizeH="0" baseline="0" dirty="0">
                <a:ln>
                  <a:noFill/>
                </a:ln>
                <a:solidFill>
                  <a:schemeClr val="tx1"/>
                </a:solidFill>
                <a:effectLst/>
                <a:latin typeface="Aptos" panose="020B0004020202020204" pitchFamily="34" charset="0"/>
              </a:rPr>
              <a:t>“How big is it?”</a:t>
            </a:r>
            <a:r>
              <a:rPr kumimoji="0" lang="en-PK" altLang="en-PK" b="0" i="0" u="none" strike="noStrike" cap="none" normalizeH="0" baseline="0" dirty="0">
                <a:ln>
                  <a:noFill/>
                </a:ln>
                <a:solidFill>
                  <a:schemeClr val="tx1"/>
                </a:solidFill>
                <a:effectLst/>
                <a:latin typeface="Aptos" panose="020B0004020202020204" pitchFamily="34" charset="0"/>
              </a:rPr>
              <a:t>, the agent knows </a:t>
            </a:r>
            <a:r>
              <a:rPr kumimoji="0" lang="en-PK" altLang="en-PK" b="1" i="1" u="none" strike="noStrike" cap="none" normalizeH="0" baseline="0" dirty="0">
                <a:ln>
                  <a:noFill/>
                </a:ln>
                <a:solidFill>
                  <a:schemeClr val="tx1"/>
                </a:solidFill>
                <a:effectLst/>
                <a:latin typeface="Aptos" panose="020B0004020202020204" pitchFamily="34" charset="0"/>
              </a:rPr>
              <a:t>“it”</a:t>
            </a:r>
            <a:r>
              <a:rPr kumimoji="0" lang="en-PK" altLang="en-PK" b="1" i="0" u="none" strike="noStrike" cap="none" normalizeH="0" baseline="0" dirty="0">
                <a:ln>
                  <a:noFill/>
                </a:ln>
                <a:solidFill>
                  <a:schemeClr val="tx1"/>
                </a:solidFill>
                <a:effectLst/>
                <a:latin typeface="Aptos" panose="020B0004020202020204" pitchFamily="34" charset="0"/>
              </a:rPr>
              <a:t> </a:t>
            </a:r>
            <a:r>
              <a:rPr kumimoji="0" lang="en-PK" altLang="en-PK" b="0" i="0" u="none" strike="noStrike" cap="none" normalizeH="0" baseline="0" dirty="0">
                <a:ln>
                  <a:noFill/>
                </a:ln>
                <a:solidFill>
                  <a:schemeClr val="tx1"/>
                </a:solidFill>
                <a:effectLst/>
                <a:latin typeface="Aptos" panose="020B0004020202020204" pitchFamily="34" charset="0"/>
              </a:rPr>
              <a:t>refers to </a:t>
            </a:r>
            <a:r>
              <a:rPr kumimoji="0" lang="en-PK" altLang="en-PK" b="0" i="1" u="none" strike="noStrike" cap="none" normalizeH="0" baseline="0" dirty="0">
                <a:ln>
                  <a:noFill/>
                </a:ln>
                <a:solidFill>
                  <a:schemeClr val="tx1"/>
                </a:solidFill>
                <a:effectLst/>
                <a:latin typeface="Aptos" panose="020B0004020202020204" pitchFamily="34" charset="0"/>
              </a:rPr>
              <a:t>the </a:t>
            </a:r>
            <a:r>
              <a:rPr kumimoji="0" lang="en-PK" altLang="en-PK" b="1" i="1" u="none" strike="noStrike" cap="none" normalizeH="0" baseline="0" dirty="0">
                <a:ln>
                  <a:noFill/>
                </a:ln>
                <a:solidFill>
                  <a:schemeClr val="tx1"/>
                </a:solidFill>
                <a:effectLst/>
                <a:latin typeface="Aptos" panose="020B0004020202020204" pitchFamily="34" charset="0"/>
              </a:rPr>
              <a:t>sun</a:t>
            </a:r>
            <a:r>
              <a:rPr kumimoji="0" lang="en-PK" altLang="en-PK" b="0" i="0" u="none" strike="noStrike" cap="none" normalizeH="0" baseline="0" dirty="0">
                <a:ln>
                  <a:noFill/>
                </a:ln>
                <a:solidFill>
                  <a:schemeClr val="tx1"/>
                </a:solidFill>
                <a:effectLst/>
                <a:latin typeface="Aptos" panose="020B0004020202020204" pitchFamily="34" charset="0"/>
              </a:rPr>
              <a:t> using working memory.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1" i="0" u="none" strike="noStrike" cap="none" normalizeH="0" baseline="0" dirty="0">
                <a:ln>
                  <a:noFill/>
                </a:ln>
                <a:solidFill>
                  <a:schemeClr val="tx1"/>
                </a:solidFill>
                <a:effectLst/>
                <a:latin typeface="Aptos" panose="020B0004020202020204" pitchFamily="34" charset="0"/>
              </a:rPr>
              <a:t>Mechanism:</a:t>
            </a:r>
            <a:endParaRPr kumimoji="0" lang="en-PK" altLang="en-PK"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b="0" i="1" u="sng" strike="noStrike" cap="none" normalizeH="0" baseline="0" dirty="0">
                <a:ln>
                  <a:noFill/>
                </a:ln>
                <a:solidFill>
                  <a:schemeClr val="tx1"/>
                </a:solidFill>
                <a:effectLst/>
                <a:latin typeface="Aptos" panose="020B0004020202020204" pitchFamily="34" charset="0"/>
              </a:rPr>
              <a:t>Recent conversation history </a:t>
            </a:r>
            <a:r>
              <a:rPr kumimoji="0" lang="en-PK" altLang="en-PK" b="0" i="0" u="none" strike="noStrike" cap="none" normalizeH="0" baseline="0" dirty="0">
                <a:ln>
                  <a:noFill/>
                </a:ln>
                <a:solidFill>
                  <a:schemeClr val="tx1"/>
                </a:solidFill>
                <a:effectLst/>
                <a:latin typeface="Aptos" panose="020B0004020202020204" pitchFamily="34" charset="0"/>
              </a:rPr>
              <a:t>is </a:t>
            </a:r>
            <a:r>
              <a:rPr kumimoji="0" lang="en-PK" altLang="en-PK" b="0" i="1" u="sng" strike="noStrike" cap="none" normalizeH="0" baseline="0" dirty="0">
                <a:ln>
                  <a:noFill/>
                </a:ln>
                <a:solidFill>
                  <a:schemeClr val="tx1"/>
                </a:solidFill>
                <a:effectLst/>
                <a:latin typeface="Aptos" panose="020B0004020202020204" pitchFamily="34" charset="0"/>
              </a:rPr>
              <a:t>included </a:t>
            </a:r>
            <a:r>
              <a:rPr kumimoji="0" lang="en-PK" altLang="en-PK" b="0" i="0" u="none" strike="noStrike" cap="none" normalizeH="0" baseline="0" dirty="0">
                <a:ln>
                  <a:noFill/>
                </a:ln>
                <a:solidFill>
                  <a:schemeClr val="tx1"/>
                </a:solidFill>
                <a:effectLst/>
                <a:latin typeface="Aptos" panose="020B0004020202020204" pitchFamily="34" charset="0"/>
              </a:rPr>
              <a:t>in the </a:t>
            </a:r>
            <a:r>
              <a:rPr kumimoji="0" lang="en-PK" altLang="en-PK" b="1" i="0" u="none" strike="noStrike" cap="none" normalizeH="0" baseline="0" dirty="0">
                <a:ln>
                  <a:noFill/>
                </a:ln>
                <a:solidFill>
                  <a:schemeClr val="tx1"/>
                </a:solidFill>
                <a:effectLst/>
                <a:latin typeface="Aptos" panose="020B0004020202020204" pitchFamily="34" charset="0"/>
              </a:rPr>
              <a:t>prompt</a:t>
            </a:r>
            <a:r>
              <a:rPr kumimoji="0" lang="en-PK" altLang="en-PK" b="0" i="0" u="none" strike="noStrike" cap="none" normalizeH="0" baseline="0" dirty="0">
                <a:ln>
                  <a:noFill/>
                </a:ln>
                <a:solidFill>
                  <a:schemeClr val="tx1"/>
                </a:solidFill>
                <a:effectLst/>
                <a:latin typeface="Aptos" panose="020B0004020202020204" pitchFamily="34" charset="0"/>
              </a:rPr>
              <a:t> sent to the model.</a:t>
            </a:r>
          </a:p>
          <a:p>
            <a:pPr marL="457200" lvl="1" indent="0" eaLnBrk="0" fontAlgn="base" hangingPunct="0">
              <a:lnSpc>
                <a:spcPct val="100000"/>
              </a:lnSpc>
              <a:spcBef>
                <a:spcPct val="0"/>
              </a:spcBef>
              <a:spcAft>
                <a:spcPct val="0"/>
              </a:spcAft>
              <a:buFontTx/>
              <a:buChar char="•"/>
            </a:pPr>
            <a:r>
              <a:rPr kumimoji="0" lang="en-PK" altLang="en-PK" b="0" i="0" u="none" strike="noStrike" cap="none" normalizeH="0" baseline="0" dirty="0">
                <a:ln>
                  <a:noFill/>
                </a:ln>
                <a:solidFill>
                  <a:schemeClr val="tx1"/>
                </a:solidFill>
                <a:effectLst/>
                <a:latin typeface="Aptos" panose="020B0004020202020204" pitchFamily="34" charset="0"/>
              </a:rPr>
              <a:t>This allows the LLM to </a:t>
            </a:r>
            <a:r>
              <a:rPr kumimoji="0" lang="en-PK" altLang="en-PK" b="1" i="0" u="none" strike="noStrike" cap="none" normalizeH="0" baseline="0" dirty="0">
                <a:ln>
                  <a:noFill/>
                </a:ln>
                <a:solidFill>
                  <a:schemeClr val="tx1"/>
                </a:solidFill>
                <a:effectLst/>
                <a:latin typeface="Aptos" panose="020B0004020202020204" pitchFamily="34" charset="0"/>
              </a:rPr>
              <a:t>maintain context</a:t>
            </a:r>
            <a:r>
              <a:rPr kumimoji="0" lang="en-PK" altLang="en-PK" b="0" i="0" u="none" strike="noStrike" cap="none" normalizeH="0" baseline="0" dirty="0">
                <a:ln>
                  <a:noFill/>
                </a:ln>
                <a:solidFill>
                  <a:schemeClr val="tx1"/>
                </a:solidFill>
                <a:effectLst/>
                <a:latin typeface="Aptos" panose="020B0004020202020204" pitchFamily="34" charset="0"/>
              </a:rPr>
              <a:t> and </a:t>
            </a:r>
            <a:r>
              <a:rPr kumimoji="0" lang="en-PK" altLang="en-PK" b="0" i="1" u="sng" strike="noStrike" cap="none" normalizeH="0" baseline="0" dirty="0">
                <a:ln>
                  <a:noFill/>
                </a:ln>
                <a:solidFill>
                  <a:schemeClr val="tx1"/>
                </a:solidFill>
                <a:effectLst/>
                <a:latin typeface="Aptos" panose="020B0004020202020204" pitchFamily="34" charset="0"/>
              </a:rPr>
              <a:t>give coherent follow-up </a:t>
            </a:r>
            <a:r>
              <a:rPr kumimoji="0" lang="en-PK" altLang="en-PK" b="0" i="0" u="none" strike="noStrike" cap="none" normalizeH="0" baseline="0" dirty="0">
                <a:ln>
                  <a:noFill/>
                </a:ln>
                <a:solidFill>
                  <a:schemeClr val="tx1"/>
                </a:solidFill>
                <a:effectLst/>
                <a:latin typeface="Aptos" panose="020B0004020202020204" pitchFamily="34" charset="0"/>
              </a:rPr>
              <a:t>responses.</a:t>
            </a:r>
          </a:p>
          <a:p>
            <a:pPr marL="457200" lvl="1" indent="0" eaLnBrk="0" fontAlgn="base" hangingPunct="0">
              <a:lnSpc>
                <a:spcPct val="100000"/>
              </a:lnSpc>
              <a:spcBef>
                <a:spcPct val="0"/>
              </a:spcBef>
              <a:spcAft>
                <a:spcPct val="0"/>
              </a:spcAft>
              <a:buFontTx/>
              <a:buChar char="•"/>
            </a:pPr>
            <a:r>
              <a:rPr kumimoji="0" lang="en-PK" altLang="en-PK" b="0" i="0" u="none" strike="noStrike" cap="none" normalizeH="0" baseline="0" dirty="0">
                <a:ln>
                  <a:noFill/>
                </a:ln>
                <a:solidFill>
                  <a:schemeClr val="tx1"/>
                </a:solidFill>
                <a:effectLst/>
                <a:latin typeface="Aptos" panose="020B0004020202020204" pitchFamily="34" charset="0"/>
              </a:rPr>
              <a:t>Working memory is </a:t>
            </a:r>
            <a:r>
              <a:rPr kumimoji="0" lang="en-PK" altLang="en-PK" b="0" i="1" u="sng" strike="noStrike" cap="none" normalizeH="0" baseline="0" dirty="0">
                <a:ln>
                  <a:noFill/>
                </a:ln>
                <a:solidFill>
                  <a:schemeClr val="tx1"/>
                </a:solidFill>
                <a:effectLst/>
                <a:latin typeface="Aptos" panose="020B0004020202020204" pitchFamily="34" charset="0"/>
              </a:rPr>
              <a:t>often embedded </a:t>
            </a:r>
            <a:r>
              <a:rPr kumimoji="0" lang="en-PK" altLang="en-PK" b="0" i="0" u="none" strike="noStrike" cap="none" normalizeH="0" baseline="0" dirty="0">
                <a:ln>
                  <a:noFill/>
                </a:ln>
                <a:solidFill>
                  <a:schemeClr val="tx1"/>
                </a:solidFill>
                <a:effectLst/>
                <a:latin typeface="Aptos" panose="020B0004020202020204" pitchFamily="34" charset="0"/>
              </a:rPr>
              <a:t>into </a:t>
            </a:r>
            <a:r>
              <a:rPr kumimoji="0" lang="en-PK" altLang="en-PK" b="1" i="0" u="none" strike="noStrike" cap="none" normalizeH="0" baseline="0" dirty="0">
                <a:ln>
                  <a:noFill/>
                </a:ln>
                <a:solidFill>
                  <a:schemeClr val="tx1"/>
                </a:solidFill>
                <a:effectLst/>
                <a:latin typeface="Aptos" panose="020B0004020202020204" pitchFamily="34" charset="0"/>
              </a:rPr>
              <a:t>system instructions</a:t>
            </a:r>
            <a:r>
              <a:rPr kumimoji="0" lang="en-PK" altLang="en-PK" b="0" i="0" u="none" strike="noStrike" cap="none" normalizeH="0" baseline="0" dirty="0">
                <a:ln>
                  <a:noFill/>
                </a:ln>
                <a:solidFill>
                  <a:schemeClr val="tx1"/>
                </a:solidFill>
                <a:effectLst/>
                <a:latin typeface="Aptos" panose="020B0004020202020204" pitchFamily="34" charset="0"/>
              </a:rPr>
              <a:t> for consistency.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91374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7D611-32C2-87D5-67E0-3DD9635C7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746D5-6156-0E0A-3612-1F98809682F1}"/>
              </a:ext>
            </a:extLst>
          </p:cNvPr>
          <p:cNvSpPr>
            <a:spLocks noGrp="1"/>
          </p:cNvSpPr>
          <p:nvPr>
            <p:ph type="title"/>
          </p:nvPr>
        </p:nvSpPr>
        <p:spPr/>
        <p:txBody>
          <a:bodyPr/>
          <a:lstStyle/>
          <a:p>
            <a:r>
              <a:rPr lang="en-US" dirty="0"/>
              <a:t>Working Memory in AI Agents</a:t>
            </a:r>
            <a:endParaRPr lang="en-PK" dirty="0"/>
          </a:p>
        </p:txBody>
      </p:sp>
      <p:sp>
        <p:nvSpPr>
          <p:cNvPr id="4" name="Rectangle 1">
            <a:extLst>
              <a:ext uri="{FF2B5EF4-FFF2-40B4-BE49-F238E27FC236}">
                <a16:creationId xmlns:a16="http://schemas.microsoft.com/office/drawing/2014/main" id="{F6F97F0A-49DA-317C-847F-062C01BD1BDF}"/>
              </a:ext>
            </a:extLst>
          </p:cNvPr>
          <p:cNvSpPr>
            <a:spLocks noGrp="1" noChangeArrowheads="1"/>
          </p:cNvSpPr>
          <p:nvPr>
            <p:ph idx="1"/>
          </p:nvPr>
        </p:nvSpPr>
        <p:spPr bwMode="auto">
          <a:xfrm>
            <a:off x="664027" y="1859547"/>
            <a:ext cx="1109254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3200" b="1" i="0" u="none" strike="noStrike" cap="none" normalizeH="0" baseline="0" dirty="0">
                <a:ln>
                  <a:noFill/>
                </a:ln>
                <a:solidFill>
                  <a:schemeClr val="tx1"/>
                </a:solidFill>
                <a:effectLst/>
                <a:latin typeface="Aptos" panose="020B0004020202020204" pitchFamily="34" charset="0"/>
              </a:rPr>
              <a:t>Limitations:</a:t>
            </a:r>
            <a:endParaRPr kumimoji="0" lang="en-PK" altLang="en-PK" sz="3200"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sz="2800" b="0" i="0" u="none" strike="noStrike" cap="none" normalizeH="0" baseline="0" dirty="0">
                <a:ln>
                  <a:noFill/>
                </a:ln>
                <a:solidFill>
                  <a:schemeClr val="tx1"/>
                </a:solidFill>
                <a:effectLst/>
                <a:latin typeface="Aptos" panose="020B0004020202020204" pitchFamily="34" charset="0"/>
              </a:rPr>
              <a:t>Working memory has a </a:t>
            </a:r>
            <a:r>
              <a:rPr kumimoji="0" lang="en-PK" altLang="en-PK" sz="2800" b="1" i="0" u="none" strike="noStrike" cap="none" normalizeH="0" baseline="0" dirty="0">
                <a:ln>
                  <a:noFill/>
                </a:ln>
                <a:solidFill>
                  <a:schemeClr val="tx1"/>
                </a:solidFill>
                <a:effectLst/>
                <a:latin typeface="Aptos" panose="020B0004020202020204" pitchFamily="34" charset="0"/>
              </a:rPr>
              <a:t>finite size</a:t>
            </a:r>
            <a:r>
              <a:rPr kumimoji="0" lang="en-PK" altLang="en-PK" sz="2800" b="0" i="0" u="none" strike="noStrike" cap="none" normalizeH="0" baseline="0" dirty="0">
                <a:ln>
                  <a:noFill/>
                </a:ln>
                <a:solidFill>
                  <a:schemeClr val="tx1"/>
                </a:solidFill>
                <a:effectLst/>
                <a:latin typeface="Aptos" panose="020B0004020202020204" pitchFamily="34" charset="0"/>
              </a:rPr>
              <a:t> (e.g., GPT-4o ≈ 128K tokens).</a:t>
            </a:r>
          </a:p>
          <a:p>
            <a:pPr marL="457200" lvl="1" indent="0" eaLnBrk="0" fontAlgn="base" hangingPunct="0">
              <a:lnSpc>
                <a:spcPct val="100000"/>
              </a:lnSpc>
              <a:spcBef>
                <a:spcPct val="0"/>
              </a:spcBef>
              <a:spcAft>
                <a:spcPct val="0"/>
              </a:spcAft>
              <a:buFontTx/>
              <a:buChar char="•"/>
            </a:pPr>
            <a:r>
              <a:rPr kumimoji="0" lang="en-PK" altLang="en-PK" sz="2800" b="0" i="0" u="none" strike="noStrike" cap="none" normalizeH="0" baseline="0" dirty="0">
                <a:ln>
                  <a:noFill/>
                </a:ln>
                <a:solidFill>
                  <a:schemeClr val="tx1"/>
                </a:solidFill>
                <a:effectLst/>
                <a:latin typeface="Aptos" panose="020B0004020202020204" pitchFamily="34" charset="0"/>
              </a:rPr>
              <a:t>When full, </a:t>
            </a:r>
            <a:r>
              <a:rPr kumimoji="0" lang="en-PK" altLang="en-PK" sz="2800" b="1" i="0" u="none" strike="noStrike" cap="none" normalizeH="0" baseline="0" dirty="0">
                <a:ln>
                  <a:noFill/>
                </a:ln>
                <a:solidFill>
                  <a:schemeClr val="tx1"/>
                </a:solidFill>
                <a:effectLst/>
                <a:latin typeface="Aptos" panose="020B0004020202020204" pitchFamily="34" charset="0"/>
              </a:rPr>
              <a:t>older messages drop out</a:t>
            </a:r>
            <a:r>
              <a:rPr kumimoji="0" lang="en-PK" altLang="en-PK" sz="2800" b="0" i="0" u="none" strike="noStrike" cap="none" normalizeH="0" baseline="0" dirty="0">
                <a:ln>
                  <a:noFill/>
                </a:ln>
                <a:solidFill>
                  <a:schemeClr val="tx1"/>
                </a:solidFill>
                <a:effectLst/>
                <a:latin typeface="Aptos" panose="020B0004020202020204" pitchFamily="34" charset="0"/>
              </a:rPr>
              <a:t> as new ones are added.</a:t>
            </a:r>
          </a:p>
          <a:p>
            <a:pPr marL="457200" lvl="1" indent="0" eaLnBrk="0" fontAlgn="base" hangingPunct="0">
              <a:lnSpc>
                <a:spcPct val="100000"/>
              </a:lnSpc>
              <a:spcBef>
                <a:spcPct val="0"/>
              </a:spcBef>
              <a:spcAft>
                <a:spcPct val="0"/>
              </a:spcAft>
              <a:buFontTx/>
              <a:buChar char="•"/>
            </a:pPr>
            <a:r>
              <a:rPr kumimoji="0" lang="en-PK" altLang="en-PK" sz="2800" b="0" i="0" u="none" strike="noStrike" cap="none" normalizeH="0" baseline="0" dirty="0">
                <a:ln>
                  <a:noFill/>
                </a:ln>
                <a:solidFill>
                  <a:schemeClr val="tx1"/>
                </a:solidFill>
                <a:effectLst/>
                <a:latin typeface="Aptos" panose="020B0004020202020204" pitchFamily="34" charset="0"/>
              </a:rPr>
              <a:t>Techniques like </a:t>
            </a:r>
            <a:r>
              <a:rPr kumimoji="0" lang="en-PK" altLang="en-PK" sz="2800" b="1" i="0" u="none" strike="noStrike" cap="none" normalizeH="0" baseline="0" dirty="0">
                <a:ln>
                  <a:noFill/>
                </a:ln>
                <a:solidFill>
                  <a:schemeClr val="tx1"/>
                </a:solidFill>
                <a:effectLst/>
                <a:latin typeface="Aptos" panose="020B0004020202020204" pitchFamily="34" charset="0"/>
              </a:rPr>
              <a:t>context windows</a:t>
            </a:r>
            <a:r>
              <a:rPr kumimoji="0" lang="en-PK" altLang="en-PK" sz="2800" b="0" i="0" u="none" strike="noStrike" cap="none" normalizeH="0" baseline="0" dirty="0">
                <a:ln>
                  <a:noFill/>
                </a:ln>
                <a:solidFill>
                  <a:schemeClr val="tx1"/>
                </a:solidFill>
                <a:effectLst/>
                <a:latin typeface="Aptos" panose="020B0004020202020204" pitchFamily="34" charset="0"/>
              </a:rPr>
              <a:t> or </a:t>
            </a:r>
            <a:r>
              <a:rPr kumimoji="0" lang="en-PK" altLang="en-PK" sz="2800" b="1" i="0" u="none" strike="noStrike" cap="none" normalizeH="0" baseline="0" dirty="0">
                <a:ln>
                  <a:noFill/>
                </a:ln>
                <a:solidFill>
                  <a:schemeClr val="tx1"/>
                </a:solidFill>
                <a:effectLst/>
                <a:latin typeface="Aptos" panose="020B0004020202020204" pitchFamily="34" charset="0"/>
              </a:rPr>
              <a:t>sliding windows</a:t>
            </a:r>
            <a:r>
              <a:rPr kumimoji="0" lang="en-PK" altLang="en-PK" sz="2800" b="0" i="0" u="none" strike="noStrike" cap="none" normalizeH="0" baseline="0" dirty="0">
                <a:ln>
                  <a:noFill/>
                </a:ln>
                <a:solidFill>
                  <a:schemeClr val="tx1"/>
                </a:solidFill>
                <a:effectLst/>
                <a:latin typeface="Aptos" panose="020B0004020202020204" pitchFamily="34" charset="0"/>
              </a:rPr>
              <a:t> are used to retain the most relevant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94763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27B65-9139-A546-D337-C9013D740D9E}"/>
              </a:ext>
            </a:extLst>
          </p:cNvPr>
          <p:cNvSpPr>
            <a:spLocks noGrp="1"/>
          </p:cNvSpPr>
          <p:nvPr>
            <p:ph type="title"/>
          </p:nvPr>
        </p:nvSpPr>
        <p:spPr/>
        <p:txBody>
          <a:bodyPr/>
          <a:lstStyle/>
          <a:p>
            <a:r>
              <a:rPr lang="en-US" dirty="0"/>
              <a:t>Long-Term Memory in AI Agents</a:t>
            </a:r>
            <a:endParaRPr lang="en-PK" dirty="0"/>
          </a:p>
        </p:txBody>
      </p:sp>
      <p:sp>
        <p:nvSpPr>
          <p:cNvPr id="4" name="Rectangle 1">
            <a:extLst>
              <a:ext uri="{FF2B5EF4-FFF2-40B4-BE49-F238E27FC236}">
                <a16:creationId xmlns:a16="http://schemas.microsoft.com/office/drawing/2014/main" id="{DAB6D770-4220-CC6E-E197-A99D11D211FB}"/>
              </a:ext>
            </a:extLst>
          </p:cNvPr>
          <p:cNvSpPr>
            <a:spLocks noGrp="1" noChangeArrowheads="1"/>
          </p:cNvSpPr>
          <p:nvPr>
            <p:ph idx="1"/>
          </p:nvPr>
        </p:nvSpPr>
        <p:spPr bwMode="auto">
          <a:xfrm>
            <a:off x="838199" y="1508304"/>
            <a:ext cx="10983687"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1" i="0" u="none" strike="noStrike" cap="none" normalizeH="0" baseline="0" dirty="0">
                <a:ln>
                  <a:noFill/>
                </a:ln>
                <a:solidFill>
                  <a:schemeClr val="tx1"/>
                </a:solidFill>
                <a:effectLst/>
                <a:latin typeface="Aptos" panose="020B0004020202020204" pitchFamily="34" charset="0"/>
              </a:rPr>
              <a:t>Definition:</a:t>
            </a:r>
            <a:br>
              <a:rPr kumimoji="0" lang="en-PK" altLang="en-PK" sz="2000" b="0" i="0" u="none" strike="noStrike" cap="none" normalizeH="0" baseline="0" dirty="0">
                <a:ln>
                  <a:noFill/>
                </a:ln>
                <a:solidFill>
                  <a:schemeClr val="tx1"/>
                </a:solidFill>
                <a:effectLst/>
                <a:latin typeface="Aptos" panose="020B0004020202020204" pitchFamily="34" charset="0"/>
              </a:rPr>
            </a:br>
            <a:r>
              <a:rPr kumimoji="0" lang="en-US" altLang="en-PK" sz="2000" b="0" i="0" u="none" strike="noStrike" cap="none" normalizeH="0" baseline="0" dirty="0">
                <a:ln>
                  <a:noFill/>
                </a:ln>
                <a:solidFill>
                  <a:schemeClr val="tx1"/>
                </a:solidFill>
                <a:effectLst/>
                <a:latin typeface="Aptos" panose="020B0004020202020204" pitchFamily="34" charset="0"/>
              </a:rPr>
              <a:t>	</a:t>
            </a:r>
            <a:r>
              <a:rPr kumimoji="0" lang="en-PK" altLang="en-PK" sz="2000" b="0" i="0" u="none" strike="noStrike" cap="none" normalizeH="0" baseline="0" dirty="0">
                <a:ln>
                  <a:noFill/>
                </a:ln>
                <a:solidFill>
                  <a:schemeClr val="tx1"/>
                </a:solidFill>
                <a:effectLst/>
                <a:latin typeface="Aptos" panose="020B0004020202020204" pitchFamily="34" charset="0"/>
              </a:rPr>
              <a:t>Long-term memory stores information from </a:t>
            </a:r>
            <a:r>
              <a:rPr kumimoji="0" lang="en-PK" altLang="en-PK" sz="2000" b="1" i="0" u="none" strike="noStrike" cap="none" normalizeH="0" baseline="0" dirty="0">
                <a:ln>
                  <a:noFill/>
                </a:ln>
                <a:solidFill>
                  <a:schemeClr val="tx1"/>
                </a:solidFill>
                <a:effectLst/>
                <a:latin typeface="Aptos" panose="020B0004020202020204" pitchFamily="34" charset="0"/>
              </a:rPr>
              <a:t>previous sessions</a:t>
            </a:r>
            <a:r>
              <a:rPr kumimoji="0" lang="en-PK" altLang="en-PK" sz="2000" b="0" i="0" u="none" strike="noStrike" cap="none" normalizeH="0" baseline="0" dirty="0">
                <a:ln>
                  <a:noFill/>
                </a:ln>
                <a:solidFill>
                  <a:schemeClr val="tx1"/>
                </a:solidFill>
                <a:effectLst/>
                <a:latin typeface="Aptos" panose="020B0004020202020204" pitchFamily="34" charset="0"/>
              </a:rPr>
              <a:t> of the AI agent.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1" i="0" u="none" strike="noStrike" cap="none" normalizeH="0" baseline="0" dirty="0">
                <a:ln>
                  <a:noFill/>
                </a:ln>
                <a:solidFill>
                  <a:schemeClr val="tx1"/>
                </a:solidFill>
                <a:effectLst/>
                <a:latin typeface="Aptos" panose="020B0004020202020204" pitchFamily="34" charset="0"/>
              </a:rPr>
              <a:t>Purpose:</a:t>
            </a:r>
            <a:endParaRPr kumimoji="0" lang="en-PK" altLang="en-PK" sz="2000"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Converts a </a:t>
            </a:r>
            <a:r>
              <a:rPr kumimoji="0" lang="en-PK" altLang="en-PK" sz="2000" b="1" i="0" u="none" strike="noStrike" cap="none" normalizeH="0" baseline="0" dirty="0">
                <a:ln>
                  <a:noFill/>
                </a:ln>
                <a:solidFill>
                  <a:schemeClr val="tx1"/>
                </a:solidFill>
                <a:effectLst/>
                <a:latin typeface="Aptos" panose="020B0004020202020204" pitchFamily="34" charset="0"/>
              </a:rPr>
              <a:t>stateless</a:t>
            </a:r>
            <a:r>
              <a:rPr kumimoji="0" lang="en-PK" altLang="en-PK" sz="2000" b="0" i="0" u="none" strike="noStrike" cap="none" normalizeH="0" baseline="0" dirty="0">
                <a:ln>
                  <a:noFill/>
                </a:ln>
                <a:solidFill>
                  <a:schemeClr val="tx1"/>
                </a:solidFill>
                <a:effectLst/>
                <a:latin typeface="Aptos" panose="020B0004020202020204" pitchFamily="34" charset="0"/>
              </a:rPr>
              <a:t> system (no recall of past interactions) into a </a:t>
            </a:r>
            <a:r>
              <a:rPr kumimoji="0" lang="en-PK" altLang="en-PK" sz="2000" b="1" i="0" u="none" strike="noStrike" cap="none" normalizeH="0" baseline="0" dirty="0">
                <a:ln>
                  <a:noFill/>
                </a:ln>
                <a:solidFill>
                  <a:schemeClr val="tx1"/>
                </a:solidFill>
                <a:effectLst/>
                <a:latin typeface="Aptos" panose="020B0004020202020204" pitchFamily="34" charset="0"/>
              </a:rPr>
              <a:t>stateful</a:t>
            </a:r>
            <a:r>
              <a:rPr kumimoji="0" lang="en-PK" altLang="en-PK" sz="2000" b="0" i="0" u="none" strike="noStrike" cap="none" normalizeH="0" baseline="0" dirty="0">
                <a:ln>
                  <a:noFill/>
                </a:ln>
                <a:solidFill>
                  <a:schemeClr val="tx1"/>
                </a:solidFill>
                <a:effectLst/>
                <a:latin typeface="Aptos" panose="020B0004020202020204" pitchFamily="34" charset="0"/>
              </a:rPr>
              <a:t> one (context-aware).</a:t>
            </a: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Allows each new request to be influenced by information from </a:t>
            </a:r>
            <a:r>
              <a:rPr kumimoji="0" lang="en-PK" altLang="en-PK" sz="2000" b="1" i="0" u="none" strike="noStrike" cap="none" normalizeH="0" baseline="0" dirty="0">
                <a:ln>
                  <a:noFill/>
                </a:ln>
                <a:solidFill>
                  <a:schemeClr val="tx1"/>
                </a:solidFill>
                <a:effectLst/>
                <a:latin typeface="Aptos" panose="020B0004020202020204" pitchFamily="34" charset="0"/>
              </a:rPr>
              <a:t>past conversations</a:t>
            </a:r>
            <a:r>
              <a:rPr kumimoji="0" lang="en-PK" altLang="en-PK" sz="2000" b="0" i="0" u="none" strike="noStrike" cap="none" normalizeH="0" baseline="0" dirty="0">
                <a:ln>
                  <a:noFill/>
                </a:ln>
                <a:solidFill>
                  <a:schemeClr val="tx1"/>
                </a:solidFill>
                <a:effectLst/>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1" i="0" u="none" strike="noStrike" cap="none" normalizeH="0" baseline="0" dirty="0">
                <a:ln>
                  <a:noFill/>
                </a:ln>
                <a:solidFill>
                  <a:schemeClr val="tx1"/>
                </a:solidFill>
                <a:effectLst/>
                <a:latin typeface="Aptos" panose="020B0004020202020204" pitchFamily="34" charset="0"/>
              </a:rPr>
              <a:t>Intelligent </a:t>
            </a:r>
            <a:r>
              <a:rPr kumimoji="0" lang="en-PK" altLang="en-PK" sz="2000" b="1" i="0" u="none" strike="noStrike" cap="none" normalizeH="0" baseline="0" dirty="0" err="1">
                <a:ln>
                  <a:noFill/>
                </a:ln>
                <a:solidFill>
                  <a:schemeClr val="tx1"/>
                </a:solidFill>
                <a:effectLst/>
                <a:latin typeface="Aptos" panose="020B0004020202020204" pitchFamily="34" charset="0"/>
              </a:rPr>
              <a:t>Behavior</a:t>
            </a:r>
            <a:r>
              <a:rPr kumimoji="0" lang="en-PK" altLang="en-PK" sz="2000" b="1" i="0" u="none" strike="noStrike" cap="none" normalizeH="0" baseline="0" dirty="0">
                <a:ln>
                  <a:noFill/>
                </a:ln>
                <a:solidFill>
                  <a:schemeClr val="tx1"/>
                </a:solidFill>
                <a:effectLst/>
                <a:latin typeface="Aptos" panose="020B0004020202020204" pitchFamily="34" charset="0"/>
              </a:rPr>
              <a:t>:</a:t>
            </a:r>
            <a:endParaRPr kumimoji="0" lang="en-PK" altLang="en-PK" sz="2000"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AI agents that appear </a:t>
            </a:r>
            <a:r>
              <a:rPr kumimoji="0" lang="en-PK" altLang="en-PK" sz="2000" b="1" i="0" u="none" strike="noStrike" cap="none" normalizeH="0" baseline="0" dirty="0">
                <a:ln>
                  <a:noFill/>
                </a:ln>
                <a:solidFill>
                  <a:schemeClr val="tx1"/>
                </a:solidFill>
                <a:effectLst/>
                <a:latin typeface="Aptos" panose="020B0004020202020204" pitchFamily="34" charset="0"/>
              </a:rPr>
              <a:t>more intelligent and personalized</a:t>
            </a:r>
            <a:r>
              <a:rPr kumimoji="0" lang="en-PK" altLang="en-PK" sz="2000" b="0" i="0" u="none" strike="noStrike" cap="none" normalizeH="0" baseline="0" dirty="0">
                <a:ln>
                  <a:noFill/>
                </a:ln>
                <a:solidFill>
                  <a:schemeClr val="tx1"/>
                </a:solidFill>
                <a:effectLst/>
                <a:latin typeface="Aptos" panose="020B0004020202020204" pitchFamily="34" charset="0"/>
              </a:rPr>
              <a:t> usually include long-term memory.</a:t>
            </a: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Example: An </a:t>
            </a:r>
            <a:r>
              <a:rPr kumimoji="0" lang="en-PK" altLang="en-PK" sz="2000" b="0" i="1" u="sng" strike="noStrike" cap="none" normalizeH="0" baseline="0" dirty="0">
                <a:ln>
                  <a:noFill/>
                </a:ln>
                <a:solidFill>
                  <a:schemeClr val="tx1"/>
                </a:solidFill>
                <a:effectLst/>
                <a:latin typeface="Aptos" panose="020B0004020202020204" pitchFamily="34" charset="0"/>
              </a:rPr>
              <a:t>AI email assistant that remembers your writing style or preferences across </a:t>
            </a:r>
            <a:r>
              <a:rPr kumimoji="0" lang="en-PK" altLang="en-PK" sz="2000" b="0" i="0" u="none" strike="noStrike" cap="none" normalizeH="0" baseline="0" dirty="0">
                <a:ln>
                  <a:noFill/>
                </a:ln>
                <a:solidFill>
                  <a:schemeClr val="tx1"/>
                </a:solidFill>
                <a:effectLst/>
                <a:latin typeface="Aptos" panose="020B0004020202020204" pitchFamily="34" charset="0"/>
              </a:rPr>
              <a:t>sessions.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1" i="0" u="none" strike="noStrike" cap="none" normalizeH="0" baseline="0" dirty="0">
                <a:ln>
                  <a:noFill/>
                </a:ln>
                <a:solidFill>
                  <a:schemeClr val="tx1"/>
                </a:solidFill>
                <a:effectLst/>
                <a:latin typeface="Aptos" panose="020B0004020202020204" pitchFamily="34" charset="0"/>
              </a:rPr>
              <a:t>Mechanism:</a:t>
            </a:r>
            <a:endParaRPr kumimoji="0" lang="en-PK" altLang="en-PK" sz="2000"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The agent </a:t>
            </a:r>
            <a:r>
              <a:rPr kumimoji="0" lang="en-PK" altLang="en-PK" sz="2000" b="1" i="0" u="none" strike="noStrike" cap="none" normalizeH="0" baseline="0" dirty="0">
                <a:ln>
                  <a:noFill/>
                </a:ln>
                <a:solidFill>
                  <a:schemeClr val="tx1"/>
                </a:solidFill>
                <a:effectLst/>
                <a:latin typeface="Aptos" panose="020B0004020202020204" pitchFamily="34" charset="0"/>
              </a:rPr>
              <a:t>stores interaction data in a database</a:t>
            </a:r>
            <a:r>
              <a:rPr kumimoji="0" lang="en-PK" altLang="en-PK" sz="2000" b="0" i="0" u="none" strike="noStrike" cap="none" normalizeH="0" baseline="0" dirty="0">
                <a:ln>
                  <a:noFill/>
                </a:ln>
                <a:solidFill>
                  <a:schemeClr val="tx1"/>
                </a:solidFill>
                <a:effectLst/>
                <a:latin typeface="Aptos" panose="020B0004020202020204" pitchFamily="34" charset="0"/>
              </a:rPr>
              <a:t>.</a:t>
            </a: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It can </a:t>
            </a:r>
            <a:r>
              <a:rPr kumimoji="0" lang="en-PK" altLang="en-PK" sz="2000" b="1" i="0" u="none" strike="noStrike" cap="none" normalizeH="0" baseline="0" dirty="0">
                <a:ln>
                  <a:noFill/>
                </a:ln>
                <a:solidFill>
                  <a:schemeClr val="tx1"/>
                </a:solidFill>
                <a:effectLst/>
                <a:latin typeface="Aptos" panose="020B0004020202020204" pitchFamily="34" charset="0"/>
              </a:rPr>
              <a:t>retrieve</a:t>
            </a:r>
            <a:r>
              <a:rPr kumimoji="0" lang="en-PK" altLang="en-PK" sz="2000" b="0" i="0" u="none" strike="noStrike" cap="none" normalizeH="0" baseline="0" dirty="0">
                <a:ln>
                  <a:noFill/>
                </a:ln>
                <a:solidFill>
                  <a:schemeClr val="tx1"/>
                </a:solidFill>
                <a:effectLst/>
                <a:latin typeface="Aptos" panose="020B0004020202020204" pitchFamily="34" charset="0"/>
              </a:rPr>
              <a:t> that </a:t>
            </a:r>
            <a:r>
              <a:rPr kumimoji="0" lang="en-PK" altLang="en-PK" sz="2000" b="0" i="1" u="sng" strike="noStrike" cap="none" normalizeH="0" baseline="0" dirty="0">
                <a:ln>
                  <a:noFill/>
                </a:ln>
                <a:solidFill>
                  <a:schemeClr val="tx1"/>
                </a:solidFill>
                <a:effectLst/>
                <a:latin typeface="Aptos" panose="020B0004020202020204" pitchFamily="34" charset="0"/>
              </a:rPr>
              <a:t>stored information later when needed</a:t>
            </a:r>
            <a:r>
              <a:rPr kumimoji="0" lang="en-PK" altLang="en-PK" sz="2000" b="0" i="0" u="none" strike="noStrike" cap="none" normalizeH="0" baseline="0" dirty="0">
                <a:ln>
                  <a:noFill/>
                </a:ln>
                <a:solidFill>
                  <a:schemeClr val="tx1"/>
                </a:solidFill>
                <a:effectLst/>
                <a:latin typeface="Aptos" panose="020B0004020202020204" pitchFamily="34" charset="0"/>
              </a:rPr>
              <a:t>.</a:t>
            </a: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Both </a:t>
            </a:r>
            <a:r>
              <a:rPr kumimoji="0" lang="en-PK" altLang="en-PK" sz="2000" b="0" i="1" u="sng" strike="noStrike" cap="none" normalizeH="0" baseline="0" dirty="0">
                <a:ln>
                  <a:noFill/>
                </a:ln>
                <a:solidFill>
                  <a:schemeClr val="tx1"/>
                </a:solidFill>
                <a:effectLst/>
                <a:latin typeface="Aptos" panose="020B0004020202020204" pitchFamily="34" charset="0"/>
              </a:rPr>
              <a:t>storing and recalling </a:t>
            </a:r>
            <a:r>
              <a:rPr kumimoji="0" lang="en-PK" altLang="en-PK" sz="2000" b="0" i="0" u="none" strike="noStrike" cap="none" normalizeH="0" baseline="0" dirty="0">
                <a:ln>
                  <a:noFill/>
                </a:ln>
                <a:solidFill>
                  <a:schemeClr val="tx1"/>
                </a:solidFill>
                <a:effectLst/>
                <a:latin typeface="Aptos" panose="020B0004020202020204" pitchFamily="34" charset="0"/>
              </a:rPr>
              <a:t>memories are typically handled through </a:t>
            </a:r>
            <a:r>
              <a:rPr kumimoji="0" lang="en-PK" altLang="en-PK" sz="2000" b="1" i="0" u="none" strike="noStrike" cap="none" normalizeH="0" baseline="0" dirty="0">
                <a:ln>
                  <a:noFill/>
                </a:ln>
                <a:solidFill>
                  <a:schemeClr val="tx1"/>
                </a:solidFill>
                <a:effectLst/>
                <a:latin typeface="Aptos" panose="020B0004020202020204" pitchFamily="34" charset="0"/>
              </a:rPr>
              <a:t>tool interactions</a:t>
            </a:r>
            <a:r>
              <a:rPr kumimoji="0" lang="en-PK" altLang="en-PK" sz="2000" b="0" i="0" u="none" strike="noStrike" cap="none" normalizeH="0" baseline="0" dirty="0">
                <a:ln>
                  <a:noFill/>
                </a:ln>
                <a:solidFill>
                  <a:schemeClr val="tx1"/>
                </a:solidFill>
                <a:effectLst/>
                <a:latin typeface="Aptos" panose="020B0004020202020204" pitchFamily="34" charset="0"/>
              </a:rPr>
              <a:t> (tools designed for memory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4688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9E5C8-9E0E-84F5-4229-3BF51AA5F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DBFDF-594B-C906-DC51-8936FCC79BC5}"/>
              </a:ext>
            </a:extLst>
          </p:cNvPr>
          <p:cNvSpPr>
            <a:spLocks noGrp="1"/>
          </p:cNvSpPr>
          <p:nvPr>
            <p:ph type="title"/>
          </p:nvPr>
        </p:nvSpPr>
        <p:spPr/>
        <p:txBody>
          <a:bodyPr/>
          <a:lstStyle/>
          <a:p>
            <a:r>
              <a:rPr lang="en-US" dirty="0"/>
              <a:t>Long-Term Memory in AI Agents</a:t>
            </a:r>
            <a:endParaRPr lang="en-PK" dirty="0"/>
          </a:p>
        </p:txBody>
      </p:sp>
      <p:sp>
        <p:nvSpPr>
          <p:cNvPr id="4" name="Rectangle 1">
            <a:extLst>
              <a:ext uri="{FF2B5EF4-FFF2-40B4-BE49-F238E27FC236}">
                <a16:creationId xmlns:a16="http://schemas.microsoft.com/office/drawing/2014/main" id="{09B86732-1CC2-FB6B-0AB0-907DB979A4B0}"/>
              </a:ext>
            </a:extLst>
          </p:cNvPr>
          <p:cNvSpPr>
            <a:spLocks noGrp="1" noChangeArrowheads="1"/>
          </p:cNvSpPr>
          <p:nvPr>
            <p:ph idx="1"/>
          </p:nvPr>
        </p:nvSpPr>
        <p:spPr bwMode="auto">
          <a:xfrm>
            <a:off x="685799" y="1908023"/>
            <a:ext cx="10983687"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1" i="0" u="none" strike="noStrike" cap="none" normalizeH="0" baseline="0" dirty="0">
                <a:ln>
                  <a:noFill/>
                </a:ln>
                <a:solidFill>
                  <a:schemeClr val="tx1"/>
                </a:solidFill>
                <a:effectLst/>
                <a:latin typeface="Aptos" panose="020B0004020202020204" pitchFamily="34" charset="0"/>
              </a:rPr>
              <a:t>Definition:</a:t>
            </a:r>
            <a:br>
              <a:rPr kumimoji="0" lang="en-PK" altLang="en-PK" b="0" i="0" u="none" strike="noStrike" cap="none" normalizeH="0" baseline="0" dirty="0">
                <a:ln>
                  <a:noFill/>
                </a:ln>
                <a:solidFill>
                  <a:schemeClr val="tx1"/>
                </a:solidFill>
                <a:effectLst/>
                <a:latin typeface="Aptos" panose="020B0004020202020204" pitchFamily="34" charset="0"/>
              </a:rPr>
            </a:br>
            <a:r>
              <a:rPr kumimoji="0" lang="en-US" altLang="en-PK" b="0" i="0" u="none" strike="noStrike" cap="none" normalizeH="0" baseline="0" dirty="0">
                <a:ln>
                  <a:noFill/>
                </a:ln>
                <a:solidFill>
                  <a:schemeClr val="tx1"/>
                </a:solidFill>
                <a:effectLst/>
                <a:latin typeface="Aptos" panose="020B0004020202020204" pitchFamily="34" charset="0"/>
              </a:rPr>
              <a:t>	</a:t>
            </a:r>
            <a:r>
              <a:rPr kumimoji="0" lang="en-PK" altLang="en-PK" b="0" i="0" u="none" strike="noStrike" cap="none" normalizeH="0" baseline="0" dirty="0">
                <a:ln>
                  <a:noFill/>
                </a:ln>
                <a:solidFill>
                  <a:schemeClr val="tx1"/>
                </a:solidFill>
                <a:effectLst/>
                <a:latin typeface="Aptos" panose="020B0004020202020204" pitchFamily="34" charset="0"/>
              </a:rPr>
              <a:t>Long-term memory stores information from </a:t>
            </a:r>
            <a:r>
              <a:rPr kumimoji="0" lang="en-PK" altLang="en-PK" b="1" i="0" u="none" strike="noStrike" cap="none" normalizeH="0" baseline="0" dirty="0">
                <a:ln>
                  <a:noFill/>
                </a:ln>
                <a:solidFill>
                  <a:schemeClr val="tx1"/>
                </a:solidFill>
                <a:effectLst/>
                <a:latin typeface="Aptos" panose="020B0004020202020204" pitchFamily="34" charset="0"/>
              </a:rPr>
              <a:t>previous sessions</a:t>
            </a:r>
            <a:r>
              <a:rPr kumimoji="0" lang="en-PK" altLang="en-PK" b="0" i="0" u="none" strike="noStrike" cap="none" normalizeH="0" baseline="0" dirty="0">
                <a:ln>
                  <a:noFill/>
                </a:ln>
                <a:solidFill>
                  <a:schemeClr val="tx1"/>
                </a:solidFill>
                <a:effectLst/>
                <a:latin typeface="Aptos" panose="020B0004020202020204" pitchFamily="34" charset="0"/>
              </a:rPr>
              <a:t> of the AI agent.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1" i="0" u="none" strike="noStrike" cap="none" normalizeH="0" baseline="0" dirty="0">
                <a:ln>
                  <a:noFill/>
                </a:ln>
                <a:solidFill>
                  <a:schemeClr val="tx1"/>
                </a:solidFill>
                <a:effectLst/>
                <a:latin typeface="Aptos" panose="020B0004020202020204" pitchFamily="34" charset="0"/>
              </a:rPr>
              <a:t>Purpose:</a:t>
            </a:r>
            <a:endParaRPr kumimoji="0" lang="en-PK" altLang="en-PK"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sz="2800" b="0" i="0" u="none" strike="noStrike" cap="none" normalizeH="0" baseline="0" dirty="0">
                <a:ln>
                  <a:noFill/>
                </a:ln>
                <a:solidFill>
                  <a:schemeClr val="tx1"/>
                </a:solidFill>
                <a:effectLst/>
                <a:latin typeface="Aptos" panose="020B0004020202020204" pitchFamily="34" charset="0"/>
              </a:rPr>
              <a:t>Converts a </a:t>
            </a:r>
            <a:r>
              <a:rPr kumimoji="0" lang="en-PK" altLang="en-PK" sz="2800" b="1" i="0" u="none" strike="noStrike" cap="none" normalizeH="0" baseline="0" dirty="0">
                <a:ln>
                  <a:noFill/>
                </a:ln>
                <a:solidFill>
                  <a:schemeClr val="tx1"/>
                </a:solidFill>
                <a:effectLst/>
                <a:latin typeface="Aptos" panose="020B0004020202020204" pitchFamily="34" charset="0"/>
              </a:rPr>
              <a:t>stateless</a:t>
            </a:r>
            <a:r>
              <a:rPr kumimoji="0" lang="en-PK" altLang="en-PK" sz="2800" b="0" i="0" u="none" strike="noStrike" cap="none" normalizeH="0" baseline="0" dirty="0">
                <a:ln>
                  <a:noFill/>
                </a:ln>
                <a:solidFill>
                  <a:schemeClr val="tx1"/>
                </a:solidFill>
                <a:effectLst/>
                <a:latin typeface="Aptos" panose="020B0004020202020204" pitchFamily="34" charset="0"/>
              </a:rPr>
              <a:t> system (no recall of past interactions) into a </a:t>
            </a:r>
            <a:r>
              <a:rPr kumimoji="0" lang="en-PK" altLang="en-PK" sz="2800" b="1" i="0" u="none" strike="noStrike" cap="none" normalizeH="0" baseline="0" dirty="0">
                <a:ln>
                  <a:noFill/>
                </a:ln>
                <a:solidFill>
                  <a:schemeClr val="tx1"/>
                </a:solidFill>
                <a:effectLst/>
                <a:latin typeface="Aptos" panose="020B0004020202020204" pitchFamily="34" charset="0"/>
              </a:rPr>
              <a:t>stateful</a:t>
            </a:r>
            <a:r>
              <a:rPr kumimoji="0" lang="en-PK" altLang="en-PK" sz="2800" b="0" i="0" u="none" strike="noStrike" cap="none" normalizeH="0" baseline="0" dirty="0">
                <a:ln>
                  <a:noFill/>
                </a:ln>
                <a:solidFill>
                  <a:schemeClr val="tx1"/>
                </a:solidFill>
                <a:effectLst/>
                <a:latin typeface="Aptos" panose="020B0004020202020204" pitchFamily="34" charset="0"/>
              </a:rPr>
              <a:t> one (context-aware).</a:t>
            </a:r>
          </a:p>
          <a:p>
            <a:pPr marL="457200" lvl="1" indent="0" eaLnBrk="0" fontAlgn="base" hangingPunct="0">
              <a:lnSpc>
                <a:spcPct val="100000"/>
              </a:lnSpc>
              <a:spcBef>
                <a:spcPct val="0"/>
              </a:spcBef>
              <a:spcAft>
                <a:spcPct val="0"/>
              </a:spcAft>
              <a:buFontTx/>
              <a:buChar char="•"/>
            </a:pPr>
            <a:r>
              <a:rPr kumimoji="0" lang="en-PK" altLang="en-PK" sz="2800" b="0" i="0" u="none" strike="noStrike" cap="none" normalizeH="0" baseline="0" dirty="0">
                <a:ln>
                  <a:noFill/>
                </a:ln>
                <a:solidFill>
                  <a:schemeClr val="tx1"/>
                </a:solidFill>
                <a:effectLst/>
                <a:latin typeface="Aptos" panose="020B0004020202020204" pitchFamily="34" charset="0"/>
              </a:rPr>
              <a:t>Allows each new request to be influenced by information from </a:t>
            </a:r>
            <a:r>
              <a:rPr kumimoji="0" lang="en-PK" altLang="en-PK" sz="2800" b="1" i="0" u="none" strike="noStrike" cap="none" normalizeH="0" baseline="0" dirty="0">
                <a:ln>
                  <a:noFill/>
                </a:ln>
                <a:solidFill>
                  <a:schemeClr val="tx1"/>
                </a:solidFill>
                <a:effectLst/>
                <a:latin typeface="Aptos" panose="020B0004020202020204" pitchFamily="34" charset="0"/>
              </a:rPr>
              <a:t>past conversations</a:t>
            </a:r>
            <a:r>
              <a:rPr kumimoji="0" lang="en-PK" altLang="en-PK" sz="2800" b="0" i="0" u="none" strike="noStrike" cap="none" normalizeH="0" baseline="0" dirty="0">
                <a:ln>
                  <a:noFill/>
                </a:ln>
                <a:solidFill>
                  <a:schemeClr val="tx1"/>
                </a:solidFill>
                <a:effectLst/>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178854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A33E2-91EB-6F8F-BE95-832872912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55E188-C22A-E4B5-38C7-D15F35F59AFA}"/>
              </a:ext>
            </a:extLst>
          </p:cNvPr>
          <p:cNvSpPr>
            <a:spLocks noGrp="1"/>
          </p:cNvSpPr>
          <p:nvPr>
            <p:ph type="title"/>
          </p:nvPr>
        </p:nvSpPr>
        <p:spPr/>
        <p:txBody>
          <a:bodyPr/>
          <a:lstStyle/>
          <a:p>
            <a:r>
              <a:rPr lang="en-US" dirty="0"/>
              <a:t>Long-Term Memory in AI Agents</a:t>
            </a:r>
            <a:endParaRPr lang="en-PK" dirty="0"/>
          </a:p>
        </p:txBody>
      </p:sp>
      <p:sp>
        <p:nvSpPr>
          <p:cNvPr id="4" name="Rectangle 1">
            <a:extLst>
              <a:ext uri="{FF2B5EF4-FFF2-40B4-BE49-F238E27FC236}">
                <a16:creationId xmlns:a16="http://schemas.microsoft.com/office/drawing/2014/main" id="{CDFDE0B2-E971-EE32-FD97-1C51FB3B0A51}"/>
              </a:ext>
            </a:extLst>
          </p:cNvPr>
          <p:cNvSpPr>
            <a:spLocks noGrp="1" noChangeArrowheads="1"/>
          </p:cNvSpPr>
          <p:nvPr>
            <p:ph idx="1"/>
          </p:nvPr>
        </p:nvSpPr>
        <p:spPr bwMode="auto">
          <a:xfrm>
            <a:off x="838199" y="1662192"/>
            <a:ext cx="10983687"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PK" altLang="en-PK" b="1" dirty="0">
                <a:latin typeface="Aptos" panose="020B0004020202020204" pitchFamily="34" charset="0"/>
              </a:rPr>
              <a:t>Intelligent </a:t>
            </a:r>
            <a:r>
              <a:rPr lang="en-PK" altLang="en-PK" b="1" dirty="0" err="1">
                <a:latin typeface="Aptos" panose="020B0004020202020204" pitchFamily="34" charset="0"/>
              </a:rPr>
              <a:t>Behavior</a:t>
            </a:r>
            <a:r>
              <a:rPr lang="en-PK" altLang="en-PK" b="1" dirty="0">
                <a:latin typeface="Aptos" panose="020B0004020202020204" pitchFamily="34" charset="0"/>
              </a:rPr>
              <a:t>:</a:t>
            </a:r>
            <a:endParaRPr lang="en-PK" altLang="en-PK" dirty="0">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lang="en-PK" altLang="en-PK" sz="2800" dirty="0">
                <a:latin typeface="Aptos" panose="020B0004020202020204" pitchFamily="34" charset="0"/>
              </a:rPr>
              <a:t>AI agents that appear </a:t>
            </a:r>
            <a:r>
              <a:rPr lang="en-PK" altLang="en-PK" sz="2800" b="1" dirty="0">
                <a:latin typeface="Aptos" panose="020B0004020202020204" pitchFamily="34" charset="0"/>
              </a:rPr>
              <a:t>more intelligent and personalized</a:t>
            </a:r>
            <a:r>
              <a:rPr lang="en-PK" altLang="en-PK" sz="2800" dirty="0">
                <a:latin typeface="Aptos" panose="020B0004020202020204" pitchFamily="34" charset="0"/>
              </a:rPr>
              <a:t> usually include long-term memory.</a:t>
            </a:r>
          </a:p>
          <a:p>
            <a:pPr marL="457200" lvl="1" indent="0" eaLnBrk="0" fontAlgn="base" hangingPunct="0">
              <a:lnSpc>
                <a:spcPct val="100000"/>
              </a:lnSpc>
              <a:spcBef>
                <a:spcPct val="0"/>
              </a:spcBef>
              <a:spcAft>
                <a:spcPct val="0"/>
              </a:spcAft>
              <a:buFontTx/>
              <a:buChar char="•"/>
            </a:pPr>
            <a:r>
              <a:rPr lang="en-PK" altLang="en-PK" sz="2800" dirty="0">
                <a:latin typeface="Aptos" panose="020B0004020202020204" pitchFamily="34" charset="0"/>
              </a:rPr>
              <a:t>Example: An AI email assistant that remembers your writing style or preferences across sessions.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1" i="0" u="none" strike="noStrike" cap="none" normalizeH="0" baseline="0" dirty="0">
                <a:ln>
                  <a:noFill/>
                </a:ln>
                <a:solidFill>
                  <a:schemeClr val="tx1"/>
                </a:solidFill>
                <a:effectLst/>
                <a:latin typeface="Aptos" panose="020B0004020202020204" pitchFamily="34" charset="0"/>
              </a:rPr>
              <a:t>Mechanism:</a:t>
            </a:r>
            <a:endParaRPr kumimoji="0" lang="en-PK" altLang="en-PK"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sz="2800" b="0" i="0" u="none" strike="noStrike" cap="none" normalizeH="0" baseline="0" dirty="0">
                <a:ln>
                  <a:noFill/>
                </a:ln>
                <a:solidFill>
                  <a:schemeClr val="tx1"/>
                </a:solidFill>
                <a:effectLst/>
                <a:latin typeface="Aptos" panose="020B0004020202020204" pitchFamily="34" charset="0"/>
              </a:rPr>
              <a:t>The agent </a:t>
            </a:r>
            <a:r>
              <a:rPr kumimoji="0" lang="en-PK" altLang="en-PK" sz="2800" b="1" i="0" u="none" strike="noStrike" cap="none" normalizeH="0" baseline="0" dirty="0">
                <a:ln>
                  <a:noFill/>
                </a:ln>
                <a:solidFill>
                  <a:schemeClr val="tx1"/>
                </a:solidFill>
                <a:effectLst/>
                <a:latin typeface="Aptos" panose="020B0004020202020204" pitchFamily="34" charset="0"/>
              </a:rPr>
              <a:t>stores interaction data in a database</a:t>
            </a:r>
            <a:r>
              <a:rPr kumimoji="0" lang="en-PK" altLang="en-PK" sz="2800" b="0" i="0" u="none" strike="noStrike" cap="none" normalizeH="0" baseline="0" dirty="0">
                <a:ln>
                  <a:noFill/>
                </a:ln>
                <a:solidFill>
                  <a:schemeClr val="tx1"/>
                </a:solidFill>
                <a:effectLst/>
                <a:latin typeface="Aptos" panose="020B0004020202020204" pitchFamily="34" charset="0"/>
              </a:rPr>
              <a:t>.</a:t>
            </a:r>
          </a:p>
          <a:p>
            <a:pPr marL="457200" lvl="1" indent="0" eaLnBrk="0" fontAlgn="base" hangingPunct="0">
              <a:lnSpc>
                <a:spcPct val="100000"/>
              </a:lnSpc>
              <a:spcBef>
                <a:spcPct val="0"/>
              </a:spcBef>
              <a:spcAft>
                <a:spcPct val="0"/>
              </a:spcAft>
              <a:buFontTx/>
              <a:buChar char="•"/>
            </a:pPr>
            <a:r>
              <a:rPr kumimoji="0" lang="en-PK" altLang="en-PK" sz="2800" b="0" i="0" u="none" strike="noStrike" cap="none" normalizeH="0" baseline="0" dirty="0">
                <a:ln>
                  <a:noFill/>
                </a:ln>
                <a:solidFill>
                  <a:schemeClr val="tx1"/>
                </a:solidFill>
                <a:effectLst/>
                <a:latin typeface="Aptos" panose="020B0004020202020204" pitchFamily="34" charset="0"/>
              </a:rPr>
              <a:t>It can </a:t>
            </a:r>
            <a:r>
              <a:rPr kumimoji="0" lang="en-PK" altLang="en-PK" sz="2800" b="1" i="0" u="none" strike="noStrike" cap="none" normalizeH="0" baseline="0" dirty="0">
                <a:ln>
                  <a:noFill/>
                </a:ln>
                <a:solidFill>
                  <a:schemeClr val="tx1"/>
                </a:solidFill>
                <a:effectLst/>
                <a:latin typeface="Aptos" panose="020B0004020202020204" pitchFamily="34" charset="0"/>
              </a:rPr>
              <a:t>retrieve</a:t>
            </a:r>
            <a:r>
              <a:rPr kumimoji="0" lang="en-PK" altLang="en-PK" sz="2800" b="0" i="0" u="none" strike="noStrike" cap="none" normalizeH="0" baseline="0" dirty="0">
                <a:ln>
                  <a:noFill/>
                </a:ln>
                <a:solidFill>
                  <a:schemeClr val="tx1"/>
                </a:solidFill>
                <a:effectLst/>
                <a:latin typeface="Aptos" panose="020B0004020202020204" pitchFamily="34" charset="0"/>
              </a:rPr>
              <a:t> that stored information later when needed.</a:t>
            </a:r>
          </a:p>
          <a:p>
            <a:pPr marL="457200" lvl="1" indent="0" eaLnBrk="0" fontAlgn="base" hangingPunct="0">
              <a:lnSpc>
                <a:spcPct val="100000"/>
              </a:lnSpc>
              <a:spcBef>
                <a:spcPct val="0"/>
              </a:spcBef>
              <a:spcAft>
                <a:spcPct val="0"/>
              </a:spcAft>
              <a:buFontTx/>
              <a:buChar char="•"/>
            </a:pPr>
            <a:r>
              <a:rPr kumimoji="0" lang="en-PK" altLang="en-PK" sz="2800" b="0" i="0" u="none" strike="noStrike" cap="none" normalizeH="0" baseline="0" dirty="0">
                <a:ln>
                  <a:noFill/>
                </a:ln>
                <a:solidFill>
                  <a:schemeClr val="tx1"/>
                </a:solidFill>
                <a:effectLst/>
                <a:latin typeface="Aptos" panose="020B0004020202020204" pitchFamily="34" charset="0"/>
              </a:rPr>
              <a:t>Both storing and recalling memories are typically handled through </a:t>
            </a:r>
            <a:r>
              <a:rPr kumimoji="0" lang="en-PK" altLang="en-PK" sz="2800" b="1" i="0" u="none" strike="noStrike" cap="none" normalizeH="0" baseline="0" dirty="0">
                <a:ln>
                  <a:noFill/>
                </a:ln>
                <a:solidFill>
                  <a:schemeClr val="tx1"/>
                </a:solidFill>
                <a:effectLst/>
                <a:latin typeface="Aptos" panose="020B0004020202020204" pitchFamily="34" charset="0"/>
              </a:rPr>
              <a:t>tool interactions</a:t>
            </a:r>
            <a:r>
              <a:rPr kumimoji="0" lang="en-PK" altLang="en-PK" sz="2800" b="0" i="0" u="none" strike="noStrike" cap="none" normalizeH="0" baseline="0" dirty="0">
                <a:ln>
                  <a:noFill/>
                </a:ln>
                <a:solidFill>
                  <a:schemeClr val="tx1"/>
                </a:solidFill>
                <a:effectLst/>
                <a:latin typeface="Aptos" panose="020B0004020202020204" pitchFamily="34" charset="0"/>
              </a:rPr>
              <a:t> (tools designed for memory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98930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B3F31-10D6-4A16-51F1-F74596EAAB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EC6788-CBFB-9928-5AD7-B1482F4B096C}"/>
              </a:ext>
            </a:extLst>
          </p:cNvPr>
          <p:cNvSpPr>
            <a:spLocks noGrp="1"/>
          </p:cNvSpPr>
          <p:nvPr>
            <p:ph type="title"/>
          </p:nvPr>
        </p:nvSpPr>
        <p:spPr/>
        <p:txBody>
          <a:bodyPr/>
          <a:lstStyle/>
          <a:p>
            <a:r>
              <a:rPr lang="en-US" dirty="0"/>
              <a:t>Long-Term Memory in AI Agents</a:t>
            </a:r>
            <a:endParaRPr lang="en-PK" dirty="0"/>
          </a:p>
        </p:txBody>
      </p:sp>
      <p:sp>
        <p:nvSpPr>
          <p:cNvPr id="4" name="Rectangle 1">
            <a:extLst>
              <a:ext uri="{FF2B5EF4-FFF2-40B4-BE49-F238E27FC236}">
                <a16:creationId xmlns:a16="http://schemas.microsoft.com/office/drawing/2014/main" id="{186C425A-1127-3DAC-0598-D80790C6DCE3}"/>
              </a:ext>
            </a:extLst>
          </p:cNvPr>
          <p:cNvSpPr>
            <a:spLocks noGrp="1" noChangeArrowheads="1"/>
          </p:cNvSpPr>
          <p:nvPr>
            <p:ph idx="1"/>
          </p:nvPr>
        </p:nvSpPr>
        <p:spPr bwMode="auto">
          <a:xfrm>
            <a:off x="838200" y="1690688"/>
            <a:ext cx="10983687"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1" i="0" u="none" strike="noStrike" cap="none" normalizeH="0" baseline="0" dirty="0">
                <a:ln>
                  <a:noFill/>
                </a:ln>
                <a:solidFill>
                  <a:schemeClr val="tx1"/>
                </a:solidFill>
                <a:effectLst/>
                <a:latin typeface="Aptos" panose="020B0004020202020204" pitchFamily="34" charset="0"/>
              </a:rPr>
              <a:t>Mechanism:</a:t>
            </a:r>
            <a:endParaRPr kumimoji="0" lang="en-PK" altLang="en-PK"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sz="2800" b="0" i="0" u="none" strike="noStrike" cap="none" normalizeH="0" baseline="0" dirty="0">
                <a:ln>
                  <a:noFill/>
                </a:ln>
                <a:solidFill>
                  <a:schemeClr val="tx1"/>
                </a:solidFill>
                <a:effectLst/>
                <a:latin typeface="Aptos" panose="020B0004020202020204" pitchFamily="34" charset="0"/>
              </a:rPr>
              <a:t>The agent </a:t>
            </a:r>
            <a:r>
              <a:rPr kumimoji="0" lang="en-PK" altLang="en-PK" sz="2800" b="1" i="0" u="none" strike="noStrike" cap="none" normalizeH="0" baseline="0" dirty="0">
                <a:ln>
                  <a:noFill/>
                </a:ln>
                <a:solidFill>
                  <a:schemeClr val="tx1"/>
                </a:solidFill>
                <a:effectLst/>
                <a:latin typeface="Aptos" panose="020B0004020202020204" pitchFamily="34" charset="0"/>
              </a:rPr>
              <a:t>stores interaction data in a database</a:t>
            </a:r>
            <a:r>
              <a:rPr kumimoji="0" lang="en-PK" altLang="en-PK" sz="2800" b="0" i="0" u="none" strike="noStrike" cap="none" normalizeH="0" baseline="0" dirty="0">
                <a:ln>
                  <a:noFill/>
                </a:ln>
                <a:solidFill>
                  <a:schemeClr val="tx1"/>
                </a:solidFill>
                <a:effectLst/>
                <a:latin typeface="Aptos" panose="020B0004020202020204" pitchFamily="34" charset="0"/>
              </a:rPr>
              <a:t>.</a:t>
            </a:r>
          </a:p>
          <a:p>
            <a:pPr marL="457200" lvl="1" indent="0" eaLnBrk="0" fontAlgn="base" hangingPunct="0">
              <a:lnSpc>
                <a:spcPct val="100000"/>
              </a:lnSpc>
              <a:spcBef>
                <a:spcPct val="0"/>
              </a:spcBef>
              <a:spcAft>
                <a:spcPct val="0"/>
              </a:spcAft>
              <a:buFontTx/>
              <a:buChar char="•"/>
            </a:pPr>
            <a:r>
              <a:rPr kumimoji="0" lang="en-PK" altLang="en-PK" sz="2800" b="0" i="0" u="none" strike="noStrike" cap="none" normalizeH="0" baseline="0" dirty="0">
                <a:ln>
                  <a:noFill/>
                </a:ln>
                <a:solidFill>
                  <a:schemeClr val="tx1"/>
                </a:solidFill>
                <a:effectLst/>
                <a:latin typeface="Aptos" panose="020B0004020202020204" pitchFamily="34" charset="0"/>
              </a:rPr>
              <a:t>It can </a:t>
            </a:r>
            <a:r>
              <a:rPr kumimoji="0" lang="en-PK" altLang="en-PK" sz="2800" b="1" i="0" u="none" strike="noStrike" cap="none" normalizeH="0" baseline="0" dirty="0">
                <a:ln>
                  <a:noFill/>
                </a:ln>
                <a:solidFill>
                  <a:schemeClr val="tx1"/>
                </a:solidFill>
                <a:effectLst/>
                <a:latin typeface="Aptos" panose="020B0004020202020204" pitchFamily="34" charset="0"/>
              </a:rPr>
              <a:t>retrieve</a:t>
            </a:r>
            <a:r>
              <a:rPr kumimoji="0" lang="en-PK" altLang="en-PK" sz="2800" b="0" i="0" u="none" strike="noStrike" cap="none" normalizeH="0" baseline="0" dirty="0">
                <a:ln>
                  <a:noFill/>
                </a:ln>
                <a:solidFill>
                  <a:schemeClr val="tx1"/>
                </a:solidFill>
                <a:effectLst/>
                <a:latin typeface="Aptos" panose="020B0004020202020204" pitchFamily="34" charset="0"/>
              </a:rPr>
              <a:t> that stored information later when needed.</a:t>
            </a:r>
          </a:p>
          <a:p>
            <a:pPr marL="457200" lvl="1" indent="0" eaLnBrk="0" fontAlgn="base" hangingPunct="0">
              <a:lnSpc>
                <a:spcPct val="100000"/>
              </a:lnSpc>
              <a:spcBef>
                <a:spcPct val="0"/>
              </a:spcBef>
              <a:spcAft>
                <a:spcPct val="0"/>
              </a:spcAft>
              <a:buFontTx/>
              <a:buChar char="•"/>
            </a:pPr>
            <a:r>
              <a:rPr kumimoji="0" lang="en-PK" altLang="en-PK" sz="2800" b="0" i="0" u="none" strike="noStrike" cap="none" normalizeH="0" baseline="0" dirty="0">
                <a:ln>
                  <a:noFill/>
                </a:ln>
                <a:solidFill>
                  <a:schemeClr val="tx1"/>
                </a:solidFill>
                <a:effectLst/>
                <a:latin typeface="Aptos" panose="020B0004020202020204" pitchFamily="34" charset="0"/>
              </a:rPr>
              <a:t>Both storing and recalling memories are typically handled through </a:t>
            </a:r>
            <a:r>
              <a:rPr kumimoji="0" lang="en-PK" altLang="en-PK" sz="2800" b="1" i="0" u="none" strike="noStrike" cap="none" normalizeH="0" baseline="0" dirty="0">
                <a:ln>
                  <a:noFill/>
                </a:ln>
                <a:solidFill>
                  <a:schemeClr val="tx1"/>
                </a:solidFill>
                <a:effectLst/>
                <a:latin typeface="Aptos" panose="020B0004020202020204" pitchFamily="34" charset="0"/>
              </a:rPr>
              <a:t>tool interactions</a:t>
            </a:r>
            <a:r>
              <a:rPr kumimoji="0" lang="en-PK" altLang="en-PK" sz="2800" b="0" i="0" u="none" strike="noStrike" cap="none" normalizeH="0" baseline="0" dirty="0">
                <a:ln>
                  <a:noFill/>
                </a:ln>
                <a:solidFill>
                  <a:schemeClr val="tx1"/>
                </a:solidFill>
                <a:effectLst/>
                <a:latin typeface="Aptos" panose="020B0004020202020204" pitchFamily="34" charset="0"/>
              </a:rPr>
              <a:t> (tools designed for memory management).</a:t>
            </a:r>
            <a:br>
              <a:rPr kumimoji="0" lang="en-US" altLang="en-PK" sz="2800" b="0" i="0" u="none" strike="noStrike" cap="none" normalizeH="0" baseline="0" dirty="0">
                <a:ln>
                  <a:noFill/>
                </a:ln>
                <a:solidFill>
                  <a:schemeClr val="tx1"/>
                </a:solidFill>
                <a:effectLst/>
                <a:latin typeface="Aptos" panose="020B0004020202020204" pitchFamily="34" charset="0"/>
              </a:rPr>
            </a:br>
            <a:endParaRPr kumimoji="0" lang="en-PK" altLang="en-PK" sz="2800"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0CDFAFF7-57E6-7A31-783E-62F9A0A28309}"/>
              </a:ext>
            </a:extLst>
          </p:cNvPr>
          <p:cNvPicPr>
            <a:picLocks noChangeAspect="1"/>
          </p:cNvPicPr>
          <p:nvPr/>
        </p:nvPicPr>
        <p:blipFill>
          <a:blip r:embed="rId3"/>
          <a:stretch>
            <a:fillRect/>
          </a:stretch>
        </p:blipFill>
        <p:spPr>
          <a:xfrm>
            <a:off x="1193290" y="3809575"/>
            <a:ext cx="10545647" cy="3048425"/>
          </a:xfrm>
          <a:prstGeom prst="rect">
            <a:avLst/>
          </a:prstGeom>
        </p:spPr>
      </p:pic>
    </p:spTree>
    <p:extLst>
      <p:ext uri="{BB962C8B-B14F-4D97-AF65-F5344CB8AC3E}">
        <p14:creationId xmlns:p14="http://schemas.microsoft.com/office/powerpoint/2010/main" val="28536009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52D2E03-7BBB-E43B-E563-58FC0B84C1D2}"/>
              </a:ext>
            </a:extLst>
          </p:cNvPr>
          <p:cNvSpPr>
            <a:spLocks noGrp="1"/>
          </p:cNvSpPr>
          <p:nvPr>
            <p:ph type="ctrTitle"/>
          </p:nvPr>
        </p:nvSpPr>
        <p:spPr/>
        <p:txBody>
          <a:bodyPr/>
          <a:lstStyle/>
          <a:p>
            <a:r>
              <a:rPr lang="en-US" dirty="0"/>
              <a:t>Knowledge</a:t>
            </a:r>
            <a:endParaRPr lang="en-PK" dirty="0"/>
          </a:p>
        </p:txBody>
      </p:sp>
      <p:sp>
        <p:nvSpPr>
          <p:cNvPr id="5" name="Subtitle 4">
            <a:extLst>
              <a:ext uri="{FF2B5EF4-FFF2-40B4-BE49-F238E27FC236}">
                <a16:creationId xmlns:a16="http://schemas.microsoft.com/office/drawing/2014/main" id="{1E0A1D0D-9726-0AD5-810A-27B44CAB9761}"/>
              </a:ext>
            </a:extLst>
          </p:cNvPr>
          <p:cNvSpPr>
            <a:spLocks noGrp="1"/>
          </p:cNvSpPr>
          <p:nvPr>
            <p:ph type="subTitle" idx="1"/>
          </p:nvPr>
        </p:nvSpPr>
        <p:spPr/>
        <p:txBody>
          <a:bodyPr/>
          <a:lstStyle/>
          <a:p>
            <a:endParaRPr lang="en-PK"/>
          </a:p>
        </p:txBody>
      </p:sp>
    </p:spTree>
    <p:extLst>
      <p:ext uri="{BB962C8B-B14F-4D97-AF65-F5344CB8AC3E}">
        <p14:creationId xmlns:p14="http://schemas.microsoft.com/office/powerpoint/2010/main" val="580946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2C21A-73C5-9FC0-6C16-2092146B0B71}"/>
              </a:ext>
            </a:extLst>
          </p:cNvPr>
          <p:cNvSpPr>
            <a:spLocks noGrp="1"/>
          </p:cNvSpPr>
          <p:nvPr>
            <p:ph type="title"/>
          </p:nvPr>
        </p:nvSpPr>
        <p:spPr/>
        <p:txBody>
          <a:bodyPr/>
          <a:lstStyle/>
          <a:p>
            <a:r>
              <a:rPr lang="en-US" dirty="0"/>
              <a:t>Knowledge in AI Agents</a:t>
            </a:r>
            <a:endParaRPr lang="en-PK" dirty="0"/>
          </a:p>
        </p:txBody>
      </p:sp>
      <p:sp>
        <p:nvSpPr>
          <p:cNvPr id="4" name="Rectangle 1">
            <a:extLst>
              <a:ext uri="{FF2B5EF4-FFF2-40B4-BE49-F238E27FC236}">
                <a16:creationId xmlns:a16="http://schemas.microsoft.com/office/drawing/2014/main" id="{4091D5C0-5E42-BEA1-9E4B-15B9D668576A}"/>
              </a:ext>
            </a:extLst>
          </p:cNvPr>
          <p:cNvSpPr>
            <a:spLocks noGrp="1" noChangeArrowheads="1"/>
          </p:cNvSpPr>
          <p:nvPr>
            <p:ph idx="1"/>
          </p:nvPr>
        </p:nvSpPr>
        <p:spPr bwMode="auto">
          <a:xfrm>
            <a:off x="838200" y="1277472"/>
            <a:ext cx="10926337"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1" i="0" u="none" strike="noStrike" cap="none" normalizeH="0" baseline="0" dirty="0">
                <a:ln>
                  <a:noFill/>
                </a:ln>
                <a:solidFill>
                  <a:schemeClr val="tx1"/>
                </a:solidFill>
                <a:effectLst/>
                <a:latin typeface="Aptos" panose="020B0004020202020204" pitchFamily="34" charset="0"/>
              </a:rPr>
              <a:t>Definition:</a:t>
            </a:r>
            <a:br>
              <a:rPr kumimoji="0" lang="en-PK" altLang="en-PK" b="0" i="0" u="none" strike="noStrike" cap="none" normalizeH="0" baseline="0" dirty="0">
                <a:ln>
                  <a:noFill/>
                </a:ln>
                <a:solidFill>
                  <a:schemeClr val="tx1"/>
                </a:solidFill>
                <a:effectLst/>
                <a:latin typeface="Aptos" panose="020B0004020202020204" pitchFamily="34" charset="0"/>
              </a:rPr>
            </a:br>
            <a:r>
              <a:rPr kumimoji="0" lang="en-PK" altLang="en-PK" b="0" i="0" u="none" strike="noStrike" cap="none" normalizeH="0" baseline="0" dirty="0">
                <a:ln>
                  <a:noFill/>
                </a:ln>
                <a:solidFill>
                  <a:schemeClr val="tx1"/>
                </a:solidFill>
                <a:effectLst/>
                <a:latin typeface="Aptos" panose="020B0004020202020204" pitchFamily="34" charset="0"/>
              </a:rPr>
              <a:t>Knowledge is the AI agent’s ability to </a:t>
            </a:r>
            <a:r>
              <a:rPr kumimoji="0" lang="en-PK" altLang="en-PK" b="1" i="0" u="none" strike="noStrike" cap="none" normalizeH="0" baseline="0" dirty="0">
                <a:ln>
                  <a:noFill/>
                </a:ln>
                <a:solidFill>
                  <a:schemeClr val="tx1"/>
                </a:solidFill>
                <a:effectLst/>
                <a:latin typeface="Aptos" panose="020B0004020202020204" pitchFamily="34" charset="0"/>
              </a:rPr>
              <a:t>recall information</a:t>
            </a:r>
            <a:r>
              <a:rPr kumimoji="0" lang="en-PK" altLang="en-PK" b="0" i="0" u="none" strike="noStrike" cap="none" normalizeH="0" baseline="0" dirty="0">
                <a:ln>
                  <a:noFill/>
                </a:ln>
                <a:solidFill>
                  <a:schemeClr val="tx1"/>
                </a:solidFill>
                <a:effectLst/>
                <a:latin typeface="Aptos" panose="020B0004020202020204" pitchFamily="34" charset="0"/>
              </a:rPr>
              <a:t> from a </a:t>
            </a:r>
            <a:r>
              <a:rPr kumimoji="0" lang="en-PK" altLang="en-PK" b="1" i="0" u="none" strike="noStrike" cap="none" normalizeH="0" baseline="0" dirty="0">
                <a:ln>
                  <a:noFill/>
                </a:ln>
                <a:solidFill>
                  <a:schemeClr val="tx1"/>
                </a:solidFill>
                <a:effectLst/>
                <a:latin typeface="Aptos" panose="020B0004020202020204" pitchFamily="34" charset="0"/>
              </a:rPr>
              <a:t>stored knowledge base</a:t>
            </a:r>
            <a:r>
              <a:rPr kumimoji="0" lang="en-PK" altLang="en-PK" b="0" i="0" u="none" strike="noStrike" cap="none" normalizeH="0" baseline="0" dirty="0">
                <a:ln>
                  <a:noFill/>
                </a:ln>
                <a:solidFill>
                  <a:schemeClr val="tx1"/>
                </a:solidFill>
                <a:effectLst/>
                <a:latin typeface="Aptos" panose="020B0004020202020204" pitchFamily="34" charset="0"/>
              </a:rPr>
              <a:t>.</a:t>
            </a:r>
          </a:p>
          <a:p>
            <a:pPr marL="457200" lvl="1" indent="0" eaLnBrk="0" fontAlgn="base" hangingPunct="0">
              <a:lnSpc>
                <a:spcPct val="100000"/>
              </a:lnSpc>
              <a:spcBef>
                <a:spcPct val="0"/>
              </a:spcBef>
              <a:spcAft>
                <a:spcPct val="0"/>
              </a:spcAft>
              <a:buFontTx/>
              <a:buChar char="•"/>
            </a:pPr>
            <a:r>
              <a:rPr kumimoji="0" lang="en-PK" altLang="en-PK" b="1" i="0" u="none" strike="noStrike" cap="none" normalizeH="0" baseline="0" dirty="0">
                <a:ln>
                  <a:noFill/>
                </a:ln>
                <a:solidFill>
                  <a:schemeClr val="tx1"/>
                </a:solidFill>
                <a:effectLst/>
                <a:latin typeface="Aptos" panose="020B0004020202020204" pitchFamily="34" charset="0"/>
              </a:rPr>
              <a:t>Difference from Memory:</a:t>
            </a:r>
            <a:endParaRPr kumimoji="0" lang="en-PK" altLang="en-PK"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b="0" i="0" u="none" strike="noStrike" cap="none" normalizeH="0" baseline="0" dirty="0">
                <a:ln>
                  <a:noFill/>
                </a:ln>
                <a:solidFill>
                  <a:schemeClr val="tx1"/>
                </a:solidFill>
                <a:effectLst/>
                <a:latin typeface="Aptos" panose="020B0004020202020204" pitchFamily="34" charset="0"/>
              </a:rPr>
              <a:t>Unlike memory, knowledge is </a:t>
            </a:r>
            <a:r>
              <a:rPr kumimoji="0" lang="en-PK" altLang="en-PK" b="1" i="0" u="none" strike="noStrike" cap="none" normalizeH="0" baseline="0" dirty="0">
                <a:ln>
                  <a:noFill/>
                </a:ln>
                <a:solidFill>
                  <a:schemeClr val="tx1"/>
                </a:solidFill>
                <a:effectLst/>
                <a:latin typeface="Aptos" panose="020B0004020202020204" pitchFamily="34" charset="0"/>
              </a:rPr>
              <a:t>not derived from past user interactions</a:t>
            </a:r>
            <a:r>
              <a:rPr kumimoji="0" lang="en-PK" altLang="en-PK" b="0" i="0" u="none" strike="noStrike" cap="none" normalizeH="0" baseline="0" dirty="0">
                <a:ln>
                  <a:noFill/>
                </a:ln>
                <a:solidFill>
                  <a:schemeClr val="tx1"/>
                </a:solidFill>
                <a:effectLst/>
                <a:latin typeface="Aptos" panose="020B0004020202020204" pitchFamily="34" charset="0"/>
              </a:rPr>
              <a:t>.</a:t>
            </a:r>
          </a:p>
          <a:p>
            <a:pPr marL="457200" lvl="1" indent="0" eaLnBrk="0" fontAlgn="base" hangingPunct="0">
              <a:lnSpc>
                <a:spcPct val="100000"/>
              </a:lnSpc>
              <a:spcBef>
                <a:spcPct val="0"/>
              </a:spcBef>
              <a:spcAft>
                <a:spcPct val="0"/>
              </a:spcAft>
              <a:buFontTx/>
              <a:buChar char="•"/>
            </a:pPr>
            <a:r>
              <a:rPr kumimoji="0" lang="en-PK" altLang="en-PK" b="0" i="0" u="none" strike="noStrike" cap="none" normalizeH="0" baseline="0" dirty="0">
                <a:ln>
                  <a:noFill/>
                </a:ln>
                <a:solidFill>
                  <a:schemeClr val="tx1"/>
                </a:solidFill>
                <a:effectLst/>
                <a:latin typeface="Aptos" panose="020B0004020202020204" pitchFamily="34" charset="0"/>
              </a:rPr>
              <a:t>It comes from </a:t>
            </a:r>
            <a:r>
              <a:rPr kumimoji="0" lang="en-PK" altLang="en-PK" b="1" i="0" u="none" strike="noStrike" cap="none" normalizeH="0" baseline="0" dirty="0">
                <a:ln>
                  <a:noFill/>
                </a:ln>
                <a:solidFill>
                  <a:schemeClr val="tx1"/>
                </a:solidFill>
                <a:effectLst/>
                <a:latin typeface="Aptos" panose="020B0004020202020204" pitchFamily="34" charset="0"/>
              </a:rPr>
              <a:t>external sources</a:t>
            </a:r>
            <a:r>
              <a:rPr kumimoji="0" lang="en-PK" altLang="en-PK" b="0" i="0" u="none" strike="noStrike" cap="none" normalizeH="0" baseline="0" dirty="0">
                <a:ln>
                  <a:noFill/>
                </a:ln>
                <a:solidFill>
                  <a:schemeClr val="tx1"/>
                </a:solidFill>
                <a:effectLst/>
                <a:latin typeface="Aptos" panose="020B0004020202020204" pitchFamily="34" charset="0"/>
              </a:rPr>
              <a:t> such as documents, databases, files, or text corpora</a:t>
            </a:r>
            <a:r>
              <a:rPr kumimoji="0" lang="en-US" altLang="en-PK" b="0" i="0" u="none" strike="noStrike" cap="none" normalizeH="0" baseline="0" dirty="0">
                <a:ln>
                  <a:noFill/>
                </a:ln>
                <a:solidFill>
                  <a:schemeClr val="tx1"/>
                </a:solidFill>
                <a:effectLst/>
                <a:latin typeface="Aptos" panose="020B0004020202020204" pitchFamily="34" charset="0"/>
              </a:rPr>
              <a:t>(</a:t>
            </a:r>
            <a:r>
              <a:rPr lang="en-US" sz="1400" dirty="0"/>
              <a:t>a collection of written texts, especially the entire works of a particular author or a body of writing on a particular subject</a:t>
            </a:r>
            <a:r>
              <a:rPr kumimoji="0" lang="en-US" altLang="en-PK" sz="1400" b="0" i="0" u="none" strike="noStrike" cap="none" normalizeH="0" baseline="0" dirty="0">
                <a:ln>
                  <a:noFill/>
                </a:ln>
                <a:solidFill>
                  <a:schemeClr val="tx1"/>
                </a:solidFill>
                <a:effectLst/>
                <a:latin typeface="Aptos" panose="020B0004020202020204" pitchFamily="34" charset="0"/>
              </a:rPr>
              <a:t>)</a:t>
            </a:r>
            <a:endParaRPr kumimoji="0" lang="en-PK" altLang="en-PK" sz="1400" b="0" i="0" u="none" strike="noStrike" cap="none" normalizeH="0" baseline="0" dirty="0">
              <a:ln>
                <a:noFill/>
              </a:ln>
              <a:solidFill>
                <a:schemeClr val="tx1"/>
              </a:solidFill>
              <a:effectLst/>
              <a:latin typeface="Aptos" panose="020B0004020202020204" pitchFamily="34" charset="0"/>
            </a:endParaRPr>
          </a:p>
          <a:p>
            <a:pPr marL="0" indent="0" eaLnBrk="0" fontAlgn="base" hangingPunct="0">
              <a:lnSpc>
                <a:spcPct val="100000"/>
              </a:lnSpc>
              <a:spcBef>
                <a:spcPct val="0"/>
              </a:spcBef>
              <a:spcAft>
                <a:spcPct val="0"/>
              </a:spcAft>
              <a:buNone/>
            </a:pPr>
            <a:r>
              <a:rPr kumimoji="0" lang="en-PK" altLang="en-PK" b="1" i="0" u="none" strike="noStrike" cap="none" normalizeH="0" baseline="0" dirty="0">
                <a:ln>
                  <a:noFill/>
                </a:ln>
                <a:solidFill>
                  <a:schemeClr val="tx1"/>
                </a:solidFill>
                <a:effectLst/>
                <a:latin typeface="Aptos" panose="020B0004020202020204" pitchFamily="34" charset="0"/>
              </a:rPr>
              <a:t>Purpose:</a:t>
            </a:r>
            <a:br>
              <a:rPr kumimoji="0" lang="en-PK" altLang="en-PK" b="0" i="0" u="none" strike="noStrike" cap="none" normalizeH="0" baseline="0" dirty="0">
                <a:ln>
                  <a:noFill/>
                </a:ln>
                <a:solidFill>
                  <a:schemeClr val="tx1"/>
                </a:solidFill>
                <a:effectLst/>
                <a:latin typeface="Aptos" panose="020B0004020202020204" pitchFamily="34" charset="0"/>
              </a:rPr>
            </a:br>
            <a:r>
              <a:rPr kumimoji="0" lang="en-PK" altLang="en-PK" b="0" i="0" u="none" strike="noStrike" cap="none" normalizeH="0" baseline="0" dirty="0">
                <a:ln>
                  <a:noFill/>
                </a:ln>
                <a:solidFill>
                  <a:schemeClr val="tx1"/>
                </a:solidFill>
                <a:effectLst/>
                <a:latin typeface="Aptos" panose="020B0004020202020204" pitchFamily="34" charset="0"/>
              </a:rPr>
              <a:t>Provides </a:t>
            </a:r>
            <a:r>
              <a:rPr kumimoji="0" lang="en-PK" altLang="en-PK" b="1" i="0" u="none" strike="noStrike" cap="none" normalizeH="0" baseline="0" dirty="0">
                <a:ln>
                  <a:noFill/>
                </a:ln>
                <a:solidFill>
                  <a:schemeClr val="tx1"/>
                </a:solidFill>
                <a:effectLst/>
                <a:latin typeface="Aptos" panose="020B0004020202020204" pitchFamily="34" charset="0"/>
              </a:rPr>
              <a:t>relevant factual or domain-specific context</a:t>
            </a:r>
            <a:r>
              <a:rPr kumimoji="0" lang="en-PK" altLang="en-PK" b="0" i="0" u="none" strike="noStrike" cap="none" normalizeH="0" baseline="0" dirty="0">
                <a:ln>
                  <a:noFill/>
                </a:ln>
                <a:solidFill>
                  <a:schemeClr val="tx1"/>
                </a:solidFill>
                <a:effectLst/>
                <a:latin typeface="Aptos" panose="020B0004020202020204" pitchFamily="34" charset="0"/>
              </a:rPr>
              <a:t> to enhance the agent’s reasoning and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1" i="0" u="none" strike="noStrike" cap="none" normalizeH="0" baseline="0" dirty="0">
                <a:ln>
                  <a:noFill/>
                </a:ln>
                <a:solidFill>
                  <a:schemeClr val="tx1"/>
                </a:solidFill>
                <a:effectLst/>
                <a:latin typeface="Aptos" panose="020B0004020202020204" pitchFamily="34" charset="0"/>
              </a:rPr>
              <a:t>Types:</a:t>
            </a:r>
            <a:br>
              <a:rPr kumimoji="0" lang="en-PK" altLang="en-PK" b="0" i="0" u="none" strike="noStrike" cap="none" normalizeH="0" baseline="0" dirty="0">
                <a:ln>
                  <a:noFill/>
                </a:ln>
                <a:solidFill>
                  <a:schemeClr val="tx1"/>
                </a:solidFill>
                <a:effectLst/>
                <a:latin typeface="Aptos" panose="020B0004020202020204" pitchFamily="34" charset="0"/>
              </a:rPr>
            </a:br>
            <a:r>
              <a:rPr kumimoji="0" lang="en-PK" altLang="en-PK" b="0" i="0" u="none" strike="noStrike" cap="none" normalizeH="0" baseline="0" dirty="0">
                <a:ln>
                  <a:noFill/>
                </a:ln>
                <a:solidFill>
                  <a:schemeClr val="tx1"/>
                </a:solidFill>
                <a:effectLst/>
                <a:latin typeface="Aptos" panose="020B0004020202020204" pitchFamily="34" charset="0"/>
              </a:rPr>
              <a:t>There are </a:t>
            </a:r>
            <a:r>
              <a:rPr kumimoji="0" lang="en-PK" altLang="en-PK" b="1" i="0" u="none" strike="noStrike" cap="none" normalizeH="0" baseline="0" dirty="0">
                <a:ln>
                  <a:noFill/>
                </a:ln>
                <a:solidFill>
                  <a:schemeClr val="tx1"/>
                </a:solidFill>
                <a:effectLst/>
                <a:latin typeface="Aptos" panose="020B0004020202020204" pitchFamily="34" charset="0"/>
              </a:rPr>
              <a:t>two main types of knowledge</a:t>
            </a:r>
            <a:r>
              <a:rPr kumimoji="0" lang="en-PK" altLang="en-PK" b="0" i="0" u="none" strike="noStrike" cap="none" normalizeH="0" baseline="0" dirty="0">
                <a:ln>
                  <a:noFill/>
                </a:ln>
                <a:solidFill>
                  <a:schemeClr val="tx1"/>
                </a:solidFill>
                <a:effectLst/>
                <a:latin typeface="Aptos" panose="020B0004020202020204" pitchFamily="34" charset="0"/>
              </a:rPr>
              <a:t>, explained further in later sections.</a:t>
            </a:r>
          </a:p>
        </p:txBody>
      </p:sp>
    </p:spTree>
    <p:extLst>
      <p:ext uri="{BB962C8B-B14F-4D97-AF65-F5344CB8AC3E}">
        <p14:creationId xmlns:p14="http://schemas.microsoft.com/office/powerpoint/2010/main" val="32527750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948DF-B5B1-BCFB-2BF9-6CE802D738AE}"/>
              </a:ext>
            </a:extLst>
          </p:cNvPr>
          <p:cNvSpPr>
            <a:spLocks noGrp="1"/>
          </p:cNvSpPr>
          <p:nvPr>
            <p:ph type="title"/>
          </p:nvPr>
        </p:nvSpPr>
        <p:spPr/>
        <p:txBody>
          <a:bodyPr/>
          <a:lstStyle/>
          <a:p>
            <a:r>
              <a:rPr lang="en-US" dirty="0"/>
              <a:t>1. Training Knowledge in AI Agents</a:t>
            </a:r>
            <a:endParaRPr lang="en-PK" dirty="0"/>
          </a:p>
        </p:txBody>
      </p:sp>
      <p:sp>
        <p:nvSpPr>
          <p:cNvPr id="4" name="Rectangle 1">
            <a:extLst>
              <a:ext uri="{FF2B5EF4-FFF2-40B4-BE49-F238E27FC236}">
                <a16:creationId xmlns:a16="http://schemas.microsoft.com/office/drawing/2014/main" id="{C0AAA410-F679-3EF9-D6B5-204F01DEA4E4}"/>
              </a:ext>
            </a:extLst>
          </p:cNvPr>
          <p:cNvSpPr>
            <a:spLocks noGrp="1" noChangeArrowheads="1"/>
          </p:cNvSpPr>
          <p:nvPr>
            <p:ph idx="1"/>
          </p:nvPr>
        </p:nvSpPr>
        <p:spPr bwMode="auto">
          <a:xfrm>
            <a:off x="838200" y="1508304"/>
            <a:ext cx="11070772"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1" i="0" u="none" strike="noStrike" cap="none" normalizeH="0" baseline="0" dirty="0">
                <a:ln>
                  <a:noFill/>
                </a:ln>
                <a:solidFill>
                  <a:schemeClr val="tx1"/>
                </a:solidFill>
                <a:effectLst/>
                <a:latin typeface="Aptos" panose="020B0004020202020204" pitchFamily="34" charset="0"/>
              </a:rPr>
              <a:t>Definition:</a:t>
            </a:r>
            <a:br>
              <a:rPr kumimoji="0" lang="en-PK" altLang="en-PK" sz="2000" b="0" i="0" u="none" strike="noStrike" cap="none" normalizeH="0" baseline="0" dirty="0">
                <a:ln>
                  <a:noFill/>
                </a:ln>
                <a:solidFill>
                  <a:schemeClr val="tx1"/>
                </a:solidFill>
                <a:effectLst/>
                <a:latin typeface="Aptos" panose="020B0004020202020204" pitchFamily="34" charset="0"/>
              </a:rPr>
            </a:br>
            <a:r>
              <a:rPr kumimoji="0" lang="en-PK" altLang="en-PK" sz="2000" b="0" i="0" u="none" strike="noStrike" cap="none" normalizeH="0" baseline="0" dirty="0">
                <a:ln>
                  <a:noFill/>
                </a:ln>
                <a:solidFill>
                  <a:schemeClr val="tx1"/>
                </a:solidFill>
                <a:effectLst/>
                <a:latin typeface="Aptos" panose="020B0004020202020204" pitchFamily="34" charset="0"/>
              </a:rPr>
              <a:t>Training knowledge is the </a:t>
            </a:r>
            <a:r>
              <a:rPr kumimoji="0" lang="en-PK" altLang="en-PK" sz="2000" b="1" i="0" u="none" strike="noStrike" cap="none" normalizeH="0" baseline="0" dirty="0">
                <a:ln>
                  <a:noFill/>
                </a:ln>
                <a:solidFill>
                  <a:schemeClr val="tx1"/>
                </a:solidFill>
                <a:effectLst/>
                <a:latin typeface="Aptos" panose="020B0004020202020204" pitchFamily="34" charset="0"/>
              </a:rPr>
              <a:t>information embedded in the model</a:t>
            </a:r>
            <a:r>
              <a:rPr kumimoji="0" lang="en-PK" altLang="en-PK" sz="2000" b="0" i="0" u="none" strike="noStrike" cap="none" normalizeH="0" baseline="0" dirty="0">
                <a:ln>
                  <a:noFill/>
                </a:ln>
                <a:solidFill>
                  <a:schemeClr val="tx1"/>
                </a:solidFill>
                <a:effectLst/>
                <a:latin typeface="Aptos" panose="020B0004020202020204" pitchFamily="34" charset="0"/>
              </a:rPr>
              <a:t> from its </a:t>
            </a:r>
            <a:r>
              <a:rPr kumimoji="0" lang="en-PK" altLang="en-PK" sz="2000" b="1" i="0" u="none" strike="noStrike" cap="none" normalizeH="0" baseline="0" dirty="0">
                <a:ln>
                  <a:noFill/>
                </a:ln>
                <a:solidFill>
                  <a:schemeClr val="tx1"/>
                </a:solidFill>
                <a:effectLst/>
                <a:latin typeface="Aptos" panose="020B0004020202020204" pitchFamily="34" charset="0"/>
              </a:rPr>
              <a:t>training data</a:t>
            </a:r>
            <a:r>
              <a:rPr kumimoji="0" lang="en-PK" altLang="en-PK" sz="2000" b="0" i="0" u="none" strike="noStrike" cap="none" normalizeH="0" baseline="0" dirty="0">
                <a:ln>
                  <a:noFill/>
                </a:ln>
                <a:solidFill>
                  <a:schemeClr val="tx1"/>
                </a:solidFill>
                <a:effectLst/>
                <a:latin typeface="Aptos" panose="020B0004020202020204" pitchFamily="34" charset="0"/>
              </a:rPr>
              <a:t> — often called </a:t>
            </a:r>
            <a:r>
              <a:rPr kumimoji="0" lang="en-PK" altLang="en-PK" sz="2000" b="1" i="0" u="none" strike="noStrike" cap="none" normalizeH="0" baseline="0" dirty="0">
                <a:ln>
                  <a:noFill/>
                </a:ln>
                <a:solidFill>
                  <a:schemeClr val="tx1"/>
                </a:solidFill>
                <a:effectLst/>
                <a:latin typeface="Aptos" panose="020B0004020202020204" pitchFamily="34" charset="0"/>
              </a:rPr>
              <a:t>general or baked-in knowledge</a:t>
            </a:r>
            <a:r>
              <a:rPr kumimoji="0" lang="en-PK" altLang="en-PK" sz="2000" b="0" i="0" u="none" strike="noStrike" cap="none" normalizeH="0" baseline="0" dirty="0">
                <a:ln>
                  <a:noFill/>
                </a:ln>
                <a:solidFill>
                  <a:schemeClr val="tx1"/>
                </a:solidFill>
                <a:effectLst/>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1" i="0" u="none" strike="noStrike" cap="none" normalizeH="0" baseline="0" dirty="0">
                <a:ln>
                  <a:noFill/>
                </a:ln>
                <a:solidFill>
                  <a:schemeClr val="tx1"/>
                </a:solidFill>
                <a:effectLst/>
                <a:latin typeface="Aptos" panose="020B0004020202020204" pitchFamily="34" charset="0"/>
              </a:rPr>
              <a:t>Example:</a:t>
            </a:r>
            <a:br>
              <a:rPr kumimoji="0" lang="en-PK" altLang="en-PK" sz="2000" b="0" i="0" u="none" strike="noStrike" cap="none" normalizeH="0" baseline="0" dirty="0">
                <a:ln>
                  <a:noFill/>
                </a:ln>
                <a:solidFill>
                  <a:schemeClr val="tx1"/>
                </a:solidFill>
                <a:effectLst/>
                <a:latin typeface="Aptos" panose="020B0004020202020204" pitchFamily="34" charset="0"/>
              </a:rPr>
            </a:br>
            <a:r>
              <a:rPr kumimoji="0" lang="en-PK" altLang="en-PK" sz="2000" b="0" i="0" u="none" strike="noStrike" cap="none" normalizeH="0" baseline="0" dirty="0">
                <a:ln>
                  <a:noFill/>
                </a:ln>
                <a:solidFill>
                  <a:schemeClr val="tx1"/>
                </a:solidFill>
                <a:effectLst/>
                <a:latin typeface="Aptos" panose="020B0004020202020204" pitchFamily="34" charset="0"/>
              </a:rPr>
              <a:t>An LLM can answer </a:t>
            </a:r>
            <a:r>
              <a:rPr kumimoji="0" lang="en-PK" altLang="en-PK" sz="2000" b="0" i="1" u="none" strike="noStrike" cap="none" normalizeH="0" baseline="0" dirty="0">
                <a:ln>
                  <a:noFill/>
                </a:ln>
                <a:solidFill>
                  <a:schemeClr val="tx1"/>
                </a:solidFill>
                <a:effectLst/>
                <a:latin typeface="Aptos" panose="020B0004020202020204" pitchFamily="34" charset="0"/>
              </a:rPr>
              <a:t>“How big is the sun?”</a:t>
            </a:r>
            <a:r>
              <a:rPr kumimoji="0" lang="en-PK" altLang="en-PK" sz="2000" b="0" i="0" u="none" strike="noStrike" cap="none" normalizeH="0" baseline="0" dirty="0">
                <a:ln>
                  <a:noFill/>
                </a:ln>
                <a:solidFill>
                  <a:schemeClr val="tx1"/>
                </a:solidFill>
                <a:effectLst/>
                <a:latin typeface="Aptos" panose="020B0004020202020204" pitchFamily="34" charset="0"/>
              </a:rPr>
              <a:t> because that fact exists in the text corpus</a:t>
            </a:r>
            <a:r>
              <a:rPr kumimoji="0" lang="en-US" altLang="en-PK" sz="2000" b="0" i="0" u="none" strike="noStrike" cap="none" normalizeH="0" baseline="0" dirty="0">
                <a:ln>
                  <a:noFill/>
                </a:ln>
                <a:solidFill>
                  <a:schemeClr val="tx1"/>
                </a:solidFill>
                <a:effectLst/>
                <a:latin typeface="Aptos" panose="020B0004020202020204" pitchFamily="34" charset="0"/>
              </a:rPr>
              <a:t>(large collection of text)</a:t>
            </a:r>
            <a:r>
              <a:rPr kumimoji="0" lang="en-PK" altLang="en-PK" sz="2000" b="0" i="0" u="none" strike="noStrike" cap="none" normalizeH="0" baseline="0" dirty="0">
                <a:ln>
                  <a:noFill/>
                </a:ln>
                <a:solidFill>
                  <a:schemeClr val="tx1"/>
                </a:solidFill>
                <a:effectLst/>
                <a:latin typeface="Aptos" panose="020B0004020202020204" pitchFamily="34" charset="0"/>
              </a:rPr>
              <a:t> it was trained 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1" i="0" u="none" strike="noStrike" cap="none" normalizeH="0" baseline="0" dirty="0">
                <a:ln>
                  <a:noFill/>
                </a:ln>
                <a:solidFill>
                  <a:schemeClr val="tx1"/>
                </a:solidFill>
                <a:effectLst/>
                <a:latin typeface="Aptos" panose="020B0004020202020204" pitchFamily="34" charset="0"/>
              </a:rPr>
              <a:t>Advantages:</a:t>
            </a:r>
            <a:endParaRPr kumimoji="0" lang="en-PK" altLang="en-PK" sz="2000"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Contains vast amounts of </a:t>
            </a:r>
            <a:r>
              <a:rPr kumimoji="0" lang="en-PK" altLang="en-PK" sz="2000" b="1" i="0" u="none" strike="noStrike" cap="none" normalizeH="0" baseline="0" dirty="0">
                <a:ln>
                  <a:noFill/>
                </a:ln>
                <a:solidFill>
                  <a:schemeClr val="tx1"/>
                </a:solidFill>
                <a:effectLst/>
                <a:latin typeface="Aptos" panose="020B0004020202020204" pitchFamily="34" charset="0"/>
              </a:rPr>
              <a:t>general knowledge</a:t>
            </a:r>
            <a:r>
              <a:rPr kumimoji="0" lang="en-PK" altLang="en-PK" sz="2000" b="0" i="0" u="none" strike="noStrike" cap="none" normalizeH="0" baseline="0" dirty="0">
                <a:ln>
                  <a:noFill/>
                </a:ln>
                <a:solidFill>
                  <a:schemeClr val="tx1"/>
                </a:solidFill>
                <a:effectLst/>
                <a:latin typeface="Aptos" panose="020B0004020202020204" pitchFamily="34" charset="0"/>
              </a:rPr>
              <a:t> learned during training.</a:t>
            </a: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Can </a:t>
            </a:r>
            <a:r>
              <a:rPr kumimoji="0" lang="en-PK" altLang="en-PK" sz="2000" b="1" i="0" u="none" strike="noStrike" cap="none" normalizeH="0" baseline="0" dirty="0">
                <a:ln>
                  <a:noFill/>
                </a:ln>
                <a:solidFill>
                  <a:schemeClr val="tx1"/>
                </a:solidFill>
                <a:effectLst/>
                <a:latin typeface="Aptos" panose="020B0004020202020204" pitchFamily="34" charset="0"/>
              </a:rPr>
              <a:t>recall and adapt</a:t>
            </a:r>
            <a:r>
              <a:rPr kumimoji="0" lang="en-PK" altLang="en-PK" sz="2000" b="0" i="0" u="none" strike="noStrike" cap="none" normalizeH="0" baseline="0" dirty="0">
                <a:ln>
                  <a:noFill/>
                </a:ln>
                <a:solidFill>
                  <a:schemeClr val="tx1"/>
                </a:solidFill>
                <a:effectLst/>
                <a:latin typeface="Aptos" panose="020B0004020202020204" pitchFamily="34" charset="0"/>
              </a:rPr>
              <a:t> this knowledge quickly to user queries.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1" i="0" u="none" strike="noStrike" cap="none" normalizeH="0" baseline="0" dirty="0">
                <a:ln>
                  <a:noFill/>
                </a:ln>
                <a:solidFill>
                  <a:schemeClr val="tx1"/>
                </a:solidFill>
                <a:effectLst/>
                <a:latin typeface="Aptos" panose="020B0004020202020204" pitchFamily="34" charset="0"/>
              </a:rPr>
              <a:t>Limitations for AI Agents:</a:t>
            </a:r>
            <a:endParaRPr kumimoji="0" lang="en-PK" altLang="en-PK" sz="2000"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Not useful for </a:t>
            </a:r>
            <a:r>
              <a:rPr kumimoji="0" lang="en-PK" altLang="en-PK" sz="2000" b="1" i="0" u="none" strike="noStrike" cap="none" normalizeH="0" baseline="0" dirty="0">
                <a:ln>
                  <a:noFill/>
                </a:ln>
                <a:solidFill>
                  <a:schemeClr val="tx1"/>
                </a:solidFill>
                <a:effectLst/>
                <a:latin typeface="Aptos" panose="020B0004020202020204" pitchFamily="34" charset="0"/>
              </a:rPr>
              <a:t>real-time or contextual reasoning</a:t>
            </a:r>
            <a:r>
              <a:rPr kumimoji="0" lang="en-PK" altLang="en-PK" sz="2000" b="0" i="0" u="none" strike="noStrike" cap="none" normalizeH="0" baseline="0" dirty="0">
                <a:ln>
                  <a:noFill/>
                </a:ln>
                <a:solidFill>
                  <a:schemeClr val="tx1"/>
                </a:solidFill>
                <a:effectLst/>
                <a:latin typeface="Aptos" panose="020B0004020202020204" pitchFamily="34" charset="0"/>
              </a:rPr>
              <a:t>.</a:t>
            </a: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Cannot recall </a:t>
            </a:r>
            <a:r>
              <a:rPr kumimoji="0" lang="en-PK" altLang="en-PK" sz="2000" b="1" i="0" u="none" strike="noStrike" cap="none" normalizeH="0" baseline="0" dirty="0">
                <a:ln>
                  <a:noFill/>
                </a:ln>
                <a:solidFill>
                  <a:schemeClr val="tx1"/>
                </a:solidFill>
                <a:effectLst/>
                <a:latin typeface="Aptos" panose="020B0004020202020204" pitchFamily="34" charset="0"/>
              </a:rPr>
              <a:t>information beyond its training cut-off date</a:t>
            </a:r>
            <a:r>
              <a:rPr kumimoji="0" lang="en-PK" altLang="en-PK" sz="2000" b="0" i="0" u="none" strike="noStrike" cap="none" normalizeH="0" baseline="0" dirty="0">
                <a:ln>
                  <a:noFill/>
                </a:ln>
                <a:solidFill>
                  <a:schemeClr val="tx1"/>
                </a:solidFill>
                <a:effectLst/>
                <a:latin typeface="Aptos" panose="020B0004020202020204" pitchFamily="34" charset="0"/>
              </a:rPr>
              <a:t>.</a:t>
            </a: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Cannot access </a:t>
            </a:r>
            <a:r>
              <a:rPr kumimoji="0" lang="en-PK" altLang="en-PK" sz="2000" b="1" i="0" u="none" strike="noStrike" cap="none" normalizeH="0" baseline="0" dirty="0">
                <a:ln>
                  <a:noFill/>
                </a:ln>
                <a:solidFill>
                  <a:schemeClr val="tx1"/>
                </a:solidFill>
                <a:effectLst/>
                <a:latin typeface="Aptos" panose="020B0004020202020204" pitchFamily="34" charset="0"/>
              </a:rPr>
              <a:t>private or dynamic data</a:t>
            </a:r>
            <a:r>
              <a:rPr kumimoji="0" lang="en-PK" altLang="en-PK" sz="2000" b="0" i="0" u="none" strike="noStrike" cap="none" normalizeH="0" baseline="0" dirty="0">
                <a:ln>
                  <a:noFill/>
                </a:ln>
                <a:solidFill>
                  <a:schemeClr val="tx1"/>
                </a:solidFill>
                <a:effectLst/>
                <a:latin typeface="Aptos" panose="020B0004020202020204" pitchFamily="34" charset="0"/>
              </a:rPr>
              <a:t> unavailable during training.</a:t>
            </a: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Often, AI agents are </a:t>
            </a:r>
            <a:r>
              <a:rPr kumimoji="0" lang="en-PK" altLang="en-PK" sz="2000" b="1" i="0" u="none" strike="noStrike" cap="none" normalizeH="0" baseline="0" dirty="0">
                <a:ln>
                  <a:noFill/>
                </a:ln>
                <a:solidFill>
                  <a:schemeClr val="tx1"/>
                </a:solidFill>
                <a:effectLst/>
                <a:latin typeface="Aptos" panose="020B0004020202020204" pitchFamily="34" charset="0"/>
              </a:rPr>
              <a:t>instructed to ignore training knowledge</a:t>
            </a:r>
            <a:r>
              <a:rPr kumimoji="0" lang="en-PK" altLang="en-PK" sz="2000" b="0" i="0" u="none" strike="noStrike" cap="none" normalizeH="0" baseline="0" dirty="0">
                <a:ln>
                  <a:noFill/>
                </a:ln>
                <a:solidFill>
                  <a:schemeClr val="tx1"/>
                </a:solidFill>
                <a:effectLst/>
                <a:latin typeface="Aptos" panose="020B0004020202020204" pitchFamily="34" charset="0"/>
              </a:rPr>
              <a:t> to avoid outdated or irrelevant responses.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595402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F74CD-B7AE-2341-C7CC-144358C3E174}"/>
              </a:ext>
            </a:extLst>
          </p:cNvPr>
          <p:cNvSpPr>
            <a:spLocks noGrp="1"/>
          </p:cNvSpPr>
          <p:nvPr>
            <p:ph type="title"/>
          </p:nvPr>
        </p:nvSpPr>
        <p:spPr/>
        <p:txBody>
          <a:bodyPr/>
          <a:lstStyle/>
          <a:p>
            <a:r>
              <a:rPr lang="en-US" dirty="0"/>
              <a:t>2. Retrieved Knowledge in AI Agents</a:t>
            </a:r>
            <a:endParaRPr lang="en-PK" dirty="0"/>
          </a:p>
        </p:txBody>
      </p:sp>
      <p:sp>
        <p:nvSpPr>
          <p:cNvPr id="4" name="Rectangle 1">
            <a:extLst>
              <a:ext uri="{FF2B5EF4-FFF2-40B4-BE49-F238E27FC236}">
                <a16:creationId xmlns:a16="http://schemas.microsoft.com/office/drawing/2014/main" id="{9CF713C3-D51A-8CEB-EC16-D2764CA91756}"/>
              </a:ext>
            </a:extLst>
          </p:cNvPr>
          <p:cNvSpPr>
            <a:spLocks noGrp="1" noChangeArrowheads="1"/>
          </p:cNvSpPr>
          <p:nvPr>
            <p:ph idx="1"/>
          </p:nvPr>
        </p:nvSpPr>
        <p:spPr bwMode="auto">
          <a:xfrm>
            <a:off x="838200" y="1822425"/>
            <a:ext cx="10395857" cy="350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1" i="0" u="none" strike="noStrike" cap="none" normalizeH="0" baseline="0" dirty="0">
                <a:ln>
                  <a:noFill/>
                </a:ln>
                <a:solidFill>
                  <a:schemeClr val="tx1"/>
                </a:solidFill>
                <a:effectLst/>
                <a:latin typeface="Aptos" panose="020B0004020202020204" pitchFamily="34" charset="0"/>
              </a:rPr>
              <a:t>Definition:</a:t>
            </a:r>
            <a:br>
              <a:rPr kumimoji="0" lang="en-PK" altLang="en-PK" sz="2400" b="0" i="0" u="none" strike="noStrike" cap="none" normalizeH="0" baseline="0" dirty="0">
                <a:ln>
                  <a:noFill/>
                </a:ln>
                <a:solidFill>
                  <a:schemeClr val="tx1"/>
                </a:solidFill>
                <a:effectLst/>
                <a:latin typeface="Aptos" panose="020B0004020202020204" pitchFamily="34" charset="0"/>
              </a:rPr>
            </a:br>
            <a:r>
              <a:rPr kumimoji="0" lang="en-PK" altLang="en-PK" sz="2400" b="0" i="0" u="none" strike="noStrike" cap="none" normalizeH="0" baseline="0" dirty="0">
                <a:ln>
                  <a:noFill/>
                </a:ln>
                <a:solidFill>
                  <a:schemeClr val="tx1"/>
                </a:solidFill>
                <a:effectLst/>
                <a:latin typeface="Aptos" panose="020B0004020202020204" pitchFamily="34" charset="0"/>
              </a:rPr>
              <a:t>Retrieved knowledge is </a:t>
            </a:r>
            <a:r>
              <a:rPr kumimoji="0" lang="en-PK" altLang="en-PK" sz="2400" b="1" i="0" u="none" strike="noStrike" cap="none" normalizeH="0" baseline="0" dirty="0">
                <a:ln>
                  <a:noFill/>
                </a:ln>
                <a:solidFill>
                  <a:schemeClr val="tx1"/>
                </a:solidFill>
                <a:effectLst/>
                <a:latin typeface="Aptos" panose="020B0004020202020204" pitchFamily="34" charset="0"/>
              </a:rPr>
              <a:t>information fetched in real time</a:t>
            </a:r>
            <a:r>
              <a:rPr kumimoji="0" lang="en-PK" altLang="en-PK" sz="2400" b="0" i="0" u="none" strike="noStrike" cap="none" normalizeH="0" baseline="0" dirty="0">
                <a:ln>
                  <a:noFill/>
                </a:ln>
                <a:solidFill>
                  <a:schemeClr val="tx1"/>
                </a:solidFill>
                <a:effectLst/>
                <a:latin typeface="Aptos" panose="020B0004020202020204" pitchFamily="34" charset="0"/>
              </a:rPr>
              <a:t> from a </a:t>
            </a:r>
            <a:r>
              <a:rPr kumimoji="0" lang="en-PK" altLang="en-PK" sz="2400" b="1" i="0" u="none" strike="noStrike" cap="none" normalizeH="0" baseline="0" dirty="0">
                <a:ln>
                  <a:noFill/>
                </a:ln>
                <a:solidFill>
                  <a:schemeClr val="tx1"/>
                </a:solidFill>
                <a:effectLst/>
                <a:latin typeface="Aptos" panose="020B0004020202020204" pitchFamily="34" charset="0"/>
              </a:rPr>
              <a:t>knowledge store</a:t>
            </a:r>
            <a:r>
              <a:rPr kumimoji="0" lang="en-PK" altLang="en-PK" sz="2400" b="0" i="0" u="none" strike="noStrike" cap="none" normalizeH="0" baseline="0" dirty="0">
                <a:ln>
                  <a:noFill/>
                </a:ln>
                <a:solidFill>
                  <a:schemeClr val="tx1"/>
                </a:solidFill>
                <a:effectLst/>
                <a:latin typeface="Aptos" panose="020B0004020202020204" pitchFamily="34" charset="0"/>
              </a:rPr>
              <a:t> based on the user’s request.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1" i="0" u="none" strike="noStrike" cap="none" normalizeH="0" baseline="0" dirty="0">
                <a:ln>
                  <a:noFill/>
                </a:ln>
                <a:solidFill>
                  <a:schemeClr val="tx1"/>
                </a:solidFill>
                <a:effectLst/>
                <a:latin typeface="Aptos" panose="020B0004020202020204" pitchFamily="34" charset="0"/>
              </a:rPr>
              <a:t>Difference from Training Knowledge:</a:t>
            </a:r>
            <a:endParaRPr kumimoji="0" lang="en-PK" altLang="en-PK" sz="2400"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sz="2000" b="1" i="0" u="none" strike="noStrike" cap="none" normalizeH="0" baseline="0" dirty="0">
                <a:ln>
                  <a:noFill/>
                </a:ln>
                <a:solidFill>
                  <a:schemeClr val="tx1"/>
                </a:solidFill>
                <a:effectLst/>
                <a:latin typeface="Aptos" panose="020B0004020202020204" pitchFamily="34" charset="0"/>
              </a:rPr>
              <a:t>Training knowledge</a:t>
            </a:r>
            <a:r>
              <a:rPr kumimoji="0" lang="en-PK" altLang="en-PK" sz="2000" b="0" i="0" u="none" strike="noStrike" cap="none" normalizeH="0" baseline="0" dirty="0">
                <a:ln>
                  <a:noFill/>
                </a:ln>
                <a:solidFill>
                  <a:schemeClr val="tx1"/>
                </a:solidFill>
                <a:effectLst/>
                <a:latin typeface="Aptos" panose="020B0004020202020204" pitchFamily="34" charset="0"/>
              </a:rPr>
              <a:t> is </a:t>
            </a:r>
            <a:r>
              <a:rPr kumimoji="0" lang="en-PK" altLang="en-PK" sz="2000" b="1" i="0" u="none" strike="noStrike" cap="none" normalizeH="0" baseline="0" dirty="0">
                <a:ln>
                  <a:noFill/>
                </a:ln>
                <a:solidFill>
                  <a:schemeClr val="tx1"/>
                </a:solidFill>
                <a:effectLst/>
                <a:latin typeface="Aptos" panose="020B0004020202020204" pitchFamily="34" charset="0"/>
              </a:rPr>
              <a:t>static</a:t>
            </a:r>
            <a:r>
              <a:rPr kumimoji="0" lang="en-PK" altLang="en-PK" sz="2000" b="0" i="0" u="none" strike="noStrike" cap="none" normalizeH="0" baseline="0" dirty="0">
                <a:ln>
                  <a:noFill/>
                </a:ln>
                <a:solidFill>
                  <a:schemeClr val="tx1"/>
                </a:solidFill>
                <a:effectLst/>
                <a:latin typeface="Aptos" panose="020B0004020202020204" pitchFamily="34" charset="0"/>
              </a:rPr>
              <a:t> and fixed at training time.</a:t>
            </a:r>
          </a:p>
          <a:p>
            <a:pPr marL="457200" lvl="1" indent="0" eaLnBrk="0" fontAlgn="base" hangingPunct="0">
              <a:lnSpc>
                <a:spcPct val="100000"/>
              </a:lnSpc>
              <a:spcBef>
                <a:spcPct val="0"/>
              </a:spcBef>
              <a:spcAft>
                <a:spcPct val="0"/>
              </a:spcAft>
              <a:buFontTx/>
              <a:buChar char="•"/>
            </a:pPr>
            <a:r>
              <a:rPr kumimoji="0" lang="en-PK" altLang="en-PK" sz="2000" b="1" i="0" u="none" strike="noStrike" cap="none" normalizeH="0" baseline="0" dirty="0">
                <a:ln>
                  <a:noFill/>
                </a:ln>
                <a:solidFill>
                  <a:schemeClr val="tx1"/>
                </a:solidFill>
                <a:effectLst/>
                <a:latin typeface="Aptos" panose="020B0004020202020204" pitchFamily="34" charset="0"/>
              </a:rPr>
              <a:t>Retrieved knowledge</a:t>
            </a:r>
            <a:r>
              <a:rPr kumimoji="0" lang="en-PK" altLang="en-PK" sz="2000" b="0" i="0" u="none" strike="noStrike" cap="none" normalizeH="0" baseline="0" dirty="0">
                <a:ln>
                  <a:noFill/>
                </a:ln>
                <a:solidFill>
                  <a:schemeClr val="tx1"/>
                </a:solidFill>
                <a:effectLst/>
                <a:latin typeface="Aptos" panose="020B0004020202020204" pitchFamily="34" charset="0"/>
              </a:rPr>
              <a:t> is </a:t>
            </a:r>
            <a:r>
              <a:rPr kumimoji="0" lang="en-PK" altLang="en-PK" sz="2000" b="1" i="0" u="none" strike="noStrike" cap="none" normalizeH="0" baseline="0" dirty="0">
                <a:ln>
                  <a:noFill/>
                </a:ln>
                <a:solidFill>
                  <a:schemeClr val="tx1"/>
                </a:solidFill>
                <a:effectLst/>
                <a:latin typeface="Aptos" panose="020B0004020202020204" pitchFamily="34" charset="0"/>
              </a:rPr>
              <a:t>dynamic</a:t>
            </a:r>
            <a:r>
              <a:rPr kumimoji="0" lang="en-PK" altLang="en-PK" sz="2000" b="0" i="0" u="none" strike="noStrike" cap="none" normalizeH="0" baseline="0" dirty="0">
                <a:ln>
                  <a:noFill/>
                </a:ln>
                <a:solidFill>
                  <a:schemeClr val="tx1"/>
                </a:solidFill>
                <a:effectLst/>
                <a:latin typeface="Aptos" panose="020B0004020202020204" pitchFamily="34" charset="0"/>
              </a:rPr>
              <a:t> and updated during runtime.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1" i="0" u="none" strike="noStrike" cap="none" normalizeH="0" baseline="0" dirty="0">
                <a:ln>
                  <a:noFill/>
                </a:ln>
                <a:solidFill>
                  <a:schemeClr val="tx1"/>
                </a:solidFill>
                <a:effectLst/>
                <a:latin typeface="Aptos" panose="020B0004020202020204" pitchFamily="34" charset="0"/>
              </a:rPr>
              <a:t>Sources:</a:t>
            </a:r>
            <a:endParaRPr kumimoji="0" lang="en-PK" altLang="en-PK" sz="2400"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Documents, databases, file repositories, or web sources.</a:t>
            </a: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Only </a:t>
            </a:r>
            <a:r>
              <a:rPr kumimoji="0" lang="en-PK" altLang="en-PK" sz="2000" b="1" i="0" u="none" strike="noStrike" cap="none" normalizeH="0" baseline="0" dirty="0">
                <a:ln>
                  <a:noFill/>
                </a:ln>
                <a:solidFill>
                  <a:schemeClr val="tx1"/>
                </a:solidFill>
                <a:effectLst/>
                <a:latin typeface="Aptos" panose="020B0004020202020204" pitchFamily="34" charset="0"/>
              </a:rPr>
              <a:t>relevant information</a:t>
            </a:r>
            <a:r>
              <a:rPr kumimoji="0" lang="en-PK" altLang="en-PK" sz="2000" b="0" i="0" u="none" strike="noStrike" cap="none" normalizeH="0" baseline="0" dirty="0">
                <a:ln>
                  <a:noFill/>
                </a:ln>
                <a:solidFill>
                  <a:schemeClr val="tx1"/>
                </a:solidFill>
                <a:effectLst/>
                <a:latin typeface="Aptos" panose="020B0004020202020204" pitchFamily="34" charset="0"/>
              </a:rPr>
              <a:t> is retrieved based on the user’s context.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41291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56547-505E-4706-5001-E2B4EFB330A3}"/>
              </a:ext>
            </a:extLst>
          </p:cNvPr>
          <p:cNvSpPr>
            <a:spLocks noGrp="1"/>
          </p:cNvSpPr>
          <p:nvPr>
            <p:ph type="title"/>
          </p:nvPr>
        </p:nvSpPr>
        <p:spPr/>
        <p:txBody>
          <a:bodyPr/>
          <a:lstStyle/>
          <a:p>
            <a:r>
              <a:rPr lang="en-US" dirty="0"/>
              <a:t>2. Retrieved Knowledge in AI Agents</a:t>
            </a:r>
            <a:endParaRPr lang="en-PK" dirty="0"/>
          </a:p>
        </p:txBody>
      </p:sp>
      <p:sp>
        <p:nvSpPr>
          <p:cNvPr id="4" name="Rectangle 1">
            <a:extLst>
              <a:ext uri="{FF2B5EF4-FFF2-40B4-BE49-F238E27FC236}">
                <a16:creationId xmlns:a16="http://schemas.microsoft.com/office/drawing/2014/main" id="{04239073-6D9E-DC79-0B9A-79636D05A228}"/>
              </a:ext>
            </a:extLst>
          </p:cNvPr>
          <p:cNvSpPr>
            <a:spLocks noGrp="1" noChangeArrowheads="1"/>
          </p:cNvSpPr>
          <p:nvPr>
            <p:ph idx="1"/>
          </p:nvPr>
        </p:nvSpPr>
        <p:spPr bwMode="auto">
          <a:xfrm>
            <a:off x="838200" y="1804059"/>
            <a:ext cx="1072243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1" i="0" u="none" strike="noStrike" cap="none" normalizeH="0" baseline="0" dirty="0">
                <a:ln>
                  <a:noFill/>
                </a:ln>
                <a:solidFill>
                  <a:schemeClr val="tx1"/>
                </a:solidFill>
                <a:effectLst/>
                <a:latin typeface="Aptos" panose="020B0004020202020204" pitchFamily="34" charset="0"/>
              </a:rPr>
              <a:t>Mechanism:</a:t>
            </a:r>
            <a:endParaRPr kumimoji="0" lang="en-PK" altLang="en-PK" sz="2400"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Achieved using </a:t>
            </a:r>
            <a:r>
              <a:rPr kumimoji="0" lang="en-PK" altLang="en-PK" sz="2400" b="1" i="0" u="none" strike="noStrike" cap="none" normalizeH="0" baseline="0" dirty="0">
                <a:ln>
                  <a:noFill/>
                </a:ln>
                <a:solidFill>
                  <a:schemeClr val="tx1"/>
                </a:solidFill>
                <a:effectLst/>
                <a:latin typeface="Aptos" panose="020B0004020202020204" pitchFamily="34" charset="0"/>
              </a:rPr>
              <a:t>tooling similar to long-term memory</a:t>
            </a:r>
            <a:r>
              <a:rPr kumimoji="0" lang="en-PK" altLang="en-PK" sz="2400" b="0" i="0" u="none" strike="noStrike" cap="none" normalizeH="0" baseline="0" dirty="0">
                <a:ln>
                  <a:noFill/>
                </a:ln>
                <a:solidFill>
                  <a:schemeClr val="tx1"/>
                </a:solidFill>
                <a:effectLst/>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Employs </a:t>
            </a:r>
            <a:r>
              <a:rPr kumimoji="0" lang="en-PK" altLang="en-PK" sz="2400" b="1" i="0" u="none" strike="noStrike" cap="none" normalizeH="0" baseline="0" dirty="0">
                <a:ln>
                  <a:noFill/>
                </a:ln>
                <a:solidFill>
                  <a:schemeClr val="tx1"/>
                </a:solidFill>
                <a:effectLst/>
                <a:latin typeface="Aptos" panose="020B0004020202020204" pitchFamily="34" charset="0"/>
              </a:rPr>
              <a:t>retrieval mechanisms</a:t>
            </a:r>
            <a:r>
              <a:rPr kumimoji="0" lang="en-PK" altLang="en-PK" sz="2400" b="0" i="0" u="none" strike="noStrike" cap="none" normalizeH="0" baseline="0" dirty="0">
                <a:ln>
                  <a:noFill/>
                </a:ln>
                <a:solidFill>
                  <a:schemeClr val="tx1"/>
                </a:solidFill>
                <a:effectLst/>
                <a:latin typeface="Aptos" panose="020B0004020202020204" pitchFamily="34" charset="0"/>
              </a:rPr>
              <a:t> such as: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Vector databases using the </a:t>
            </a:r>
            <a:r>
              <a:rPr kumimoji="0" lang="en-PK" altLang="en-PK" b="1" i="0" u="none" strike="noStrike" cap="none" normalizeH="0" baseline="0" dirty="0">
                <a:ln>
                  <a:noFill/>
                </a:ln>
                <a:solidFill>
                  <a:schemeClr val="tx1"/>
                </a:solidFill>
                <a:effectLst/>
                <a:latin typeface="Aptos" panose="020B0004020202020204" pitchFamily="34" charset="0"/>
              </a:rPr>
              <a:t>RAG (Retrieval-Augmented Generation)</a:t>
            </a:r>
            <a:r>
              <a:rPr kumimoji="0" lang="en-PK" altLang="en-PK" b="0" i="0" u="none" strike="noStrike" cap="none" normalizeH="0" baseline="0" dirty="0">
                <a:ln>
                  <a:noFill/>
                </a:ln>
                <a:solidFill>
                  <a:schemeClr val="tx1"/>
                </a:solidFill>
                <a:effectLst/>
                <a:latin typeface="Aptos" panose="020B0004020202020204" pitchFamily="34" charset="0"/>
              </a:rPr>
              <a:t> pattern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PK" altLang="en-PK" b="1" i="0" u="none" strike="noStrike" cap="none" normalizeH="0" baseline="0" dirty="0">
                <a:ln>
                  <a:noFill/>
                </a:ln>
                <a:solidFill>
                  <a:schemeClr val="tx1"/>
                </a:solidFill>
                <a:effectLst/>
                <a:latin typeface="Aptos" panose="020B0004020202020204" pitchFamily="34" charset="0"/>
              </a:rPr>
              <a:t>Structured APIs</a:t>
            </a:r>
            <a:endParaRPr kumimoji="0" lang="en-PK" altLang="en-PK" b="0" i="0" u="none" strike="noStrike" cap="none" normalizeH="0" baseline="0" dirty="0">
              <a:ln>
                <a:noFill/>
              </a:ln>
              <a:solidFill>
                <a:schemeClr val="tx1"/>
              </a:solidFill>
              <a:effectLst/>
              <a:latin typeface="Aptos" panose="020B00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PK" altLang="en-PK" b="1" i="0" u="none" strike="noStrike" cap="none" normalizeH="0" baseline="0" dirty="0">
                <a:ln>
                  <a:noFill/>
                </a:ln>
                <a:solidFill>
                  <a:schemeClr val="tx1"/>
                </a:solidFill>
                <a:effectLst/>
                <a:latin typeface="Aptos" panose="020B0004020202020204" pitchFamily="34" charset="0"/>
              </a:rPr>
              <a:t>File searches</a:t>
            </a:r>
            <a:r>
              <a:rPr kumimoji="0" lang="en-PK" altLang="en-PK" b="0" i="0" u="none" strike="noStrike" cap="none" normalizeH="0" baseline="0" dirty="0">
                <a:ln>
                  <a:noFill/>
                </a:ln>
                <a:solidFill>
                  <a:schemeClr val="tx1"/>
                </a:solidFill>
                <a:effectLst/>
                <a:latin typeface="Aptos" panose="020B0004020202020204" pitchFamily="34" charset="0"/>
              </a:rPr>
              <a:t> (e.g., SharePoint, Google Drive)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PK" altLang="en-PK" b="1" i="0" u="none" strike="noStrike" cap="none" normalizeH="0" baseline="0" dirty="0">
                <a:ln>
                  <a:noFill/>
                </a:ln>
                <a:solidFill>
                  <a:schemeClr val="tx1"/>
                </a:solidFill>
                <a:effectLst/>
                <a:latin typeface="Aptos" panose="020B0004020202020204" pitchFamily="34" charset="0"/>
              </a:rPr>
              <a:t>Web search</a:t>
            </a:r>
            <a:endParaRPr kumimoji="0" lang="en-PK" altLang="en-PK"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1" i="0" u="none" strike="noStrike" cap="none" normalizeH="0" baseline="0" dirty="0">
                <a:ln>
                  <a:noFill/>
                </a:ln>
                <a:solidFill>
                  <a:schemeClr val="tx1"/>
                </a:solidFill>
                <a:effectLst/>
                <a:latin typeface="Aptos" panose="020B0004020202020204" pitchFamily="34" charset="0"/>
              </a:rPr>
              <a:t>Purpose:</a:t>
            </a:r>
            <a:br>
              <a:rPr kumimoji="0" lang="en-PK" altLang="en-PK" sz="2400" b="0" i="0" u="none" strike="noStrike" cap="none" normalizeH="0" baseline="0" dirty="0">
                <a:ln>
                  <a:noFill/>
                </a:ln>
                <a:solidFill>
                  <a:schemeClr val="tx1"/>
                </a:solidFill>
                <a:effectLst/>
                <a:latin typeface="Aptos" panose="020B0004020202020204" pitchFamily="34" charset="0"/>
              </a:rPr>
            </a:br>
            <a:r>
              <a:rPr kumimoji="0" lang="en-PK" altLang="en-PK" sz="2400" b="0" i="0" u="none" strike="noStrike" cap="none" normalizeH="0" baseline="0" dirty="0">
                <a:ln>
                  <a:noFill/>
                </a:ln>
                <a:solidFill>
                  <a:schemeClr val="tx1"/>
                </a:solidFill>
                <a:effectLst/>
                <a:latin typeface="Aptos" panose="020B0004020202020204" pitchFamily="34" charset="0"/>
              </a:rPr>
              <a:t>Retrieved knowledge provides </a:t>
            </a:r>
            <a:r>
              <a:rPr kumimoji="0" lang="en-PK" altLang="en-PK" sz="2400" b="1" i="0" u="none" strike="noStrike" cap="none" normalizeH="0" baseline="0" dirty="0">
                <a:ln>
                  <a:noFill/>
                </a:ln>
                <a:solidFill>
                  <a:schemeClr val="tx1"/>
                </a:solidFill>
                <a:effectLst/>
                <a:latin typeface="Aptos" panose="020B0004020202020204" pitchFamily="34" charset="0"/>
              </a:rPr>
              <a:t>up-to-date, context-specific information</a:t>
            </a:r>
            <a:r>
              <a:rPr kumimoji="0" lang="en-PK" altLang="en-PK" sz="2400" b="0" i="0" u="none" strike="noStrike" cap="none" normalizeH="0" baseline="0" dirty="0">
                <a:ln>
                  <a:noFill/>
                </a:ln>
                <a:solidFill>
                  <a:schemeClr val="tx1"/>
                </a:solidFill>
                <a:effectLst/>
                <a:latin typeface="Aptos" panose="020B0004020202020204" pitchFamily="34" charset="0"/>
              </a:rPr>
              <a:t> that enhances the AI agent’s accuracy and relevance during responses.</a:t>
            </a:r>
          </a:p>
        </p:txBody>
      </p:sp>
    </p:spTree>
    <p:extLst>
      <p:ext uri="{BB962C8B-B14F-4D97-AF65-F5344CB8AC3E}">
        <p14:creationId xmlns:p14="http://schemas.microsoft.com/office/powerpoint/2010/main" val="20168212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65A81-E3F4-3BCD-8607-CD0EC0D63C25}"/>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2. Retrieved Knowledge</a:t>
            </a:r>
            <a:endParaRPr lang="en-PK" dirty="0"/>
          </a:p>
        </p:txBody>
      </p:sp>
      <p:sp>
        <p:nvSpPr>
          <p:cNvPr id="3" name="Content Placeholder 2">
            <a:extLst>
              <a:ext uri="{FF2B5EF4-FFF2-40B4-BE49-F238E27FC236}">
                <a16:creationId xmlns:a16="http://schemas.microsoft.com/office/drawing/2014/main" id="{7B9B1E60-8F2E-4809-8B21-1B9D0E46A078}"/>
              </a:ext>
            </a:extLst>
          </p:cNvPr>
          <p:cNvSpPr>
            <a:spLocks noGrp="1"/>
          </p:cNvSpPr>
          <p:nvPr>
            <p:ph idx="1"/>
          </p:nvPr>
        </p:nvSpPr>
        <p:spPr/>
        <p:txBody>
          <a:bodyPr/>
          <a:lstStyle/>
          <a:p>
            <a:pPr marL="0" indent="0">
              <a:buNone/>
            </a:pPr>
            <a:r>
              <a:rPr lang="en-US" sz="2800" b="0" i="0" u="none" strike="noStrike" baseline="0" dirty="0">
                <a:solidFill>
                  <a:srgbClr val="000000"/>
                </a:solidFill>
                <a:latin typeface="Crimson Pro ExtraLight"/>
              </a:rPr>
              <a:t>There are many </a:t>
            </a:r>
            <a:r>
              <a:rPr lang="en-US" sz="2800" b="1" i="0" u="none" strike="noStrike" baseline="0" dirty="0">
                <a:solidFill>
                  <a:srgbClr val="000000"/>
                </a:solidFill>
                <a:latin typeface="Crimson Pro ExtraLight"/>
              </a:rPr>
              <a:t>benefits to integrating </a:t>
            </a:r>
            <a:r>
              <a:rPr lang="en-US" sz="2800" b="0" i="0" u="none" strike="noStrike" baseline="0" dirty="0">
                <a:solidFill>
                  <a:srgbClr val="000000"/>
                </a:solidFill>
                <a:latin typeface="Crimson Pro ExtraLight"/>
              </a:rPr>
              <a:t>retrieved knowledge into an AI agent. In particular, an AI agent can do the following:</a:t>
            </a:r>
          </a:p>
          <a:p>
            <a:r>
              <a:rPr lang="en-US" dirty="0"/>
              <a:t>Answer questions with </a:t>
            </a:r>
            <a:r>
              <a:rPr lang="en-US" b="1" dirty="0"/>
              <a:t>up-to-date</a:t>
            </a:r>
            <a:r>
              <a:rPr lang="en-US" dirty="0"/>
              <a:t> or proprietary content</a:t>
            </a:r>
          </a:p>
          <a:p>
            <a:r>
              <a:rPr lang="en-US" dirty="0"/>
              <a:t>Provide </a:t>
            </a:r>
            <a:r>
              <a:rPr lang="en-US" b="1" dirty="0"/>
              <a:t>citations or references for traceability </a:t>
            </a:r>
            <a:r>
              <a:rPr lang="en-US" dirty="0"/>
              <a:t>(whereas it’s extremely difficult for an LLM to provide a source with its trained knowledge)</a:t>
            </a:r>
          </a:p>
          <a:p>
            <a:endParaRPr lang="en-PK" dirty="0"/>
          </a:p>
        </p:txBody>
      </p:sp>
    </p:spTree>
    <p:extLst>
      <p:ext uri="{BB962C8B-B14F-4D97-AF65-F5344CB8AC3E}">
        <p14:creationId xmlns:p14="http://schemas.microsoft.com/office/powerpoint/2010/main" val="20214359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86E8C-3C7D-01BF-7B58-A2052EA49EA4}"/>
              </a:ext>
            </a:extLst>
          </p:cNvPr>
          <p:cNvSpPr>
            <a:spLocks noGrp="1"/>
          </p:cNvSpPr>
          <p:nvPr>
            <p:ph type="title"/>
          </p:nvPr>
        </p:nvSpPr>
        <p:spPr/>
        <p:txBody>
          <a:bodyPr/>
          <a:lstStyle/>
          <a:p>
            <a:r>
              <a:rPr lang="en-US" dirty="0"/>
              <a:t>Significance of Retrieved Knowledge in AI Agents</a:t>
            </a:r>
            <a:endParaRPr lang="en-PK" dirty="0"/>
          </a:p>
        </p:txBody>
      </p:sp>
      <p:sp>
        <p:nvSpPr>
          <p:cNvPr id="4" name="Rectangle 1">
            <a:extLst>
              <a:ext uri="{FF2B5EF4-FFF2-40B4-BE49-F238E27FC236}">
                <a16:creationId xmlns:a16="http://schemas.microsoft.com/office/drawing/2014/main" id="{20309933-BD68-3BE1-7757-31F369BEDA6C}"/>
              </a:ext>
            </a:extLst>
          </p:cNvPr>
          <p:cNvSpPr>
            <a:spLocks noGrp="1" noChangeArrowheads="1"/>
          </p:cNvSpPr>
          <p:nvPr>
            <p:ph idx="1"/>
          </p:nvPr>
        </p:nvSpPr>
        <p:spPr bwMode="auto">
          <a:xfrm>
            <a:off x="838200" y="1527099"/>
            <a:ext cx="11049001"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1" i="0" u="none" strike="noStrike" cap="none" normalizeH="0" baseline="0" dirty="0">
                <a:ln>
                  <a:noFill/>
                </a:ln>
                <a:solidFill>
                  <a:schemeClr val="tx1"/>
                </a:solidFill>
                <a:effectLst/>
                <a:latin typeface="Aptos" panose="020B0004020202020204" pitchFamily="34" charset="0"/>
              </a:rPr>
              <a:t>Importance:</a:t>
            </a:r>
            <a:br>
              <a:rPr kumimoji="0" lang="en-PK" altLang="en-PK" sz="2000" b="0" i="0" u="none" strike="noStrike" cap="none" normalizeH="0" baseline="0" dirty="0">
                <a:ln>
                  <a:noFill/>
                </a:ln>
                <a:solidFill>
                  <a:schemeClr val="tx1"/>
                </a:solidFill>
                <a:effectLst/>
                <a:latin typeface="Aptos" panose="020B0004020202020204" pitchFamily="34" charset="0"/>
              </a:rPr>
            </a:br>
            <a:r>
              <a:rPr kumimoji="0" lang="en-PK" altLang="en-PK" sz="2000" b="0" i="0" u="none" strike="noStrike" cap="none" normalizeH="0" baseline="0" dirty="0">
                <a:ln>
                  <a:noFill/>
                </a:ln>
                <a:solidFill>
                  <a:schemeClr val="tx1"/>
                </a:solidFill>
                <a:effectLst/>
                <a:latin typeface="Aptos" panose="020B0004020202020204" pitchFamily="34" charset="0"/>
              </a:rPr>
              <a:t>Retrieved knowledge is </a:t>
            </a:r>
            <a:r>
              <a:rPr kumimoji="0" lang="en-PK" altLang="en-PK" sz="2000" b="1" i="0" u="none" strike="noStrike" cap="none" normalizeH="0" baseline="0" dirty="0">
                <a:ln>
                  <a:noFill/>
                </a:ln>
                <a:solidFill>
                  <a:schemeClr val="tx1"/>
                </a:solidFill>
                <a:effectLst/>
                <a:latin typeface="Aptos" panose="020B0004020202020204" pitchFamily="34" charset="0"/>
              </a:rPr>
              <a:t>essential</a:t>
            </a:r>
            <a:r>
              <a:rPr kumimoji="0" lang="en-PK" altLang="en-PK" sz="2000" b="0" i="0" u="none" strike="noStrike" cap="none" normalizeH="0" baseline="0" dirty="0">
                <a:ln>
                  <a:noFill/>
                </a:ln>
                <a:solidFill>
                  <a:schemeClr val="tx1"/>
                </a:solidFill>
                <a:effectLst/>
                <a:latin typeface="Aptos" panose="020B0004020202020204" pitchFamily="34" charset="0"/>
              </a:rPr>
              <a:t> for making AI agents </a:t>
            </a:r>
            <a:r>
              <a:rPr kumimoji="0" lang="en-PK" altLang="en-PK" sz="2000" b="1" i="0" u="none" strike="noStrike" cap="none" normalizeH="0" baseline="0" dirty="0">
                <a:ln>
                  <a:noFill/>
                </a:ln>
                <a:solidFill>
                  <a:schemeClr val="tx1"/>
                </a:solidFill>
                <a:effectLst/>
                <a:latin typeface="Aptos" panose="020B0004020202020204" pitchFamily="34" charset="0"/>
              </a:rPr>
              <a:t>practical, accurate, and impactful</a:t>
            </a:r>
            <a:r>
              <a:rPr kumimoji="0" lang="en-PK" altLang="en-PK" sz="2000" b="0" i="0" u="none" strike="noStrike" cap="none" normalizeH="0" baseline="0" dirty="0">
                <a:ln>
                  <a:noFill/>
                </a:ln>
                <a:solidFill>
                  <a:schemeClr val="tx1"/>
                </a:solidFill>
                <a:effectLst/>
                <a:latin typeface="Aptos" panose="020B0004020202020204" pitchFamily="34" charset="0"/>
              </a:rPr>
              <a:t> in real-world scenarios.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1" i="0" u="none" strike="noStrike" cap="none" normalizeH="0" baseline="0" dirty="0">
                <a:ln>
                  <a:noFill/>
                </a:ln>
                <a:solidFill>
                  <a:schemeClr val="tx1"/>
                </a:solidFill>
                <a:effectLst/>
                <a:latin typeface="Aptos" panose="020B0004020202020204" pitchFamily="34" charset="0"/>
              </a:rPr>
              <a:t>Examples:</a:t>
            </a:r>
            <a:endParaRPr kumimoji="0" lang="en-PK" altLang="en-PK" sz="2000"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An </a:t>
            </a:r>
            <a:r>
              <a:rPr kumimoji="0" lang="en-PK" altLang="en-PK" sz="2000" b="1" i="0" u="none" strike="noStrike" cap="none" normalizeH="0" baseline="0" dirty="0">
                <a:ln>
                  <a:noFill/>
                </a:ln>
                <a:solidFill>
                  <a:schemeClr val="tx1"/>
                </a:solidFill>
                <a:effectLst/>
                <a:latin typeface="Aptos" panose="020B0004020202020204" pitchFamily="34" charset="0"/>
              </a:rPr>
              <a:t>HR AI agent</a:t>
            </a:r>
            <a:r>
              <a:rPr kumimoji="0" lang="en-PK" altLang="en-PK" sz="2000" b="0" i="0" u="none" strike="noStrike" cap="none" normalizeH="0" baseline="0" dirty="0">
                <a:ln>
                  <a:noFill/>
                </a:ln>
                <a:solidFill>
                  <a:schemeClr val="tx1"/>
                </a:solidFill>
                <a:effectLst/>
                <a:latin typeface="Aptos" panose="020B0004020202020204" pitchFamily="34" charset="0"/>
              </a:rPr>
              <a:t> uses knowledge retrieval to answer questions about </a:t>
            </a:r>
            <a:r>
              <a:rPr kumimoji="0" lang="en-PK" altLang="en-PK" sz="2000" b="1" i="0" u="none" strike="noStrike" cap="none" normalizeH="0" baseline="0" dirty="0">
                <a:ln>
                  <a:noFill/>
                </a:ln>
                <a:solidFill>
                  <a:schemeClr val="tx1"/>
                </a:solidFill>
                <a:effectLst/>
                <a:latin typeface="Aptos" panose="020B0004020202020204" pitchFamily="34" charset="0"/>
              </a:rPr>
              <a:t>vacation policies, benefits, or sick leave</a:t>
            </a:r>
            <a:r>
              <a:rPr kumimoji="0" lang="en-PK" altLang="en-PK" sz="2000" b="0" i="0" u="none" strike="noStrike" cap="none" normalizeH="0" baseline="0" dirty="0">
                <a:ln>
                  <a:noFill/>
                </a:ln>
                <a:solidFill>
                  <a:schemeClr val="tx1"/>
                </a:solidFill>
                <a:effectLst/>
                <a:latin typeface="Aptos" panose="020B0004020202020204" pitchFamily="34" charset="0"/>
              </a:rPr>
              <a:t>.</a:t>
            </a: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A </a:t>
            </a:r>
            <a:r>
              <a:rPr kumimoji="0" lang="en-PK" altLang="en-PK" sz="2000" b="1" i="0" u="none" strike="noStrike" cap="none" normalizeH="0" baseline="0" dirty="0">
                <a:ln>
                  <a:noFill/>
                </a:ln>
                <a:solidFill>
                  <a:schemeClr val="tx1"/>
                </a:solidFill>
                <a:effectLst/>
                <a:latin typeface="Aptos" panose="020B0004020202020204" pitchFamily="34" charset="0"/>
              </a:rPr>
              <a:t>Sales AI agent</a:t>
            </a:r>
            <a:r>
              <a:rPr kumimoji="0" lang="en-PK" altLang="en-PK" sz="2000" b="0" i="0" u="none" strike="noStrike" cap="none" normalizeH="0" baseline="0" dirty="0">
                <a:ln>
                  <a:noFill/>
                </a:ln>
                <a:solidFill>
                  <a:schemeClr val="tx1"/>
                </a:solidFill>
                <a:effectLst/>
                <a:latin typeface="Aptos" panose="020B0004020202020204" pitchFamily="34" charset="0"/>
              </a:rPr>
              <a:t> searches a </a:t>
            </a:r>
            <a:r>
              <a:rPr kumimoji="0" lang="en-PK" altLang="en-PK" sz="2000" b="1" i="0" u="none" strike="noStrike" cap="none" normalizeH="0" baseline="0" dirty="0">
                <a:ln>
                  <a:noFill/>
                </a:ln>
                <a:solidFill>
                  <a:schemeClr val="tx1"/>
                </a:solidFill>
                <a:effectLst/>
                <a:latin typeface="Aptos" panose="020B0004020202020204" pitchFamily="34" charset="0"/>
              </a:rPr>
              <a:t>CRM system</a:t>
            </a:r>
            <a:r>
              <a:rPr kumimoji="0" lang="en-PK" altLang="en-PK" sz="2000" b="0" i="0" u="none" strike="noStrike" cap="none" normalizeH="0" baseline="0" dirty="0">
                <a:ln>
                  <a:noFill/>
                </a:ln>
                <a:solidFill>
                  <a:schemeClr val="tx1"/>
                </a:solidFill>
                <a:effectLst/>
                <a:latin typeface="Aptos" panose="020B0004020202020204" pitchFamily="34" charset="0"/>
              </a:rPr>
              <a:t> to find </a:t>
            </a:r>
            <a:r>
              <a:rPr kumimoji="0" lang="en-PK" altLang="en-PK" sz="2000" b="1" i="0" u="none" strike="noStrike" cap="none" normalizeH="0" baseline="0" dirty="0">
                <a:ln>
                  <a:noFill/>
                </a:ln>
                <a:solidFill>
                  <a:schemeClr val="tx1"/>
                </a:solidFill>
                <a:effectLst/>
                <a:latin typeface="Aptos" panose="020B0004020202020204" pitchFamily="34" charset="0"/>
              </a:rPr>
              <a:t>customer notes and history</a:t>
            </a:r>
            <a:r>
              <a:rPr kumimoji="0" lang="en-PK" altLang="en-PK" sz="2000" b="0" i="0" u="none" strike="noStrike" cap="none" normalizeH="0" baseline="0" dirty="0">
                <a:ln>
                  <a:noFill/>
                </a:ln>
                <a:solidFill>
                  <a:schemeClr val="tx1"/>
                </a:solidFill>
                <a:effectLst/>
                <a:latin typeface="Aptos" panose="020B0004020202020204" pitchFamily="34" charset="0"/>
              </a:rPr>
              <a:t> relevant to the query.</a:t>
            </a:r>
          </a:p>
          <a:p>
            <a:pPr marL="457200" lvl="1" indent="0" eaLnBrk="0" fontAlgn="base" hangingPunct="0">
              <a:lnSpc>
                <a:spcPct val="100000"/>
              </a:lnSpc>
              <a:spcBef>
                <a:spcPct val="0"/>
              </a:spcBef>
              <a:spcAft>
                <a:spcPct val="0"/>
              </a:spcAft>
              <a:buFontTx/>
              <a:buChar char="•"/>
            </a:pPr>
            <a:r>
              <a:rPr kumimoji="0" lang="en-PK" altLang="en-PK" sz="2000" b="1" i="0" u="none" strike="noStrike" cap="none" normalizeH="0" baseline="0" dirty="0">
                <a:ln>
                  <a:noFill/>
                </a:ln>
                <a:solidFill>
                  <a:schemeClr val="tx1"/>
                </a:solidFill>
                <a:effectLst/>
                <a:latin typeface="Aptos" panose="020B0004020202020204" pitchFamily="34" charset="0"/>
              </a:rPr>
              <a:t>Core Insight:</a:t>
            </a:r>
            <a:br>
              <a:rPr kumimoji="0" lang="en-PK" altLang="en-PK" sz="2000" b="0" i="0" u="none" strike="noStrike" cap="none" normalizeH="0" baseline="0" dirty="0">
                <a:ln>
                  <a:noFill/>
                </a:ln>
                <a:solidFill>
                  <a:schemeClr val="tx1"/>
                </a:solidFill>
                <a:effectLst/>
                <a:latin typeface="Aptos" panose="020B0004020202020204" pitchFamily="34" charset="0"/>
              </a:rPr>
            </a:br>
            <a:r>
              <a:rPr kumimoji="0" lang="en-PK" altLang="en-PK" sz="2000" b="0" i="0" u="none" strike="noStrike" cap="none" normalizeH="0" baseline="0" dirty="0">
                <a:ln>
                  <a:noFill/>
                </a:ln>
                <a:solidFill>
                  <a:schemeClr val="tx1"/>
                </a:solidFill>
                <a:effectLst/>
                <a:latin typeface="Aptos" panose="020B0004020202020204" pitchFamily="34" charset="0"/>
              </a:rPr>
              <a:t>Effective AI agents depend on </a:t>
            </a:r>
            <a:r>
              <a:rPr kumimoji="0" lang="en-PK" altLang="en-PK" sz="2000" b="1" i="0" u="none" strike="noStrike" cap="none" normalizeH="0" baseline="0" dirty="0">
                <a:ln>
                  <a:noFill/>
                </a:ln>
                <a:solidFill>
                  <a:schemeClr val="tx1"/>
                </a:solidFill>
                <a:effectLst/>
                <a:latin typeface="Aptos" panose="020B0004020202020204" pitchFamily="34" charset="0"/>
              </a:rPr>
              <a:t>retrieval mechanisms</a:t>
            </a:r>
            <a:r>
              <a:rPr kumimoji="0" lang="en-PK" altLang="en-PK" sz="2000" b="0" i="0" u="none" strike="noStrike" cap="none" normalizeH="0" baseline="0" dirty="0">
                <a:ln>
                  <a:noFill/>
                </a:ln>
                <a:solidFill>
                  <a:schemeClr val="tx1"/>
                </a:solidFill>
                <a:effectLst/>
                <a:latin typeface="Aptos" panose="020B0004020202020204" pitchFamily="34" charset="0"/>
              </a:rPr>
              <a:t> to access </a:t>
            </a:r>
            <a:r>
              <a:rPr kumimoji="0" lang="en-PK" altLang="en-PK" sz="2000" b="1" i="0" u="none" strike="noStrike" cap="none" normalizeH="0" baseline="0" dirty="0">
                <a:ln>
                  <a:noFill/>
                </a:ln>
                <a:solidFill>
                  <a:schemeClr val="tx1"/>
                </a:solidFill>
                <a:effectLst/>
                <a:latin typeface="Aptos" panose="020B0004020202020204" pitchFamily="34" charset="0"/>
              </a:rPr>
              <a:t>organization-specific or dynamic information</a:t>
            </a:r>
            <a:r>
              <a:rPr kumimoji="0" lang="en-PK" altLang="en-PK" sz="2000" b="0" i="0" u="none" strike="noStrike" cap="none" normalizeH="0" baseline="0" dirty="0">
                <a:ln>
                  <a:noFill/>
                </a:ln>
                <a:solidFill>
                  <a:schemeClr val="tx1"/>
                </a:solidFill>
                <a:effectLst/>
                <a:latin typeface="Aptos" panose="020B0004020202020204" pitchFamily="34" charset="0"/>
              </a:rPr>
              <a:t> beyond their training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000" b="1" i="0" u="none" strike="noStrike" cap="none" normalizeH="0" baseline="0" dirty="0">
                <a:ln>
                  <a:noFill/>
                </a:ln>
                <a:solidFill>
                  <a:schemeClr val="tx1"/>
                </a:solidFill>
                <a:effectLst/>
                <a:latin typeface="Aptos" panose="020B0004020202020204" pitchFamily="34" charset="0"/>
              </a:rPr>
              <a:t>Next Step in Design:</a:t>
            </a:r>
            <a:br>
              <a:rPr kumimoji="0" lang="en-PK" altLang="en-PK" sz="2000" b="0" i="0" u="none" strike="noStrike" cap="none" normalizeH="0" baseline="0" dirty="0">
                <a:ln>
                  <a:noFill/>
                </a:ln>
                <a:solidFill>
                  <a:schemeClr val="tx1"/>
                </a:solidFill>
                <a:effectLst/>
                <a:latin typeface="Aptos" panose="020B0004020202020204" pitchFamily="34" charset="0"/>
              </a:rPr>
            </a:br>
            <a:r>
              <a:rPr kumimoji="0" lang="en-PK" altLang="en-PK" sz="2000" b="0" i="0" u="none" strike="noStrike" cap="none" normalizeH="0" baseline="0" dirty="0">
                <a:ln>
                  <a:noFill/>
                </a:ln>
                <a:solidFill>
                  <a:schemeClr val="tx1"/>
                </a:solidFill>
                <a:effectLst/>
                <a:latin typeface="Aptos" panose="020B0004020202020204" pitchFamily="34" charset="0"/>
              </a:rPr>
              <a:t>Understanding memory and knowledge allows us to explore how </a:t>
            </a:r>
            <a:r>
              <a:rPr kumimoji="0" lang="en-PK" altLang="en-PK" sz="2000" b="1" i="0" u="none" strike="noStrike" cap="none" normalizeH="0" baseline="0" dirty="0">
                <a:ln>
                  <a:noFill/>
                </a:ln>
                <a:solidFill>
                  <a:schemeClr val="tx1"/>
                </a:solidFill>
                <a:effectLst/>
                <a:latin typeface="Aptos" panose="020B0004020202020204" pitchFamily="34" charset="0"/>
              </a:rPr>
              <a:t>different agent design patterns</a:t>
            </a:r>
            <a:r>
              <a:rPr kumimoji="0" lang="en-PK" altLang="en-PK" sz="2000" b="0" i="0" u="none" strike="noStrike" cap="none" normalizeH="0" baseline="0" dirty="0">
                <a:ln>
                  <a:noFill/>
                </a:ln>
                <a:solidFill>
                  <a:schemeClr val="tx1"/>
                </a:solidFill>
                <a:effectLst/>
                <a:latin typeface="Aptos" panose="020B0004020202020204" pitchFamily="34" charset="0"/>
              </a:rPr>
              <a:t> integrate:</a:t>
            </a: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The </a:t>
            </a:r>
            <a:r>
              <a:rPr kumimoji="0" lang="en-PK" altLang="en-PK" sz="2000" b="1" i="0" u="none" strike="noStrike" cap="none" normalizeH="0" baseline="0" dirty="0">
                <a:ln>
                  <a:noFill/>
                </a:ln>
                <a:solidFill>
                  <a:schemeClr val="tx1"/>
                </a:solidFill>
                <a:effectLst/>
                <a:latin typeface="Aptos" panose="020B0004020202020204" pitchFamily="34" charset="0"/>
              </a:rPr>
              <a:t>model</a:t>
            </a:r>
            <a:r>
              <a:rPr kumimoji="0" lang="en-PK" altLang="en-PK" sz="2000" b="0" i="0" u="none" strike="noStrike" cap="none" normalizeH="0" baseline="0" dirty="0">
                <a:ln>
                  <a:noFill/>
                </a:ln>
                <a:solidFill>
                  <a:schemeClr val="tx1"/>
                </a:solidFill>
                <a:effectLst/>
                <a:latin typeface="Aptos" panose="020B0004020202020204" pitchFamily="34" charset="0"/>
              </a:rPr>
              <a:t> (LLM)</a:t>
            </a: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The </a:t>
            </a:r>
            <a:r>
              <a:rPr kumimoji="0" lang="en-PK" altLang="en-PK" sz="2000" b="1" i="0" u="none" strike="noStrike" cap="none" normalizeH="0" baseline="0" dirty="0">
                <a:ln>
                  <a:noFill/>
                </a:ln>
                <a:solidFill>
                  <a:schemeClr val="tx1"/>
                </a:solidFill>
                <a:effectLst/>
                <a:latin typeface="Aptos" panose="020B0004020202020204" pitchFamily="34" charset="0"/>
              </a:rPr>
              <a:t>tooling interface</a:t>
            </a:r>
            <a:endParaRPr kumimoji="0" lang="en-PK" altLang="en-PK" sz="2000"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sz="2000" b="0" i="0" u="none" strike="noStrike" cap="none" normalizeH="0" baseline="0" dirty="0">
                <a:ln>
                  <a:noFill/>
                </a:ln>
                <a:solidFill>
                  <a:schemeClr val="tx1"/>
                </a:solidFill>
                <a:effectLst/>
                <a:latin typeface="Aptos" panose="020B0004020202020204" pitchFamily="34" charset="0"/>
              </a:rPr>
              <a:t>The </a:t>
            </a:r>
            <a:r>
              <a:rPr kumimoji="0" lang="en-PK" altLang="en-PK" sz="2000" b="1" i="0" u="none" strike="noStrike" cap="none" normalizeH="0" baseline="0" dirty="0">
                <a:ln>
                  <a:noFill/>
                </a:ln>
                <a:solidFill>
                  <a:schemeClr val="tx1"/>
                </a:solidFill>
                <a:effectLst/>
                <a:latin typeface="Aptos" panose="020B0004020202020204" pitchFamily="34" charset="0"/>
              </a:rPr>
              <a:t>memory and knowledge components</a:t>
            </a:r>
            <a:endParaRPr kumimoji="0" lang="en-PK" altLang="en-PK" sz="2000"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21937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83DCE7-2101-0EFB-0E9E-AD20A6934300}"/>
              </a:ext>
            </a:extLst>
          </p:cNvPr>
          <p:cNvSpPr>
            <a:spLocks noGrp="1"/>
          </p:cNvSpPr>
          <p:nvPr>
            <p:ph type="ctrTitle"/>
          </p:nvPr>
        </p:nvSpPr>
        <p:spPr/>
        <p:txBody>
          <a:bodyPr/>
          <a:lstStyle/>
          <a:p>
            <a:r>
              <a:rPr lang="en-US" dirty="0"/>
              <a:t>Design patterns</a:t>
            </a:r>
            <a:endParaRPr lang="en-PK" dirty="0"/>
          </a:p>
        </p:txBody>
      </p:sp>
      <p:sp>
        <p:nvSpPr>
          <p:cNvPr id="5" name="Subtitle 4">
            <a:extLst>
              <a:ext uri="{FF2B5EF4-FFF2-40B4-BE49-F238E27FC236}">
                <a16:creationId xmlns:a16="http://schemas.microsoft.com/office/drawing/2014/main" id="{71586427-CC96-2BF1-08FA-B2065BA98DB6}"/>
              </a:ext>
            </a:extLst>
          </p:cNvPr>
          <p:cNvSpPr>
            <a:spLocks noGrp="1"/>
          </p:cNvSpPr>
          <p:nvPr>
            <p:ph type="subTitle" idx="1"/>
          </p:nvPr>
        </p:nvSpPr>
        <p:spPr/>
        <p:txBody>
          <a:bodyPr/>
          <a:lstStyle/>
          <a:p>
            <a:endParaRPr lang="en-PK"/>
          </a:p>
        </p:txBody>
      </p:sp>
    </p:spTree>
    <p:extLst>
      <p:ext uri="{BB962C8B-B14F-4D97-AF65-F5344CB8AC3E}">
        <p14:creationId xmlns:p14="http://schemas.microsoft.com/office/powerpoint/2010/main" val="21071262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9872-BF2F-8180-D602-7903642A3A8D}"/>
              </a:ext>
            </a:extLst>
          </p:cNvPr>
          <p:cNvSpPr>
            <a:spLocks noGrp="1"/>
          </p:cNvSpPr>
          <p:nvPr>
            <p:ph type="title"/>
          </p:nvPr>
        </p:nvSpPr>
        <p:spPr/>
        <p:txBody>
          <a:bodyPr/>
          <a:lstStyle/>
          <a:p>
            <a:r>
              <a:rPr lang="en-US" dirty="0"/>
              <a:t>AI Agent Design Patterns</a:t>
            </a:r>
            <a:endParaRPr lang="en-PK" dirty="0"/>
          </a:p>
        </p:txBody>
      </p:sp>
      <p:sp>
        <p:nvSpPr>
          <p:cNvPr id="4" name="Rectangle 1">
            <a:extLst>
              <a:ext uri="{FF2B5EF4-FFF2-40B4-BE49-F238E27FC236}">
                <a16:creationId xmlns:a16="http://schemas.microsoft.com/office/drawing/2014/main" id="{F253B61A-3089-1851-D31D-1A98954B9FBA}"/>
              </a:ext>
            </a:extLst>
          </p:cNvPr>
          <p:cNvSpPr>
            <a:spLocks noGrp="1" noChangeArrowheads="1"/>
          </p:cNvSpPr>
          <p:nvPr>
            <p:ph idx="1"/>
          </p:nvPr>
        </p:nvSpPr>
        <p:spPr bwMode="auto">
          <a:xfrm>
            <a:off x="838200" y="1415971"/>
            <a:ext cx="9890977"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1" i="0" u="none" strike="noStrike" cap="none" normalizeH="0" baseline="0" dirty="0">
                <a:ln>
                  <a:noFill/>
                </a:ln>
                <a:solidFill>
                  <a:schemeClr val="tx1"/>
                </a:solidFill>
                <a:effectLst/>
                <a:latin typeface="Aptos" panose="020B0004020202020204" pitchFamily="34" charset="0"/>
              </a:rPr>
              <a:t>Common Structure:</a:t>
            </a:r>
            <a:br>
              <a:rPr kumimoji="0" lang="en-PK" altLang="en-PK" sz="2400" b="0" i="0" u="none" strike="noStrike" cap="none" normalizeH="0" baseline="0" dirty="0">
                <a:ln>
                  <a:noFill/>
                </a:ln>
                <a:solidFill>
                  <a:schemeClr val="tx1"/>
                </a:solidFill>
                <a:effectLst/>
                <a:latin typeface="Aptos" panose="020B0004020202020204" pitchFamily="34" charset="0"/>
              </a:rPr>
            </a:br>
            <a:r>
              <a:rPr kumimoji="0" lang="en-US" altLang="en-PK" sz="2400" b="0" i="0" u="none" strike="noStrike" cap="none" normalizeH="0" baseline="0" dirty="0">
                <a:ln>
                  <a:noFill/>
                </a:ln>
                <a:solidFill>
                  <a:schemeClr val="tx1"/>
                </a:solidFill>
                <a:effectLst/>
                <a:latin typeface="Aptos" panose="020B0004020202020204" pitchFamily="34" charset="0"/>
              </a:rPr>
              <a:t> </a:t>
            </a:r>
            <a:r>
              <a:rPr kumimoji="0" lang="en-PK" altLang="en-PK" sz="2400" b="0" i="0" u="none" strike="noStrike" cap="none" normalizeH="0" baseline="0" dirty="0">
                <a:ln>
                  <a:noFill/>
                </a:ln>
                <a:solidFill>
                  <a:schemeClr val="tx1"/>
                </a:solidFill>
                <a:effectLst/>
                <a:latin typeface="Aptos" panose="020B0004020202020204" pitchFamily="34" charset="0"/>
              </a:rPr>
              <a:t>All AI agent design patterns share </a:t>
            </a:r>
            <a:r>
              <a:rPr kumimoji="0" lang="en-PK" altLang="en-PK" sz="2400" b="1" i="0" u="none" strike="noStrike" cap="none" normalizeH="0" baseline="0" dirty="0">
                <a:ln>
                  <a:noFill/>
                </a:ln>
                <a:solidFill>
                  <a:schemeClr val="tx1"/>
                </a:solidFill>
                <a:effectLst/>
                <a:latin typeface="Aptos" panose="020B0004020202020204" pitchFamily="34" charset="0"/>
              </a:rPr>
              <a:t>three core components</a:t>
            </a:r>
            <a:r>
              <a:rPr kumimoji="0" lang="en-PK" altLang="en-PK" sz="2400" b="0" i="0" u="none" strike="noStrike" cap="none" normalizeH="0" baseline="0" dirty="0">
                <a:ln>
                  <a:noFill/>
                </a:ln>
                <a:solidFill>
                  <a:schemeClr val="tx1"/>
                </a:solidFill>
                <a:effectLst/>
                <a:latin typeface="Aptos" panose="020B0004020202020204" pitchFamily="34" charset="0"/>
              </a:rPr>
              <a:t>:</a:t>
            </a:r>
          </a:p>
          <a:p>
            <a:pPr marL="457200" lvl="1" indent="0" eaLnBrk="0" fontAlgn="base" hangingPunct="0">
              <a:lnSpc>
                <a:spcPct val="100000"/>
              </a:lnSpc>
              <a:spcBef>
                <a:spcPct val="0"/>
              </a:spcBef>
              <a:spcAft>
                <a:spcPct val="0"/>
              </a:spcAft>
              <a:buFontTx/>
              <a:buAutoNum type="arabicPeriod"/>
            </a:pPr>
            <a:r>
              <a:rPr kumimoji="0" lang="en-PK" altLang="en-PK" b="1" i="0" u="none" strike="noStrike" cap="none" normalizeH="0" baseline="0" dirty="0">
                <a:ln>
                  <a:noFill/>
                </a:ln>
                <a:solidFill>
                  <a:schemeClr val="tx1"/>
                </a:solidFill>
                <a:effectLst/>
                <a:latin typeface="Aptos" panose="020B0004020202020204" pitchFamily="34" charset="0"/>
              </a:rPr>
              <a:t>Model</a:t>
            </a:r>
            <a:r>
              <a:rPr kumimoji="0" lang="en-PK" altLang="en-PK" b="0" i="0" u="none" strike="noStrike" cap="none" normalizeH="0" baseline="0" dirty="0">
                <a:ln>
                  <a:noFill/>
                </a:ln>
                <a:solidFill>
                  <a:schemeClr val="tx1"/>
                </a:solidFill>
                <a:effectLst/>
                <a:latin typeface="Aptos" panose="020B0004020202020204" pitchFamily="34" charset="0"/>
              </a:rPr>
              <a:t> (the LLM)</a:t>
            </a:r>
          </a:p>
          <a:p>
            <a:pPr marL="457200" lvl="1" indent="0" eaLnBrk="0" fontAlgn="base" hangingPunct="0">
              <a:lnSpc>
                <a:spcPct val="100000"/>
              </a:lnSpc>
              <a:spcBef>
                <a:spcPct val="0"/>
              </a:spcBef>
              <a:spcAft>
                <a:spcPct val="0"/>
              </a:spcAft>
              <a:buFontTx/>
              <a:buAutoNum type="arabicPeriod" startAt="2"/>
            </a:pPr>
            <a:r>
              <a:rPr kumimoji="0" lang="en-PK" altLang="en-PK" b="1" i="0" u="none" strike="noStrike" cap="none" normalizeH="0" baseline="0" dirty="0">
                <a:ln>
                  <a:noFill/>
                </a:ln>
                <a:solidFill>
                  <a:schemeClr val="tx1"/>
                </a:solidFill>
                <a:effectLst/>
                <a:latin typeface="Aptos" panose="020B0004020202020204" pitchFamily="34" charset="0"/>
              </a:rPr>
              <a:t>Tooling Interface</a:t>
            </a:r>
            <a:endParaRPr kumimoji="0" lang="en-PK" altLang="en-PK"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AutoNum type="arabicPeriod" startAt="3"/>
            </a:pPr>
            <a:r>
              <a:rPr kumimoji="0" lang="en-PK" altLang="en-PK" b="1" i="0" u="none" strike="noStrike" cap="none" normalizeH="0" baseline="0" dirty="0">
                <a:ln>
                  <a:noFill/>
                </a:ln>
                <a:solidFill>
                  <a:schemeClr val="tx1"/>
                </a:solidFill>
                <a:effectLst/>
                <a:latin typeface="Aptos" panose="020B0004020202020204" pitchFamily="34" charset="0"/>
              </a:rPr>
              <a:t>Memory &amp; Knowledge System</a:t>
            </a:r>
            <a:endParaRPr kumimoji="0" lang="en-PK" altLang="en-PK"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1" i="0" u="none" strike="noStrike" cap="none" normalizeH="0" baseline="0" dirty="0">
                <a:ln>
                  <a:noFill/>
                </a:ln>
                <a:solidFill>
                  <a:schemeClr val="tx1"/>
                </a:solidFill>
                <a:effectLst/>
                <a:latin typeface="Aptos" panose="020B0004020202020204" pitchFamily="34" charset="0"/>
              </a:rPr>
              <a:t>Key Differences:</a:t>
            </a:r>
            <a:endParaRPr kumimoji="0" lang="en-PK" altLang="en-PK" sz="2400"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b="0" i="0" u="none" strike="noStrike" cap="none" normalizeH="0" baseline="0" dirty="0">
                <a:ln>
                  <a:noFill/>
                </a:ln>
                <a:solidFill>
                  <a:schemeClr val="tx1"/>
                </a:solidFill>
                <a:effectLst/>
                <a:latin typeface="Aptos" panose="020B0004020202020204" pitchFamily="34" charset="0"/>
              </a:rPr>
              <a:t>They vary in how they implement and </a:t>
            </a:r>
            <a:r>
              <a:rPr kumimoji="0" lang="en-PK" altLang="en-PK" b="1" i="0" u="none" strike="noStrike" cap="none" normalizeH="0" baseline="0" dirty="0">
                <a:ln>
                  <a:noFill/>
                </a:ln>
                <a:solidFill>
                  <a:schemeClr val="tx1"/>
                </a:solidFill>
                <a:effectLst/>
                <a:latin typeface="Aptos" panose="020B0004020202020204" pitchFamily="34" charset="0"/>
              </a:rPr>
              <a:t>control the logic framework</a:t>
            </a:r>
            <a:r>
              <a:rPr kumimoji="0" lang="en-PK" altLang="en-PK" b="0" i="0" u="none" strike="noStrike" cap="none" normalizeH="0" baseline="0" dirty="0">
                <a:ln>
                  <a:noFill/>
                </a:ln>
                <a:solidFill>
                  <a:schemeClr val="tx1"/>
                </a:solidFill>
                <a:effectLst/>
                <a:latin typeface="Aptos" panose="020B0004020202020204" pitchFamily="34" charset="0"/>
              </a:rPr>
              <a:t>.</a:t>
            </a:r>
          </a:p>
          <a:p>
            <a:pPr marL="457200" lvl="1" indent="0" eaLnBrk="0" fontAlgn="base" hangingPunct="0">
              <a:lnSpc>
                <a:spcPct val="100000"/>
              </a:lnSpc>
              <a:spcBef>
                <a:spcPct val="0"/>
              </a:spcBef>
              <a:spcAft>
                <a:spcPct val="0"/>
              </a:spcAft>
              <a:buFontTx/>
              <a:buChar char="•"/>
            </a:pPr>
            <a:r>
              <a:rPr kumimoji="0" lang="en-PK" altLang="en-PK" b="0" i="0" u="none" strike="noStrike" cap="none" normalizeH="0" baseline="0" dirty="0">
                <a:ln>
                  <a:noFill/>
                </a:ln>
                <a:solidFill>
                  <a:schemeClr val="tx1"/>
                </a:solidFill>
                <a:effectLst/>
                <a:latin typeface="Aptos" panose="020B0004020202020204" pitchFamily="34" charset="0"/>
              </a:rPr>
              <a:t>They differ in their </a:t>
            </a:r>
            <a:r>
              <a:rPr kumimoji="0" lang="en-PK" altLang="en-PK" b="1" i="0" u="none" strike="noStrike" cap="none" normalizeH="0" baseline="0" dirty="0">
                <a:ln>
                  <a:noFill/>
                </a:ln>
                <a:solidFill>
                  <a:schemeClr val="tx1"/>
                </a:solidFill>
                <a:effectLst/>
                <a:latin typeface="Aptos" panose="020B0004020202020204" pitchFamily="34" charset="0"/>
              </a:rPr>
              <a:t>tooling sophistication</a:t>
            </a:r>
            <a:r>
              <a:rPr kumimoji="0" lang="en-PK" altLang="en-PK" b="0" i="0" u="none" strike="noStrike" cap="none" normalizeH="0" baseline="0" dirty="0">
                <a:ln>
                  <a:noFill/>
                </a:ln>
                <a:solidFill>
                  <a:schemeClr val="tx1"/>
                </a:solidFill>
                <a:effectLst/>
                <a:latin typeface="Aptos" panose="020B0004020202020204" pitchFamily="34" charset="0"/>
              </a:rPr>
              <a:t> and coordination methods.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1" i="0" u="none" strike="noStrike" cap="none" normalizeH="0" baseline="0" dirty="0">
                <a:ln>
                  <a:noFill/>
                </a:ln>
                <a:solidFill>
                  <a:schemeClr val="tx1"/>
                </a:solidFill>
                <a:effectLst/>
                <a:latin typeface="Aptos" panose="020B0004020202020204" pitchFamily="34" charset="0"/>
              </a:rPr>
              <a:t>Main Design Patterns:</a:t>
            </a:r>
            <a:endParaRPr kumimoji="0" lang="en-PK" altLang="en-PK" sz="2400"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b="1" i="0" u="none" strike="noStrike" cap="none" normalizeH="0" baseline="0" dirty="0" err="1">
                <a:ln>
                  <a:noFill/>
                </a:ln>
                <a:solidFill>
                  <a:schemeClr val="tx1"/>
                </a:solidFill>
                <a:effectLst/>
                <a:latin typeface="Aptos" panose="020B0004020202020204" pitchFamily="34" charset="0"/>
              </a:rPr>
              <a:t>ReAct</a:t>
            </a:r>
            <a:r>
              <a:rPr kumimoji="0" lang="en-PK" altLang="en-PK" b="1" i="0" u="none" strike="noStrike" cap="none" normalizeH="0" baseline="0" dirty="0">
                <a:ln>
                  <a:noFill/>
                </a:ln>
                <a:solidFill>
                  <a:schemeClr val="tx1"/>
                </a:solidFill>
                <a:effectLst/>
                <a:latin typeface="Aptos" panose="020B0004020202020204" pitchFamily="34" charset="0"/>
              </a:rPr>
              <a:t> (Reason + Act)</a:t>
            </a:r>
            <a:endParaRPr kumimoji="0" lang="en-PK" altLang="en-PK"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b="1" i="0" u="none" strike="noStrike" cap="none" normalizeH="0" baseline="0" dirty="0" err="1">
                <a:ln>
                  <a:noFill/>
                </a:ln>
                <a:solidFill>
                  <a:schemeClr val="tx1"/>
                </a:solidFill>
                <a:effectLst/>
                <a:latin typeface="Aptos" panose="020B0004020202020204" pitchFamily="34" charset="0"/>
              </a:rPr>
              <a:t>CoT</a:t>
            </a:r>
            <a:r>
              <a:rPr kumimoji="0" lang="en-PK" altLang="en-PK" b="1" i="0" u="none" strike="noStrike" cap="none" normalizeH="0" baseline="0" dirty="0">
                <a:ln>
                  <a:noFill/>
                </a:ln>
                <a:solidFill>
                  <a:schemeClr val="tx1"/>
                </a:solidFill>
                <a:effectLst/>
                <a:latin typeface="Aptos" panose="020B0004020202020204" pitchFamily="34" charset="0"/>
              </a:rPr>
              <a:t> (Chain of Thought)</a:t>
            </a:r>
            <a:endParaRPr kumimoji="0" lang="en-PK" altLang="en-PK"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b="1" i="0" u="none" strike="noStrike" cap="none" normalizeH="0" baseline="0" dirty="0">
                <a:ln>
                  <a:noFill/>
                </a:ln>
                <a:solidFill>
                  <a:schemeClr val="tx1"/>
                </a:solidFill>
                <a:effectLst/>
                <a:latin typeface="Aptos" panose="020B0004020202020204" pitchFamily="34" charset="0"/>
              </a:rPr>
              <a:t>Planner–Executor</a:t>
            </a:r>
            <a:endParaRPr kumimoji="0" lang="en-PK" altLang="en-PK" b="0" i="0" u="none" strike="noStrike" cap="none" normalizeH="0" baseline="0" dirty="0">
              <a:ln>
                <a:noFill/>
              </a:ln>
              <a:solidFill>
                <a:schemeClr val="tx1"/>
              </a:solidFill>
              <a:effectLst/>
              <a:latin typeface="Aptos" panose="020B0004020202020204" pitchFamily="34" charset="0"/>
            </a:endParaRPr>
          </a:p>
          <a:p>
            <a:pPr marL="457200" lvl="1" indent="0" eaLnBrk="0" fontAlgn="base" hangingPunct="0">
              <a:lnSpc>
                <a:spcPct val="100000"/>
              </a:lnSpc>
              <a:spcBef>
                <a:spcPct val="0"/>
              </a:spcBef>
              <a:spcAft>
                <a:spcPct val="0"/>
              </a:spcAft>
              <a:buFontTx/>
              <a:buChar char="•"/>
            </a:pPr>
            <a:r>
              <a:rPr kumimoji="0" lang="en-PK" altLang="en-PK" b="1" i="0" u="none" strike="noStrike" cap="none" normalizeH="0" baseline="0" dirty="0">
                <a:ln>
                  <a:noFill/>
                </a:ln>
                <a:solidFill>
                  <a:schemeClr val="tx1"/>
                </a:solidFill>
                <a:effectLst/>
                <a:latin typeface="Aptos" panose="020B0004020202020204" pitchFamily="34" charset="0"/>
              </a:rPr>
              <a:t>Hierarchical / Multi-Agent Systems</a:t>
            </a:r>
            <a:endParaRPr kumimoji="0" lang="en-PK" altLang="en-PK"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273425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6BFD9-21C5-590E-E13C-6CD959ED1519}"/>
              </a:ext>
            </a:extLst>
          </p:cNvPr>
          <p:cNvSpPr>
            <a:spLocks noGrp="1"/>
          </p:cNvSpPr>
          <p:nvPr>
            <p:ph type="title"/>
          </p:nvPr>
        </p:nvSpPr>
        <p:spPr/>
        <p:txBody>
          <a:bodyPr/>
          <a:lstStyle/>
          <a:p>
            <a:r>
              <a:rPr lang="en-US" dirty="0"/>
              <a:t>Chain of Thought (</a:t>
            </a:r>
            <a:r>
              <a:rPr lang="en-US" dirty="0" err="1"/>
              <a:t>CoT</a:t>
            </a:r>
            <a:r>
              <a:rPr lang="en-US" dirty="0"/>
              <a:t>) Pattern</a:t>
            </a:r>
            <a:endParaRPr lang="en-PK" dirty="0"/>
          </a:p>
        </p:txBody>
      </p:sp>
      <p:sp>
        <p:nvSpPr>
          <p:cNvPr id="3" name="Content Placeholder 2">
            <a:extLst>
              <a:ext uri="{FF2B5EF4-FFF2-40B4-BE49-F238E27FC236}">
                <a16:creationId xmlns:a16="http://schemas.microsoft.com/office/drawing/2014/main" id="{CC3599D2-2D67-0FFA-AA0D-82F216C0F4DE}"/>
              </a:ext>
            </a:extLst>
          </p:cNvPr>
          <p:cNvSpPr>
            <a:spLocks noGrp="1"/>
          </p:cNvSpPr>
          <p:nvPr>
            <p:ph idx="1"/>
          </p:nvPr>
        </p:nvSpPr>
        <p:spPr/>
        <p:txBody>
          <a:bodyPr>
            <a:normAutofit/>
          </a:bodyPr>
          <a:lstStyle/>
          <a:p>
            <a:r>
              <a:rPr lang="en-US" dirty="0" err="1"/>
              <a:t>CoT</a:t>
            </a:r>
            <a:r>
              <a:rPr lang="en-US" dirty="0"/>
              <a:t> simply encourages the model to produce a step-by-step reasoning trace before generating a final answer. </a:t>
            </a:r>
          </a:p>
          <a:p>
            <a:r>
              <a:rPr lang="en-US" dirty="0"/>
              <a:t>A literal interpretation of it would be to tell someone to think about a problem, </a:t>
            </a:r>
          </a:p>
          <a:p>
            <a:r>
              <a:rPr lang="en-US" dirty="0"/>
              <a:t>create a plan on how they are going to solve it, and then take the steps to solve it. </a:t>
            </a:r>
          </a:p>
          <a:p>
            <a:r>
              <a:rPr lang="en-US" dirty="0"/>
              <a:t>One limitation of </a:t>
            </a:r>
            <a:r>
              <a:rPr lang="en-US" dirty="0" err="1"/>
              <a:t>CoT</a:t>
            </a:r>
            <a:r>
              <a:rPr lang="en-US" dirty="0"/>
              <a:t> is that it’s unable to take action and, more importantly, </a:t>
            </a:r>
            <a:r>
              <a:rPr lang="en-US" i="1" u="sng" dirty="0"/>
              <a:t>unable to adapt its plan based on the results of actions.</a:t>
            </a:r>
          </a:p>
          <a:p>
            <a:endParaRPr lang="en-PK" dirty="0"/>
          </a:p>
        </p:txBody>
      </p:sp>
    </p:spTree>
    <p:extLst>
      <p:ext uri="{BB962C8B-B14F-4D97-AF65-F5344CB8AC3E}">
        <p14:creationId xmlns:p14="http://schemas.microsoft.com/office/powerpoint/2010/main" val="26146004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9DCD0-9DCB-2E90-6FD2-E251ED922A4F}"/>
              </a:ext>
            </a:extLst>
          </p:cNvPr>
          <p:cNvSpPr>
            <a:spLocks noGrp="1"/>
          </p:cNvSpPr>
          <p:nvPr>
            <p:ph type="title"/>
          </p:nvPr>
        </p:nvSpPr>
        <p:spPr/>
        <p:txBody>
          <a:bodyPr/>
          <a:lstStyle/>
          <a:p>
            <a:r>
              <a:rPr lang="en-US" dirty="0" err="1"/>
              <a:t>ReAct</a:t>
            </a:r>
            <a:r>
              <a:rPr lang="en-US" dirty="0"/>
              <a:t> (Reasoning + Acting)</a:t>
            </a:r>
            <a:endParaRPr lang="en-PK" dirty="0"/>
          </a:p>
        </p:txBody>
      </p:sp>
      <p:sp>
        <p:nvSpPr>
          <p:cNvPr id="3" name="Content Placeholder 2">
            <a:extLst>
              <a:ext uri="{FF2B5EF4-FFF2-40B4-BE49-F238E27FC236}">
                <a16:creationId xmlns:a16="http://schemas.microsoft.com/office/drawing/2014/main" id="{93393153-E8A1-6C29-76FD-53EFE0C66411}"/>
              </a:ext>
            </a:extLst>
          </p:cNvPr>
          <p:cNvSpPr>
            <a:spLocks noGrp="1"/>
          </p:cNvSpPr>
          <p:nvPr>
            <p:ph idx="1"/>
          </p:nvPr>
        </p:nvSpPr>
        <p:spPr/>
        <p:txBody>
          <a:bodyPr/>
          <a:lstStyle/>
          <a:p>
            <a:r>
              <a:rPr lang="en-US" dirty="0" err="1"/>
              <a:t>ReAct</a:t>
            </a:r>
            <a:r>
              <a:rPr lang="en-US" dirty="0"/>
              <a:t> is a pattern that we mentioned and described in </a:t>
            </a:r>
            <a:r>
              <a:rPr lang="en-US" i="1" u="sng" dirty="0"/>
              <a:t>pseudocode earlier</a:t>
            </a:r>
            <a:r>
              <a:rPr lang="en-US" dirty="0"/>
              <a:t>. </a:t>
            </a:r>
          </a:p>
          <a:p>
            <a:r>
              <a:rPr lang="en-US" dirty="0"/>
              <a:t>This design pattern enforces an AI agent to </a:t>
            </a:r>
            <a:r>
              <a:rPr lang="en-US" i="1" u="sng" dirty="0"/>
              <a:t>iteratively reason about the problem</a:t>
            </a:r>
            <a:r>
              <a:rPr lang="en-US" dirty="0"/>
              <a:t> and </a:t>
            </a:r>
            <a:r>
              <a:rPr lang="en-US" i="1" u="sng" dirty="0"/>
              <a:t>choose a tool or action to take</a:t>
            </a:r>
            <a:r>
              <a:rPr lang="en-US" dirty="0"/>
              <a:t>, </a:t>
            </a:r>
            <a:r>
              <a:rPr lang="en-US" i="1" u="sng" dirty="0"/>
              <a:t>feeding the result back into the continuous loop </a:t>
            </a:r>
            <a:r>
              <a:rPr lang="en-US" dirty="0"/>
              <a:t>until its </a:t>
            </a:r>
            <a:r>
              <a:rPr lang="en-US" i="1" u="sng" dirty="0"/>
              <a:t>goal is achieved</a:t>
            </a:r>
            <a:r>
              <a:rPr lang="en-US" dirty="0"/>
              <a:t>. </a:t>
            </a:r>
          </a:p>
          <a:p>
            <a:r>
              <a:rPr lang="en-US" dirty="0"/>
              <a:t>The difference between </a:t>
            </a:r>
            <a:r>
              <a:rPr lang="en-US" dirty="0" err="1"/>
              <a:t>ReAct</a:t>
            </a:r>
            <a:r>
              <a:rPr lang="en-US" dirty="0"/>
              <a:t> and </a:t>
            </a:r>
            <a:r>
              <a:rPr lang="en-US" dirty="0" err="1"/>
              <a:t>CoT</a:t>
            </a:r>
            <a:r>
              <a:rPr lang="en-US" dirty="0"/>
              <a:t> is in its </a:t>
            </a:r>
            <a:r>
              <a:rPr lang="en-US" i="1" u="sng" dirty="0"/>
              <a:t>ability to act and then adjust</a:t>
            </a:r>
            <a:r>
              <a:rPr lang="en-US" dirty="0"/>
              <a:t> its plan based on the results of that action. This is </a:t>
            </a:r>
            <a:r>
              <a:rPr lang="en-US" i="1" u="sng" dirty="0"/>
              <a:t>best for real-world agents</a:t>
            </a:r>
            <a:r>
              <a:rPr lang="en-US" dirty="0"/>
              <a:t> that need to reason and interact with tools to solve complex tasks. </a:t>
            </a:r>
          </a:p>
          <a:p>
            <a:r>
              <a:rPr lang="en-US" dirty="0"/>
              <a:t>This pattern is most often the go-to for most traditional AI agents.</a:t>
            </a:r>
            <a:endParaRPr lang="en-PK" dirty="0"/>
          </a:p>
        </p:txBody>
      </p:sp>
    </p:spTree>
    <p:extLst>
      <p:ext uri="{BB962C8B-B14F-4D97-AF65-F5344CB8AC3E}">
        <p14:creationId xmlns:p14="http://schemas.microsoft.com/office/powerpoint/2010/main" val="19378513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A73D8-2B90-F476-D1A5-E44466970B7F}"/>
              </a:ext>
            </a:extLst>
          </p:cNvPr>
          <p:cNvSpPr>
            <a:spLocks noGrp="1"/>
          </p:cNvSpPr>
          <p:nvPr>
            <p:ph type="title"/>
          </p:nvPr>
        </p:nvSpPr>
        <p:spPr/>
        <p:txBody>
          <a:bodyPr/>
          <a:lstStyle/>
          <a:p>
            <a:r>
              <a:rPr lang="en-US" dirty="0"/>
              <a:t>Planner-execution</a:t>
            </a:r>
            <a:endParaRPr lang="en-PK" dirty="0"/>
          </a:p>
        </p:txBody>
      </p:sp>
      <p:sp>
        <p:nvSpPr>
          <p:cNvPr id="3" name="Content Placeholder 2">
            <a:extLst>
              <a:ext uri="{FF2B5EF4-FFF2-40B4-BE49-F238E27FC236}">
                <a16:creationId xmlns:a16="http://schemas.microsoft.com/office/drawing/2014/main" id="{D0401AEF-062E-D6CD-5F2C-F0F00DC327AB}"/>
              </a:ext>
            </a:extLst>
          </p:cNvPr>
          <p:cNvSpPr>
            <a:spLocks noGrp="1"/>
          </p:cNvSpPr>
          <p:nvPr>
            <p:ph idx="1"/>
          </p:nvPr>
        </p:nvSpPr>
        <p:spPr/>
        <p:txBody>
          <a:bodyPr/>
          <a:lstStyle/>
          <a:p>
            <a:r>
              <a:rPr lang="en-US" dirty="0"/>
              <a:t>The planner-execution pattern </a:t>
            </a:r>
            <a:r>
              <a:rPr lang="en-US" i="1" u="sng" dirty="0"/>
              <a:t>separates the system performing the planning</a:t>
            </a:r>
            <a:r>
              <a:rPr lang="en-US" dirty="0"/>
              <a:t> from the system performing the execution. </a:t>
            </a:r>
          </a:p>
          <a:p>
            <a:r>
              <a:rPr lang="en-US" dirty="0"/>
              <a:t>An </a:t>
            </a:r>
            <a:r>
              <a:rPr lang="en-US" i="1" u="sng" dirty="0"/>
              <a:t>agent first generates a high-level plan </a:t>
            </a:r>
            <a:r>
              <a:rPr lang="en-US" dirty="0"/>
              <a:t>and then </a:t>
            </a:r>
            <a:r>
              <a:rPr lang="en-US" i="1" u="sng" dirty="0"/>
              <a:t>another agent (or multiple agents) executes each task in that plan</a:t>
            </a:r>
            <a:r>
              <a:rPr lang="en-US" dirty="0"/>
              <a:t>. </a:t>
            </a:r>
          </a:p>
          <a:p>
            <a:r>
              <a:rPr lang="en-US" dirty="0"/>
              <a:t>This pattern works well for </a:t>
            </a:r>
            <a:r>
              <a:rPr lang="en-US" i="1" u="sng" dirty="0"/>
              <a:t>very long-term complex tasks </a:t>
            </a:r>
            <a:r>
              <a:rPr lang="en-US" dirty="0"/>
              <a:t>or </a:t>
            </a:r>
            <a:r>
              <a:rPr lang="en-US" i="1" u="sng" dirty="0"/>
              <a:t>tasks that can easily be modularized </a:t>
            </a:r>
            <a:r>
              <a:rPr lang="en-US" dirty="0"/>
              <a:t>and delegated to </a:t>
            </a:r>
            <a:r>
              <a:rPr lang="en-US" i="1" u="sng" dirty="0"/>
              <a:t>sub-agents</a:t>
            </a:r>
            <a:r>
              <a:rPr lang="en-US" dirty="0"/>
              <a:t>.</a:t>
            </a:r>
            <a:endParaRPr lang="en-PK" dirty="0"/>
          </a:p>
        </p:txBody>
      </p:sp>
    </p:spTree>
    <p:extLst>
      <p:ext uri="{BB962C8B-B14F-4D97-AF65-F5344CB8AC3E}">
        <p14:creationId xmlns:p14="http://schemas.microsoft.com/office/powerpoint/2010/main" val="40162206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1936F-4E1C-CC85-485A-9DC1FC82EED7}"/>
              </a:ext>
            </a:extLst>
          </p:cNvPr>
          <p:cNvSpPr>
            <a:spLocks noGrp="1"/>
          </p:cNvSpPr>
          <p:nvPr>
            <p:ph type="title"/>
          </p:nvPr>
        </p:nvSpPr>
        <p:spPr/>
        <p:txBody>
          <a:bodyPr/>
          <a:lstStyle/>
          <a:p>
            <a:r>
              <a:rPr lang="en-US" dirty="0"/>
              <a:t>Hierarchical/multi-agent</a:t>
            </a:r>
            <a:endParaRPr lang="en-PK" dirty="0"/>
          </a:p>
        </p:txBody>
      </p:sp>
      <p:sp>
        <p:nvSpPr>
          <p:cNvPr id="3" name="Content Placeholder 2">
            <a:extLst>
              <a:ext uri="{FF2B5EF4-FFF2-40B4-BE49-F238E27FC236}">
                <a16:creationId xmlns:a16="http://schemas.microsoft.com/office/drawing/2014/main" id="{5B7C0D87-DFDC-AB52-BBFF-AD0FE1BCDD28}"/>
              </a:ext>
            </a:extLst>
          </p:cNvPr>
          <p:cNvSpPr>
            <a:spLocks noGrp="1"/>
          </p:cNvSpPr>
          <p:nvPr>
            <p:ph idx="1"/>
          </p:nvPr>
        </p:nvSpPr>
        <p:spPr/>
        <p:txBody>
          <a:bodyPr>
            <a:normAutofit fontScale="85000" lnSpcReduction="20000"/>
          </a:bodyPr>
          <a:lstStyle/>
          <a:p>
            <a:pPr>
              <a:buNone/>
            </a:pPr>
            <a:r>
              <a:rPr lang="en-US" sz="2400" b="1" dirty="0"/>
              <a:t>Definition:</a:t>
            </a:r>
            <a:endParaRPr lang="en-US" sz="2400" dirty="0"/>
          </a:p>
          <a:p>
            <a:pPr>
              <a:buFont typeface="Arial" panose="020B0604020202020204" pitchFamily="34" charset="0"/>
              <a:buChar char="•"/>
            </a:pPr>
            <a:r>
              <a:rPr lang="en-US" sz="2400" dirty="0"/>
              <a:t>Divides tasks among </a:t>
            </a:r>
            <a:r>
              <a:rPr lang="en-US" sz="2400" b="1" dirty="0"/>
              <a:t>multiple specialized agents</a:t>
            </a:r>
            <a:r>
              <a:rPr lang="en-US" sz="2400" dirty="0"/>
              <a:t>, each an expert in a particular domain.</a:t>
            </a:r>
          </a:p>
          <a:p>
            <a:pPr>
              <a:buFont typeface="Arial" panose="020B0604020202020204" pitchFamily="34" charset="0"/>
              <a:buChar char="•"/>
            </a:pPr>
            <a:r>
              <a:rPr lang="en-US" sz="2400" dirty="0"/>
              <a:t>Supports </a:t>
            </a:r>
            <a:r>
              <a:rPr lang="en-US" sz="2400" b="1" dirty="0"/>
              <a:t>distributed execution</a:t>
            </a:r>
            <a:r>
              <a:rPr lang="en-US" sz="2400" dirty="0"/>
              <a:t>, enabling simultaneous task completion.</a:t>
            </a:r>
          </a:p>
          <a:p>
            <a:pPr>
              <a:buNone/>
            </a:pPr>
            <a:r>
              <a:rPr lang="en-US" sz="2400" b="1" dirty="0"/>
              <a:t>Analogy:</a:t>
            </a:r>
            <a:endParaRPr lang="en-US" sz="2400" dirty="0"/>
          </a:p>
          <a:p>
            <a:pPr>
              <a:buFont typeface="Arial" panose="020B0604020202020204" pitchFamily="34" charset="0"/>
              <a:buChar char="•"/>
            </a:pPr>
            <a:r>
              <a:rPr lang="en-US" sz="2400" dirty="0"/>
              <a:t>Like a company with a </a:t>
            </a:r>
            <a:r>
              <a:rPr lang="en-US" sz="2400" b="1" dirty="0"/>
              <a:t>CEO delegating tasks</a:t>
            </a:r>
            <a:r>
              <a:rPr lang="en-US" sz="2400" dirty="0"/>
              <a:t> to specialized workers (CMO, COO, CFO, etc.).</a:t>
            </a:r>
          </a:p>
          <a:p>
            <a:pPr>
              <a:buNone/>
            </a:pPr>
            <a:r>
              <a:rPr lang="en-US" sz="2400" b="1" dirty="0"/>
              <a:t>Example:</a:t>
            </a:r>
            <a:endParaRPr lang="en-US" sz="2400" dirty="0"/>
          </a:p>
          <a:p>
            <a:pPr>
              <a:buFont typeface="Arial" panose="020B0604020202020204" pitchFamily="34" charset="0"/>
              <a:buChar char="•"/>
            </a:pPr>
            <a:r>
              <a:rPr lang="en-US" sz="2400" dirty="0"/>
              <a:t>AI agent handling customer complaints:</a:t>
            </a:r>
          </a:p>
          <a:p>
            <a:pPr marL="742950" lvl="1" indent="-285750">
              <a:buFont typeface="Arial" panose="020B0604020202020204" pitchFamily="34" charset="0"/>
              <a:buChar char="•"/>
            </a:pPr>
            <a:r>
              <a:rPr lang="en-US" sz="2100" b="1" dirty="0"/>
              <a:t>Manager agent:</a:t>
            </a:r>
            <a:r>
              <a:rPr lang="en-US" sz="2100" dirty="0"/>
              <a:t> Receives complaint and creates action plan.</a:t>
            </a:r>
          </a:p>
          <a:p>
            <a:pPr marL="742950" lvl="1" indent="-285750">
              <a:buFont typeface="Arial" panose="020B0604020202020204" pitchFamily="34" charset="0"/>
              <a:buChar char="•"/>
            </a:pPr>
            <a:r>
              <a:rPr lang="en-US" sz="2100" b="1" dirty="0"/>
              <a:t>Specialized agents:</a:t>
            </a:r>
            <a:endParaRPr lang="en-US" sz="2100" dirty="0"/>
          </a:p>
          <a:p>
            <a:pPr marL="1143000" lvl="2" indent="-228600">
              <a:buFont typeface="Arial" panose="020B0604020202020204" pitchFamily="34" charset="0"/>
              <a:buChar char="•"/>
            </a:pPr>
            <a:r>
              <a:rPr lang="en-US" sz="2100" dirty="0"/>
              <a:t>Customer agent: Looks up customer information.</a:t>
            </a:r>
          </a:p>
          <a:p>
            <a:pPr marL="1143000" lvl="2" indent="-228600">
              <a:buFont typeface="Arial" panose="020B0604020202020204" pitchFamily="34" charset="0"/>
              <a:buChar char="•"/>
            </a:pPr>
            <a:r>
              <a:rPr lang="en-US" sz="2100" dirty="0"/>
              <a:t>Compliance agent: Reviews policies.</a:t>
            </a:r>
          </a:p>
          <a:p>
            <a:pPr marL="1143000" lvl="2" indent="-228600">
              <a:buFont typeface="Arial" panose="020B0604020202020204" pitchFamily="34" charset="0"/>
              <a:buChar char="•"/>
            </a:pPr>
            <a:r>
              <a:rPr lang="en-US" sz="2100" dirty="0"/>
              <a:t>Response agent: Drafts reply.</a:t>
            </a:r>
          </a:p>
          <a:p>
            <a:pPr>
              <a:buFont typeface="Arial" panose="020B0604020202020204" pitchFamily="34" charset="0"/>
              <a:buChar char="•"/>
            </a:pPr>
            <a:r>
              <a:rPr lang="en-US" sz="2400" dirty="0"/>
              <a:t>Each agent has its </a:t>
            </a:r>
            <a:r>
              <a:rPr lang="en-US" sz="2400" b="1" dirty="0"/>
              <a:t>own model, tooling, and memory/knowledge</a:t>
            </a:r>
            <a:r>
              <a:rPr lang="en-US" sz="2400" dirty="0"/>
              <a:t>.</a:t>
            </a:r>
          </a:p>
        </p:txBody>
      </p:sp>
    </p:spTree>
    <p:extLst>
      <p:ext uri="{BB962C8B-B14F-4D97-AF65-F5344CB8AC3E}">
        <p14:creationId xmlns:p14="http://schemas.microsoft.com/office/powerpoint/2010/main" val="23331866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FF09B-27DD-A071-D868-4A19A5A1E08B}"/>
              </a:ext>
            </a:extLst>
          </p:cNvPr>
          <p:cNvSpPr>
            <a:spLocks noGrp="1"/>
          </p:cNvSpPr>
          <p:nvPr>
            <p:ph type="title"/>
          </p:nvPr>
        </p:nvSpPr>
        <p:spPr/>
        <p:txBody>
          <a:bodyPr/>
          <a:lstStyle/>
          <a:p>
            <a:r>
              <a:rPr lang="en-US" dirty="0"/>
              <a:t>Hierarchical/multi-agent</a:t>
            </a:r>
            <a:endParaRPr lang="en-PK" dirty="0"/>
          </a:p>
        </p:txBody>
      </p:sp>
      <p:sp>
        <p:nvSpPr>
          <p:cNvPr id="3" name="Content Placeholder 2">
            <a:extLst>
              <a:ext uri="{FF2B5EF4-FFF2-40B4-BE49-F238E27FC236}">
                <a16:creationId xmlns:a16="http://schemas.microsoft.com/office/drawing/2014/main" id="{F930F09D-DA1F-E652-7F19-7C51D6961744}"/>
              </a:ext>
            </a:extLst>
          </p:cNvPr>
          <p:cNvSpPr>
            <a:spLocks noGrp="1"/>
          </p:cNvSpPr>
          <p:nvPr>
            <p:ph idx="1"/>
          </p:nvPr>
        </p:nvSpPr>
        <p:spPr/>
        <p:txBody>
          <a:bodyPr/>
          <a:lstStyle/>
          <a:p>
            <a:pPr algn="just"/>
            <a:endParaRPr lang="en-PK" sz="4000" b="0" i="0" u="none" strike="noStrike" baseline="0" dirty="0">
              <a:solidFill>
                <a:srgbClr val="000000"/>
              </a:solidFill>
              <a:latin typeface="Crimson Pro ExtraLight"/>
            </a:endParaRPr>
          </a:p>
          <a:p>
            <a:pPr algn="just"/>
            <a:r>
              <a:rPr lang="en-US" sz="2800" b="0" i="0" u="none" strike="noStrike" baseline="0" dirty="0">
                <a:solidFill>
                  <a:srgbClr val="000000"/>
                </a:solidFill>
                <a:latin typeface="Crimson Pro ExtraLight"/>
              </a:rPr>
              <a:t>These patterns are not mutually exclusive. In fact, most real-world agents, especially those built with the frameworks briefly discussed next, tend to blend these approaches depending on the complexity of the task and the tools available. The OpenAI Agents SDK framework, for example, combined </a:t>
            </a:r>
            <a:r>
              <a:rPr lang="en-US" sz="2800" b="0" i="0" u="none" strike="noStrike" baseline="0" dirty="0" err="1">
                <a:solidFill>
                  <a:srgbClr val="000000"/>
                </a:solidFill>
                <a:latin typeface="Crimson Pro ExtraLight"/>
              </a:rPr>
              <a:t>ReAct</a:t>
            </a:r>
            <a:r>
              <a:rPr lang="en-US" sz="2800" b="0" i="0" u="none" strike="noStrike" baseline="0" dirty="0">
                <a:solidFill>
                  <a:srgbClr val="000000"/>
                </a:solidFill>
                <a:latin typeface="Crimson Pro ExtraLight"/>
              </a:rPr>
              <a:t> and hierarchical/multi-agent patterns.</a:t>
            </a:r>
            <a:endParaRPr lang="en-PK" dirty="0"/>
          </a:p>
        </p:txBody>
      </p:sp>
    </p:spTree>
    <p:extLst>
      <p:ext uri="{BB962C8B-B14F-4D97-AF65-F5344CB8AC3E}">
        <p14:creationId xmlns:p14="http://schemas.microsoft.com/office/powerpoint/2010/main" val="31566084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1ED49-8384-0B41-70F5-3746F7EA4672}"/>
              </a:ext>
            </a:extLst>
          </p:cNvPr>
          <p:cNvSpPr>
            <a:spLocks noGrp="1"/>
          </p:cNvSpPr>
          <p:nvPr>
            <p:ph type="title"/>
          </p:nvPr>
        </p:nvSpPr>
        <p:spPr/>
        <p:txBody>
          <a:bodyPr/>
          <a:lstStyle/>
          <a:p>
            <a:r>
              <a:rPr lang="en-US" dirty="0"/>
              <a:t>Summary</a:t>
            </a:r>
            <a:endParaRPr lang="en-PK" dirty="0"/>
          </a:p>
        </p:txBody>
      </p:sp>
      <p:sp>
        <p:nvSpPr>
          <p:cNvPr id="3" name="Content Placeholder 2">
            <a:extLst>
              <a:ext uri="{FF2B5EF4-FFF2-40B4-BE49-F238E27FC236}">
                <a16:creationId xmlns:a16="http://schemas.microsoft.com/office/drawing/2014/main" id="{7736F661-3D7D-ED41-0C25-C3F63B528562}"/>
              </a:ext>
            </a:extLst>
          </p:cNvPr>
          <p:cNvSpPr>
            <a:spLocks noGrp="1"/>
          </p:cNvSpPr>
          <p:nvPr>
            <p:ph idx="1"/>
          </p:nvPr>
        </p:nvSpPr>
        <p:spPr/>
        <p:txBody>
          <a:bodyPr>
            <a:normAutofit fontScale="70000" lnSpcReduction="20000"/>
          </a:bodyPr>
          <a:lstStyle/>
          <a:p>
            <a:pPr>
              <a:buNone/>
            </a:pPr>
            <a:r>
              <a:rPr lang="en-US" b="1" dirty="0"/>
              <a:t>Integration of Patterns:</a:t>
            </a:r>
            <a:endParaRPr lang="en-US" dirty="0"/>
          </a:p>
          <a:p>
            <a:pPr>
              <a:buFont typeface="Arial" panose="020B0604020202020204" pitchFamily="34" charset="0"/>
              <a:buChar char="•"/>
            </a:pPr>
            <a:r>
              <a:rPr lang="en-US" dirty="0"/>
              <a:t>AI agent design patterns are </a:t>
            </a:r>
            <a:r>
              <a:rPr lang="en-US" b="1" dirty="0"/>
              <a:t>not mutually exclusive</a:t>
            </a:r>
            <a:r>
              <a:rPr lang="en-US" dirty="0"/>
              <a:t>.</a:t>
            </a:r>
          </a:p>
          <a:p>
            <a:pPr>
              <a:buFont typeface="Arial" panose="020B0604020202020204" pitchFamily="34" charset="0"/>
              <a:buChar char="•"/>
            </a:pPr>
            <a:r>
              <a:rPr lang="en-US" dirty="0"/>
              <a:t>Real-world agents often </a:t>
            </a:r>
            <a:r>
              <a:rPr lang="en-US" b="1" dirty="0"/>
              <a:t>blend multiple patterns</a:t>
            </a:r>
            <a:r>
              <a:rPr lang="en-US" dirty="0"/>
              <a:t> based on task complexity and available tools.</a:t>
            </a:r>
          </a:p>
          <a:p>
            <a:pPr>
              <a:buFont typeface="Arial" panose="020B0604020202020204" pitchFamily="34" charset="0"/>
              <a:buChar char="•"/>
            </a:pPr>
            <a:r>
              <a:rPr lang="en-US" dirty="0"/>
              <a:t>Example: </a:t>
            </a:r>
            <a:r>
              <a:rPr lang="en-US" b="1" dirty="0"/>
              <a:t>OpenAI Agents SDK</a:t>
            </a:r>
            <a:r>
              <a:rPr lang="en-US" dirty="0"/>
              <a:t> combines </a:t>
            </a:r>
            <a:r>
              <a:rPr lang="en-US" dirty="0" err="1"/>
              <a:t>ReAct</a:t>
            </a:r>
            <a:r>
              <a:rPr lang="en-US" dirty="0"/>
              <a:t> and hierarchical/multi-agent patterns.</a:t>
            </a:r>
          </a:p>
          <a:p>
            <a:pPr>
              <a:buNone/>
            </a:pPr>
            <a:r>
              <a:rPr lang="en-US" b="1" dirty="0"/>
              <a:t>Core Concepts Learned:</a:t>
            </a:r>
            <a:endParaRPr lang="en-US" dirty="0"/>
          </a:p>
          <a:p>
            <a:pPr>
              <a:buFont typeface="Arial" panose="020B0604020202020204" pitchFamily="34" charset="0"/>
              <a:buChar char="•"/>
            </a:pPr>
            <a:r>
              <a:rPr lang="en-US" dirty="0"/>
              <a:t>AI agents are </a:t>
            </a:r>
            <a:r>
              <a:rPr lang="en-US" b="1" dirty="0"/>
              <a:t>intelligent systems</a:t>
            </a:r>
            <a:r>
              <a:rPr lang="en-US" dirty="0"/>
              <a:t> that can reason, plan, and interact with tools to achieve goals independently.</a:t>
            </a:r>
          </a:p>
          <a:p>
            <a:pPr>
              <a:buFont typeface="Arial" panose="020B0604020202020204" pitchFamily="34" charset="0"/>
              <a:buChar char="•"/>
            </a:pPr>
            <a:r>
              <a:rPr lang="en-US" dirty="0"/>
              <a:t>Unlike traditional automation, they </a:t>
            </a:r>
            <a:r>
              <a:rPr lang="en-US" b="1" dirty="0"/>
              <a:t>handle ambiguity</a:t>
            </a:r>
            <a:r>
              <a:rPr lang="en-US" dirty="0"/>
              <a:t> and </a:t>
            </a:r>
            <a:r>
              <a:rPr lang="en-US" b="1" dirty="0"/>
              <a:t>adapt dynamically</a:t>
            </a:r>
            <a:r>
              <a:rPr lang="en-US" dirty="0"/>
              <a:t>.</a:t>
            </a:r>
          </a:p>
          <a:p>
            <a:pPr>
              <a:buFont typeface="Arial" panose="020B0604020202020204" pitchFamily="34" charset="0"/>
              <a:buChar char="•"/>
            </a:pPr>
            <a:r>
              <a:rPr lang="en-US" dirty="0"/>
              <a:t>Benefits include:</a:t>
            </a:r>
          </a:p>
          <a:p>
            <a:pPr marL="742950" lvl="1" indent="-285750">
              <a:buFont typeface="Arial" panose="020B0604020202020204" pitchFamily="34" charset="0"/>
              <a:buChar char="•"/>
            </a:pPr>
            <a:r>
              <a:rPr lang="en-US" dirty="0"/>
              <a:t>Accelerating organizational workflows.</a:t>
            </a:r>
          </a:p>
          <a:p>
            <a:pPr marL="742950" lvl="1" indent="-285750">
              <a:buFont typeface="Arial" panose="020B0604020202020204" pitchFamily="34" charset="0"/>
              <a:buChar char="•"/>
            </a:pPr>
            <a:r>
              <a:rPr lang="en-US" dirty="0"/>
              <a:t>Enabling direct interaction with tools and data.</a:t>
            </a:r>
          </a:p>
          <a:p>
            <a:pPr marL="742950" lvl="1" indent="-285750">
              <a:buFont typeface="Arial" panose="020B0604020202020204" pitchFamily="34" charset="0"/>
              <a:buChar char="•"/>
            </a:pPr>
            <a:r>
              <a:rPr lang="en-US" dirty="0"/>
              <a:t>Creating entirely new business opportunities.</a:t>
            </a:r>
          </a:p>
          <a:p>
            <a:endParaRPr lang="en-PK" dirty="0"/>
          </a:p>
        </p:txBody>
      </p:sp>
    </p:spTree>
    <p:extLst>
      <p:ext uri="{BB962C8B-B14F-4D97-AF65-F5344CB8AC3E}">
        <p14:creationId xmlns:p14="http://schemas.microsoft.com/office/powerpoint/2010/main" val="12304996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72866-1F38-F651-D9CE-41F1D95A5F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36C44-F4DE-559E-7114-391E58C24941}"/>
              </a:ext>
            </a:extLst>
          </p:cNvPr>
          <p:cNvSpPr>
            <a:spLocks noGrp="1"/>
          </p:cNvSpPr>
          <p:nvPr>
            <p:ph type="title"/>
          </p:nvPr>
        </p:nvSpPr>
        <p:spPr/>
        <p:txBody>
          <a:bodyPr/>
          <a:lstStyle/>
          <a:p>
            <a:r>
              <a:rPr lang="en-US" dirty="0"/>
              <a:t>Summary</a:t>
            </a:r>
            <a:endParaRPr lang="en-PK" dirty="0"/>
          </a:p>
        </p:txBody>
      </p:sp>
      <p:sp>
        <p:nvSpPr>
          <p:cNvPr id="3" name="Content Placeholder 2">
            <a:extLst>
              <a:ext uri="{FF2B5EF4-FFF2-40B4-BE49-F238E27FC236}">
                <a16:creationId xmlns:a16="http://schemas.microsoft.com/office/drawing/2014/main" id="{43CD4B21-FD9A-7745-A63C-64803A270F99}"/>
              </a:ext>
            </a:extLst>
          </p:cNvPr>
          <p:cNvSpPr>
            <a:spLocks noGrp="1"/>
          </p:cNvSpPr>
          <p:nvPr>
            <p:ph idx="1"/>
          </p:nvPr>
        </p:nvSpPr>
        <p:spPr/>
        <p:txBody>
          <a:bodyPr>
            <a:normAutofit fontScale="85000" lnSpcReduction="20000"/>
          </a:bodyPr>
          <a:lstStyle/>
          <a:p>
            <a:pPr>
              <a:buNone/>
            </a:pPr>
            <a:r>
              <a:rPr lang="en-US" b="1"/>
              <a:t>Anatomy </a:t>
            </a:r>
            <a:r>
              <a:rPr lang="en-US" b="1" dirty="0"/>
              <a:t>of an AI Agent:</a:t>
            </a:r>
            <a:endParaRPr lang="en-US" dirty="0"/>
          </a:p>
          <a:p>
            <a:pPr>
              <a:buFont typeface="Arial" panose="020B0604020202020204" pitchFamily="34" charset="0"/>
              <a:buChar char="•"/>
            </a:pPr>
            <a:r>
              <a:rPr lang="en-US" b="1" dirty="0"/>
              <a:t>Model (LLM)</a:t>
            </a:r>
            <a:endParaRPr lang="en-US" dirty="0"/>
          </a:p>
          <a:p>
            <a:pPr>
              <a:buFont typeface="Arial" panose="020B0604020202020204" pitchFamily="34" charset="0"/>
              <a:buChar char="•"/>
            </a:pPr>
            <a:r>
              <a:rPr lang="en-US" b="1" dirty="0"/>
              <a:t>Tooling Interface</a:t>
            </a:r>
            <a:endParaRPr lang="en-US" dirty="0"/>
          </a:p>
          <a:p>
            <a:pPr>
              <a:buFont typeface="Arial" panose="020B0604020202020204" pitchFamily="34" charset="0"/>
              <a:buChar char="•"/>
            </a:pPr>
            <a:r>
              <a:rPr lang="en-US" b="1" dirty="0"/>
              <a:t>Memory &amp; Knowledge Component</a:t>
            </a:r>
            <a:endParaRPr lang="en-US" dirty="0"/>
          </a:p>
          <a:p>
            <a:pPr>
              <a:buNone/>
            </a:pPr>
            <a:r>
              <a:rPr lang="en-US" b="1" dirty="0"/>
              <a:t>Design Patterns Role:</a:t>
            </a:r>
            <a:endParaRPr lang="en-US" dirty="0"/>
          </a:p>
          <a:p>
            <a:pPr>
              <a:buFont typeface="Arial" panose="020B0604020202020204" pitchFamily="34" charset="0"/>
              <a:buChar char="•"/>
            </a:pPr>
            <a:r>
              <a:rPr lang="en-US" dirty="0"/>
              <a:t>Guide how components </a:t>
            </a:r>
            <a:r>
              <a:rPr lang="en-US" b="1" dirty="0"/>
              <a:t>work together</a:t>
            </a:r>
            <a:r>
              <a:rPr lang="en-US" dirty="0"/>
              <a:t>.</a:t>
            </a:r>
          </a:p>
          <a:p>
            <a:pPr>
              <a:buFont typeface="Arial" panose="020B0604020202020204" pitchFamily="34" charset="0"/>
              <a:buChar char="•"/>
            </a:pPr>
            <a:r>
              <a:rPr lang="en-US" dirty="0"/>
              <a:t>Examples:</a:t>
            </a:r>
          </a:p>
          <a:p>
            <a:pPr marL="742950" lvl="1" indent="-285750">
              <a:buFont typeface="Arial" panose="020B0604020202020204" pitchFamily="34" charset="0"/>
              <a:buChar char="•"/>
            </a:pPr>
            <a:r>
              <a:rPr lang="en-US" dirty="0" err="1"/>
              <a:t>ReAct</a:t>
            </a:r>
            <a:r>
              <a:rPr lang="en-US" dirty="0"/>
              <a:t>: Reason and adapt with each action.</a:t>
            </a:r>
          </a:p>
          <a:p>
            <a:pPr marL="742950" lvl="1" indent="-285750">
              <a:buFont typeface="Arial" panose="020B0604020202020204" pitchFamily="34" charset="0"/>
              <a:buChar char="•"/>
            </a:pPr>
            <a:r>
              <a:rPr lang="en-US" dirty="0"/>
              <a:t>Multi-Agent: Distribute tasks across specialized sub-agents.</a:t>
            </a:r>
          </a:p>
          <a:p>
            <a:pPr>
              <a:buNone/>
            </a:pPr>
            <a:r>
              <a:rPr lang="en-US" b="1" dirty="0"/>
              <a:t>Framework Highlight:</a:t>
            </a:r>
            <a:endParaRPr lang="en-US" dirty="0"/>
          </a:p>
          <a:p>
            <a:pPr>
              <a:buFont typeface="Arial" panose="020B0604020202020204" pitchFamily="34" charset="0"/>
              <a:buChar char="•"/>
            </a:pPr>
            <a:r>
              <a:rPr lang="en-US" b="1" dirty="0"/>
              <a:t>OpenAI Agents SDK:</a:t>
            </a:r>
            <a:r>
              <a:rPr lang="en-US" dirty="0"/>
              <a:t> Minimal, extensible, enterprise-grade, and production-ready framework for AI agents.</a:t>
            </a:r>
          </a:p>
          <a:p>
            <a:endParaRPr lang="en-PK" dirty="0"/>
          </a:p>
        </p:txBody>
      </p:sp>
    </p:spTree>
    <p:extLst>
      <p:ext uri="{BB962C8B-B14F-4D97-AF65-F5344CB8AC3E}">
        <p14:creationId xmlns:p14="http://schemas.microsoft.com/office/powerpoint/2010/main" val="37317424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BBF24-1947-82AE-1026-28D7ACC0545A}"/>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6AFF1882-8105-DEB7-850B-E1F7CD3865B7}"/>
              </a:ext>
            </a:extLst>
          </p:cNvPr>
          <p:cNvSpPr>
            <a:spLocks noGrp="1"/>
          </p:cNvSpPr>
          <p:nvPr>
            <p:ph idx="1"/>
          </p:nvPr>
        </p:nvSpPr>
        <p:spPr/>
        <p:txBody>
          <a:bodyPr/>
          <a:lstStyle/>
          <a:p>
            <a:endParaRPr lang="en-PK" dirty="0"/>
          </a:p>
        </p:txBody>
      </p:sp>
      <p:pic>
        <p:nvPicPr>
          <p:cNvPr id="4" name="Picture 3">
            <a:extLst>
              <a:ext uri="{FF2B5EF4-FFF2-40B4-BE49-F238E27FC236}">
                <a16:creationId xmlns:a16="http://schemas.microsoft.com/office/drawing/2014/main" id="{12379A77-A50B-B2E2-C7F2-16225AF803EE}"/>
              </a:ext>
            </a:extLst>
          </p:cNvPr>
          <p:cNvPicPr>
            <a:picLocks noChangeAspect="1"/>
          </p:cNvPicPr>
          <p:nvPr/>
        </p:nvPicPr>
        <p:blipFill>
          <a:blip r:embed="rId2"/>
          <a:stretch>
            <a:fillRect/>
          </a:stretch>
        </p:blipFill>
        <p:spPr>
          <a:xfrm>
            <a:off x="1817650" y="381000"/>
            <a:ext cx="8151540" cy="6096000"/>
          </a:xfrm>
          <a:prstGeom prst="rect">
            <a:avLst/>
          </a:prstGeom>
        </p:spPr>
      </p:pic>
    </p:spTree>
    <p:extLst>
      <p:ext uri="{BB962C8B-B14F-4D97-AF65-F5344CB8AC3E}">
        <p14:creationId xmlns:p14="http://schemas.microsoft.com/office/powerpoint/2010/main" val="30903228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1B2B030-4738-4359-9E46-144B7C8BF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ectangle 10">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C13D7830-5371-18DD-640E-E8D75BE2C191}"/>
              </a:ext>
            </a:extLst>
          </p:cNvPr>
          <p:cNvPicPr>
            <a:picLocks noGrp="1" noChangeAspect="1"/>
          </p:cNvPicPr>
          <p:nvPr>
            <p:ph idx="1"/>
          </p:nvPr>
        </p:nvPicPr>
        <p:blipFill>
          <a:blip r:embed="rId2"/>
          <a:srcRect t="3104" b="11887"/>
          <a:stretch>
            <a:fillRect/>
          </a:stretch>
        </p:blipFill>
        <p:spPr>
          <a:xfrm>
            <a:off x="20" y="10"/>
            <a:ext cx="12191980" cy="6866290"/>
          </a:xfrm>
          <a:prstGeom prst="rect">
            <a:avLst/>
          </a:prstGeom>
        </p:spPr>
      </p:pic>
    </p:spTree>
    <p:extLst>
      <p:ext uri="{BB962C8B-B14F-4D97-AF65-F5344CB8AC3E}">
        <p14:creationId xmlns:p14="http://schemas.microsoft.com/office/powerpoint/2010/main" val="11471821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1426</TotalTime>
  <Words>5694</Words>
  <Application>Microsoft Office PowerPoint</Application>
  <PresentationFormat>Widescreen</PresentationFormat>
  <Paragraphs>362</Paragraphs>
  <Slides>49</Slides>
  <Notes>24</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Aptos</vt:lpstr>
      <vt:lpstr>Aptos Display</vt:lpstr>
      <vt:lpstr>Arial</vt:lpstr>
      <vt:lpstr>Consolas</vt:lpstr>
      <vt:lpstr>Crimson Pro ExtraLight</vt:lpstr>
      <vt:lpstr>Crimson Pro SemiBold</vt:lpstr>
      <vt:lpstr>Jost*</vt:lpstr>
      <vt:lpstr>Office Theme</vt:lpstr>
      <vt:lpstr>Introduction to AI Agents</vt:lpstr>
      <vt:lpstr>Cover in this first chapter</vt:lpstr>
      <vt:lpstr>PowerPoint Presentation</vt:lpstr>
      <vt:lpstr>PowerPoint Presentation</vt:lpstr>
      <vt:lpstr>AI Agents: Transforming the Future of Work</vt:lpstr>
      <vt:lpstr>Technical requirements</vt:lpstr>
      <vt:lpstr>What is an AI agent?</vt:lpstr>
      <vt:lpstr>What is an AI agent?</vt:lpstr>
      <vt:lpstr>PowerPoint Presentation</vt:lpstr>
      <vt:lpstr>Practical applications of AI agents</vt:lpstr>
      <vt:lpstr>Practical applications of AI agents</vt:lpstr>
      <vt:lpstr>Build methodology of AI agents</vt:lpstr>
      <vt:lpstr>Anatomy of an AI agent</vt:lpstr>
      <vt:lpstr>Model</vt:lpstr>
      <vt:lpstr>Model</vt:lpstr>
      <vt:lpstr>Model</vt:lpstr>
      <vt:lpstr>Control logic framework</vt:lpstr>
      <vt:lpstr>Control logic framework</vt:lpstr>
      <vt:lpstr>Control logic framework</vt:lpstr>
      <vt:lpstr>Tooling interface</vt:lpstr>
      <vt:lpstr>Tooling interface</vt:lpstr>
      <vt:lpstr>Tooling interface</vt:lpstr>
      <vt:lpstr>Tooling interface</vt:lpstr>
      <vt:lpstr>Memory and knowledge</vt:lpstr>
      <vt:lpstr>Memory and Knowledge in AI Agents</vt:lpstr>
      <vt:lpstr>Working Memory in AI Agents</vt:lpstr>
      <vt:lpstr>Working Memory in AI Agents</vt:lpstr>
      <vt:lpstr>Long-Term Memory in AI Agents</vt:lpstr>
      <vt:lpstr>Long-Term Memory in AI Agents</vt:lpstr>
      <vt:lpstr>Long-Term Memory in AI Agents</vt:lpstr>
      <vt:lpstr>Long-Term Memory in AI Agents</vt:lpstr>
      <vt:lpstr>Knowledge</vt:lpstr>
      <vt:lpstr>Knowledge in AI Agents</vt:lpstr>
      <vt:lpstr>1. Training Knowledge in AI Agents</vt:lpstr>
      <vt:lpstr>2. Retrieved Knowledge in AI Agents</vt:lpstr>
      <vt:lpstr>2. Retrieved Knowledge in AI Agents</vt:lpstr>
      <vt:lpstr>2. Retrieved Knowledge</vt:lpstr>
      <vt:lpstr>Significance of Retrieved Knowledge in AI Agents</vt:lpstr>
      <vt:lpstr>Design patterns</vt:lpstr>
      <vt:lpstr>AI Agent Design Patterns</vt:lpstr>
      <vt:lpstr>Chain of Thought (CoT) Pattern</vt:lpstr>
      <vt:lpstr>ReAct (Reasoning + Acting)</vt:lpstr>
      <vt:lpstr>Planner-execution</vt:lpstr>
      <vt:lpstr>Hierarchical/multi-agent</vt:lpstr>
      <vt:lpstr>Hierarchical/multi-agent</vt:lpstr>
      <vt:lpstr>Summary</vt:lpstr>
      <vt:lpstr>Summary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Muhammad Abdul Qayum</dc:creator>
  <cp:lastModifiedBy>Dr. Muhammad Abdul Qayum</cp:lastModifiedBy>
  <cp:revision>1</cp:revision>
  <dcterms:created xsi:type="dcterms:W3CDTF">2025-11-08T07:10:36Z</dcterms:created>
  <dcterms:modified xsi:type="dcterms:W3CDTF">2025-11-18T15:14:40Z</dcterms:modified>
</cp:coreProperties>
</file>